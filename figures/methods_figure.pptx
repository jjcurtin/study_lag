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5"/>
  </p:notesMasterIdLst>
  <p:sldIdLst>
    <p:sldId id="260" r:id="rId2"/>
    <p:sldId id="261" r:id="rId3"/>
    <p:sldId id="258" r:id="rId4"/>
  </p:sldIdLst>
  <p:sldSz cx="6858000" cy="5943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CBEB"/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205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649413" y="1143000"/>
            <a:ext cx="35591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49413" y="1143000"/>
            <a:ext cx="35591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649413" y="1143000"/>
            <a:ext cx="35591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972715"/>
            <a:ext cx="5829300" cy="2069253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3121766"/>
            <a:ext cx="5143500" cy="1434994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59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881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1481774"/>
            <a:ext cx="5915025" cy="247237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3977536"/>
            <a:ext cx="5915025" cy="130016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72172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1582208"/>
            <a:ext cx="291465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1582208"/>
            <a:ext cx="2914650" cy="3771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744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16443"/>
            <a:ext cx="5915025" cy="11488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1457008"/>
            <a:ext cx="2901255" cy="714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2171065"/>
            <a:ext cx="2901255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1457008"/>
            <a:ext cx="2915543" cy="714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2171065"/>
            <a:ext cx="2915543" cy="319331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7680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1869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9520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96240"/>
            <a:ext cx="2211884" cy="138684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855770"/>
            <a:ext cx="3471863" cy="4223808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783080"/>
            <a:ext cx="2211884" cy="33033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7730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396240"/>
            <a:ext cx="2211884" cy="138684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855770"/>
            <a:ext cx="3471863" cy="4223808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1783080"/>
            <a:ext cx="2211884" cy="330337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097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9000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316442"/>
            <a:ext cx="1478756" cy="503692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316442"/>
            <a:ext cx="4350544" cy="503692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6957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316443"/>
            <a:ext cx="5915025" cy="11488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1582208"/>
            <a:ext cx="5915025" cy="3771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5508838"/>
            <a:ext cx="154305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5508838"/>
            <a:ext cx="2314575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5508838"/>
            <a:ext cx="1543050" cy="31644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62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635221" y="2854182"/>
            <a:ext cx="5530491" cy="2184547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247913" y="2814835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1349848" y="3355269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1360076" y="3584295"/>
            <a:ext cx="192024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1555094" y="3576139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2737510" y="4054185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1363544" y="4055921"/>
            <a:ext cx="1371600" cy="1280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1358738" y="4286523"/>
            <a:ext cx="2743200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4101908" y="4285016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A2CD4AE-8456-6C06-A0AD-B44403F7C01D}"/>
              </a:ext>
            </a:extLst>
          </p:cNvPr>
          <p:cNvGrpSpPr/>
          <p:nvPr/>
        </p:nvGrpSpPr>
        <p:grpSpPr>
          <a:xfrm>
            <a:off x="2399342" y="2339934"/>
            <a:ext cx="1561727" cy="86828"/>
            <a:chOff x="2387278" y="4082432"/>
            <a:chExt cx="1967713" cy="98183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331EC5-3C6F-396C-55FC-28238F4A81B0}"/>
                </a:ext>
              </a:extLst>
            </p:cNvPr>
            <p:cNvCxnSpPr/>
            <p:nvPr/>
          </p:nvCxnSpPr>
          <p:spPr>
            <a:xfrm>
              <a:off x="435499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D79F1B-B3C9-F7E9-385F-BA1CF374976F}"/>
                </a:ext>
              </a:extLst>
            </p:cNvPr>
            <p:cNvCxnSpPr/>
            <p:nvPr/>
          </p:nvCxnSpPr>
          <p:spPr>
            <a:xfrm>
              <a:off x="385855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196DB32-B124-12EE-9DD0-BB2B9A7C87EC}"/>
                </a:ext>
              </a:extLst>
            </p:cNvPr>
            <p:cNvCxnSpPr/>
            <p:nvPr/>
          </p:nvCxnSpPr>
          <p:spPr>
            <a:xfrm>
              <a:off x="2885577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EAB86AD-1BB2-3664-9AFF-0EE3376234F1}"/>
                </a:ext>
              </a:extLst>
            </p:cNvPr>
            <p:cNvCxnSpPr/>
            <p:nvPr/>
          </p:nvCxnSpPr>
          <p:spPr>
            <a:xfrm>
              <a:off x="3361658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E05E6C3-75F1-8EDE-CF69-470179CDBED4}"/>
                </a:ext>
              </a:extLst>
            </p:cNvPr>
            <p:cNvCxnSpPr/>
            <p:nvPr/>
          </p:nvCxnSpPr>
          <p:spPr>
            <a:xfrm>
              <a:off x="2387278" y="4089175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D354B85-DC73-A820-BCDD-3E215B0D0A22}"/>
              </a:ext>
            </a:extLst>
          </p:cNvPr>
          <p:cNvGrpSpPr/>
          <p:nvPr/>
        </p:nvGrpSpPr>
        <p:grpSpPr>
          <a:xfrm>
            <a:off x="950137" y="2379113"/>
            <a:ext cx="5161049" cy="291383"/>
            <a:chOff x="591134" y="4126722"/>
            <a:chExt cx="6502715" cy="329490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4E30C55-7BE7-E218-C1E1-97F24A7F54D6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EC892B-D821-FE15-1156-EC9CA96BD882}"/>
                </a:ext>
              </a:extLst>
            </p:cNvPr>
            <p:cNvGrpSpPr/>
            <p:nvPr/>
          </p:nvGrpSpPr>
          <p:grpSpPr>
            <a:xfrm>
              <a:off x="1652802" y="4134895"/>
              <a:ext cx="3053026" cy="321317"/>
              <a:chOff x="1652802" y="4134895"/>
              <a:chExt cx="3053026" cy="321317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F4F32AB-066F-CA7F-8233-A1AED10B8A22}"/>
                  </a:ext>
                </a:extLst>
              </p:cNvPr>
              <p:cNvSpPr txBox="1"/>
              <p:nvPr/>
            </p:nvSpPr>
            <p:spPr>
              <a:xfrm>
                <a:off x="1652802" y="4134895"/>
                <a:ext cx="232754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120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8F87A79-F705-93F9-157B-68BA2B2AF5AB}"/>
                  </a:ext>
                </a:extLst>
              </p:cNvPr>
              <p:cNvSpPr txBox="1"/>
              <p:nvPr/>
            </p:nvSpPr>
            <p:spPr>
              <a:xfrm>
                <a:off x="2125662" y="4142488"/>
                <a:ext cx="644695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0000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3FD8DB-838B-5F8C-D96F-569B05CA4E16}"/>
                  </a:ext>
                </a:extLst>
              </p:cNvPr>
              <p:cNvSpPr txBox="1"/>
              <p:nvPr/>
            </p:nvSpPr>
            <p:spPr>
              <a:xfrm>
                <a:off x="2599908" y="4142488"/>
                <a:ext cx="644695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0100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0264D4-9D47-D484-5DD2-F58AD4EA4678}"/>
                  </a:ext>
                </a:extLst>
              </p:cNvPr>
              <p:cNvSpPr txBox="1"/>
              <p:nvPr/>
            </p:nvSpPr>
            <p:spPr>
              <a:xfrm>
                <a:off x="3095675" y="4142488"/>
                <a:ext cx="644695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0200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806C1AC-22F7-FF48-DB0A-108F4390C775}"/>
                  </a:ext>
                </a:extLst>
              </p:cNvPr>
              <p:cNvSpPr txBox="1"/>
              <p:nvPr/>
            </p:nvSpPr>
            <p:spPr>
              <a:xfrm>
                <a:off x="3582673" y="4142987"/>
                <a:ext cx="644695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0300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3FA20CF-4EC6-C36C-3F29-3933717990D2}"/>
                  </a:ext>
                </a:extLst>
              </p:cNvPr>
              <p:cNvSpPr txBox="1"/>
              <p:nvPr/>
            </p:nvSpPr>
            <p:spPr>
              <a:xfrm>
                <a:off x="4061133" y="4142488"/>
                <a:ext cx="644695" cy="31322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0400</a:t>
                </a:r>
              </a:p>
            </p:txBody>
          </p:sp>
        </p:grpSp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3EC20978-5EC2-5D29-76A8-1132E2DEF21D}"/>
              </a:ext>
            </a:extLst>
          </p:cNvPr>
          <p:cNvSpPr txBox="1"/>
          <p:nvPr/>
        </p:nvSpPr>
        <p:spPr>
          <a:xfrm>
            <a:off x="247909" y="256747"/>
            <a:ext cx="350096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A.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A40C24-60BA-5B56-B27F-21C76976C27F}"/>
              </a:ext>
            </a:extLst>
          </p:cNvPr>
          <p:cNvSpPr/>
          <p:nvPr/>
        </p:nvSpPr>
        <p:spPr>
          <a:xfrm>
            <a:off x="635219" y="340780"/>
            <a:ext cx="5533692" cy="2413475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BB29CA-202D-A325-40E1-D6A5980DDC99}"/>
              </a:ext>
            </a:extLst>
          </p:cNvPr>
          <p:cNvSpPr txBox="1"/>
          <p:nvPr/>
        </p:nvSpPr>
        <p:spPr>
          <a:xfrm>
            <a:off x="4958257" y="2396548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2300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03EEB3-D65C-BB85-EB95-0A273E4164AD}"/>
              </a:ext>
            </a:extLst>
          </p:cNvPr>
          <p:cNvCxnSpPr/>
          <p:nvPr/>
        </p:nvCxnSpPr>
        <p:spPr>
          <a:xfrm>
            <a:off x="5201296" y="2338691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9E89574-8EA8-6757-4D58-36455DD00C82}"/>
              </a:ext>
            </a:extLst>
          </p:cNvPr>
          <p:cNvSpPr/>
          <p:nvPr/>
        </p:nvSpPr>
        <p:spPr>
          <a:xfrm>
            <a:off x="4345988" y="2338688"/>
            <a:ext cx="450320" cy="2313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CF41A3-8088-1D95-7142-9DD0491D493F}"/>
              </a:ext>
            </a:extLst>
          </p:cNvPr>
          <p:cNvSpPr txBox="1"/>
          <p:nvPr/>
        </p:nvSpPr>
        <p:spPr>
          <a:xfrm>
            <a:off x="5375549" y="2398360"/>
            <a:ext cx="5116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0000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77FC68-0D36-4670-EE45-B30A3FA3371E}"/>
              </a:ext>
            </a:extLst>
          </p:cNvPr>
          <p:cNvCxnSpPr/>
          <p:nvPr/>
        </p:nvCxnSpPr>
        <p:spPr>
          <a:xfrm>
            <a:off x="5618589" y="233087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A0EB09A-B7CF-C7E8-83FC-48CD229B551D}"/>
              </a:ext>
            </a:extLst>
          </p:cNvPr>
          <p:cNvSpPr txBox="1"/>
          <p:nvPr/>
        </p:nvSpPr>
        <p:spPr>
          <a:xfrm>
            <a:off x="2718586" y="1572446"/>
            <a:ext cx="323422" cy="21897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>
              <a:lnSpc>
                <a:spcPts val="960"/>
              </a:lnSpc>
            </a:pPr>
            <a:r>
              <a:rPr lang="en-US" sz="1200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98CF8-F4E0-DE99-142A-EBC0B832D107}"/>
              </a:ext>
            </a:extLst>
          </p:cNvPr>
          <p:cNvSpPr txBox="1"/>
          <p:nvPr/>
        </p:nvSpPr>
        <p:spPr>
          <a:xfrm>
            <a:off x="873713" y="745178"/>
            <a:ext cx="13294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Data for Features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2053011" y="2949136"/>
            <a:ext cx="27905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Windows (in yellow) with Lag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1937673" y="3817237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1357238" y="3821228"/>
            <a:ext cx="576072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7D12D2-A54A-F659-1397-05E0DD7088DF}"/>
              </a:ext>
            </a:extLst>
          </p:cNvPr>
          <p:cNvSpPr/>
          <p:nvPr/>
        </p:nvSpPr>
        <p:spPr>
          <a:xfrm>
            <a:off x="1370089" y="2326966"/>
            <a:ext cx="651707" cy="23135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7D732-4104-34EB-7AD5-CC777C25B8EA}"/>
              </a:ext>
            </a:extLst>
          </p:cNvPr>
          <p:cNvSpPr txBox="1"/>
          <p:nvPr/>
        </p:nvSpPr>
        <p:spPr>
          <a:xfrm>
            <a:off x="578463" y="2394533"/>
            <a:ext cx="9134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Study Start</a:t>
            </a:r>
          </a:p>
        </p:txBody>
      </p:sp>
      <p:pic>
        <p:nvPicPr>
          <p:cNvPr id="48" name="Graphic 47" descr="Stopwatch outline">
            <a:extLst>
              <a:ext uri="{FF2B5EF4-FFF2-40B4-BE49-F238E27FC236}">
                <a16:creationId xmlns:a16="http://schemas.microsoft.com/office/drawing/2014/main" id="{126BBFAE-4AF9-112A-E862-EE8E27ABE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19408" y="774450"/>
            <a:ext cx="193101" cy="193101"/>
          </a:xfrm>
          <a:prstGeom prst="rect">
            <a:avLst/>
          </a:prstGeom>
        </p:spPr>
      </p:pic>
      <p:pic>
        <p:nvPicPr>
          <p:cNvPr id="50" name="Graphic 49" descr="Stopwatch outline">
            <a:extLst>
              <a:ext uri="{FF2B5EF4-FFF2-40B4-BE49-F238E27FC236}">
                <a16:creationId xmlns:a16="http://schemas.microsoft.com/office/drawing/2014/main" id="{A3027CB2-955E-7DBC-AB63-5C80961FA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07784" y="1013067"/>
            <a:ext cx="193101" cy="193101"/>
          </a:xfrm>
          <a:prstGeom prst="rect">
            <a:avLst/>
          </a:prstGeom>
        </p:spPr>
      </p:pic>
      <p:pic>
        <p:nvPicPr>
          <p:cNvPr id="69" name="Graphic 68" descr="Stopwatch outline">
            <a:extLst>
              <a:ext uri="{FF2B5EF4-FFF2-40B4-BE49-F238E27FC236}">
                <a16:creationId xmlns:a16="http://schemas.microsoft.com/office/drawing/2014/main" id="{E92A9A72-B3DF-E200-BFB9-0A418D9C4D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104748" y="1588101"/>
            <a:ext cx="193101" cy="193101"/>
          </a:xfrm>
          <a:prstGeom prst="rect">
            <a:avLst/>
          </a:prstGeom>
        </p:spPr>
      </p:pic>
      <p:pic>
        <p:nvPicPr>
          <p:cNvPr id="73" name="Graphic 72" descr="Stopwatch outline">
            <a:extLst>
              <a:ext uri="{FF2B5EF4-FFF2-40B4-BE49-F238E27FC236}">
                <a16:creationId xmlns:a16="http://schemas.microsoft.com/office/drawing/2014/main" id="{D0ED1016-1AA5-4E65-1D85-101234BCD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10096" y="1804106"/>
            <a:ext cx="193101" cy="193101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793E8E9-FD43-76DF-A038-13A3FB8778F0}"/>
              </a:ext>
            </a:extLst>
          </p:cNvPr>
          <p:cNvCxnSpPr/>
          <p:nvPr/>
        </p:nvCxnSpPr>
        <p:spPr>
          <a:xfrm>
            <a:off x="951340" y="2340400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B827E75-98F5-7689-A993-24EA5C827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60691" y="4701905"/>
            <a:ext cx="193101" cy="193101"/>
          </a:xfrm>
          <a:prstGeom prst="rect">
            <a:avLst/>
          </a:prstGeom>
        </p:spPr>
      </p:pic>
      <p:sp>
        <p:nvSpPr>
          <p:cNvPr id="90" name="Rectangle 89">
            <a:extLst>
              <a:ext uri="{FF2B5EF4-FFF2-40B4-BE49-F238E27FC236}">
                <a16:creationId xmlns:a16="http://schemas.microsoft.com/office/drawing/2014/main" id="{DFA15216-67EC-8DF4-9162-91541205385F}"/>
              </a:ext>
            </a:extLst>
          </p:cNvPr>
          <p:cNvSpPr/>
          <p:nvPr/>
        </p:nvSpPr>
        <p:spPr>
          <a:xfrm>
            <a:off x="945283" y="986041"/>
            <a:ext cx="1377908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BD67093-2DED-FA85-BEC2-4176D37F4485}"/>
              </a:ext>
            </a:extLst>
          </p:cNvPr>
          <p:cNvSpPr/>
          <p:nvPr/>
        </p:nvSpPr>
        <p:spPr>
          <a:xfrm>
            <a:off x="945282" y="1202191"/>
            <a:ext cx="1851416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C4EA458-11B7-D287-6C78-2A3A5F74E208}"/>
              </a:ext>
            </a:extLst>
          </p:cNvPr>
          <p:cNvSpPr/>
          <p:nvPr/>
        </p:nvSpPr>
        <p:spPr>
          <a:xfrm>
            <a:off x="945286" y="1789919"/>
            <a:ext cx="4255625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DAF589D-51EA-1B07-9962-CE471776903C}"/>
              </a:ext>
            </a:extLst>
          </p:cNvPr>
          <p:cNvSpPr/>
          <p:nvPr/>
        </p:nvSpPr>
        <p:spPr>
          <a:xfrm>
            <a:off x="941762" y="2008399"/>
            <a:ext cx="4663440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8F239D7-53D5-631F-0BD2-0A212EECC1C4}"/>
              </a:ext>
            </a:extLst>
          </p:cNvPr>
          <p:cNvGrpSpPr/>
          <p:nvPr/>
        </p:nvGrpSpPr>
        <p:grpSpPr>
          <a:xfrm>
            <a:off x="1357242" y="4631020"/>
            <a:ext cx="4772439" cy="313435"/>
            <a:chOff x="591134" y="4126722"/>
            <a:chExt cx="6502715" cy="354423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D9BDA37-AD9D-C5B4-0001-0CCCA4BD1EB9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FC28681-380A-AAFA-14A8-775D88242706}"/>
                </a:ext>
              </a:extLst>
            </p:cNvPr>
            <p:cNvSpPr txBox="1"/>
            <p:nvPr/>
          </p:nvSpPr>
          <p:spPr>
            <a:xfrm>
              <a:off x="3255717" y="4167922"/>
              <a:ext cx="692823" cy="31322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266380-8B06-BB5E-66B3-538056E69505}"/>
              </a:ext>
            </a:extLst>
          </p:cNvPr>
          <p:cNvCxnSpPr>
            <a:cxnSpLocks/>
          </p:cNvCxnSpPr>
          <p:nvPr/>
        </p:nvCxnSpPr>
        <p:spPr>
          <a:xfrm>
            <a:off x="1354052" y="4592289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4FE9D-8A03-32E0-5F78-9EE305D43F49}"/>
              </a:ext>
            </a:extLst>
          </p:cNvPr>
          <p:cNvSpPr txBox="1"/>
          <p:nvPr/>
        </p:nvSpPr>
        <p:spPr>
          <a:xfrm>
            <a:off x="616168" y="3293050"/>
            <a:ext cx="60785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932356-F4A8-8372-98BD-2336139FDB69}"/>
              </a:ext>
            </a:extLst>
          </p:cNvPr>
          <p:cNvSpPr txBox="1"/>
          <p:nvPr/>
        </p:nvSpPr>
        <p:spPr>
          <a:xfrm>
            <a:off x="609557" y="3500695"/>
            <a:ext cx="556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1-day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DB79BB2-28B1-D181-5495-BAD3ACEBA98C}"/>
              </a:ext>
            </a:extLst>
          </p:cNvPr>
          <p:cNvSpPr txBox="1"/>
          <p:nvPr/>
        </p:nvSpPr>
        <p:spPr>
          <a:xfrm>
            <a:off x="605328" y="3732669"/>
            <a:ext cx="5564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3-day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BC5996D-3309-EBA3-651D-677C7ECACB50}"/>
              </a:ext>
            </a:extLst>
          </p:cNvPr>
          <p:cNvSpPr txBox="1"/>
          <p:nvPr/>
        </p:nvSpPr>
        <p:spPr>
          <a:xfrm>
            <a:off x="598009" y="3969267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1-week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1B2FA0A-A880-F213-0161-B9C71FB78034}"/>
              </a:ext>
            </a:extLst>
          </p:cNvPr>
          <p:cNvSpPr txBox="1"/>
          <p:nvPr/>
        </p:nvSpPr>
        <p:spPr>
          <a:xfrm>
            <a:off x="618154" y="4211170"/>
            <a:ext cx="66729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2-week</a:t>
            </a:r>
          </a:p>
        </p:txBody>
      </p:sp>
      <p:pic>
        <p:nvPicPr>
          <p:cNvPr id="7" name="Graphic 6" descr="Stopwatch outline">
            <a:extLst>
              <a:ext uri="{FF2B5EF4-FFF2-40B4-BE49-F238E27FC236}">
                <a16:creationId xmlns:a16="http://schemas.microsoft.com/office/drawing/2014/main" id="{4761E635-B2D3-7E4E-9E96-D309B1E17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40558" y="406743"/>
            <a:ext cx="193101" cy="193101"/>
          </a:xfrm>
          <a:prstGeom prst="rect">
            <a:avLst/>
          </a:prstGeom>
        </p:spPr>
      </p:pic>
      <p:pic>
        <p:nvPicPr>
          <p:cNvPr id="5" name="Graphic 4" descr="Stopwatch outline">
            <a:extLst>
              <a:ext uri="{FF2B5EF4-FFF2-40B4-BE49-F238E27FC236}">
                <a16:creationId xmlns:a16="http://schemas.microsoft.com/office/drawing/2014/main" id="{D452FBEB-605E-0043-EB9A-D6BF8743C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76132" y="1228611"/>
            <a:ext cx="193101" cy="19310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1FEC6F7-C0A9-3708-B73D-CAD22DE150BD}"/>
              </a:ext>
            </a:extLst>
          </p:cNvPr>
          <p:cNvSpPr/>
          <p:nvPr/>
        </p:nvSpPr>
        <p:spPr>
          <a:xfrm>
            <a:off x="949242" y="1428679"/>
            <a:ext cx="2230812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B53856-DA70-EB26-173C-3FDDEB20F1AF}"/>
              </a:ext>
            </a:extLst>
          </p:cNvPr>
          <p:cNvSpPr txBox="1"/>
          <p:nvPr/>
        </p:nvSpPr>
        <p:spPr>
          <a:xfrm>
            <a:off x="2557662" y="363383"/>
            <a:ext cx="1918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Timepoints (     )</a:t>
            </a:r>
          </a:p>
        </p:txBody>
      </p: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479290" y="2808178"/>
            <a:ext cx="6135939" cy="24134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ABB51B-F632-F92D-F314-109C96AFF32B}"/>
              </a:ext>
            </a:extLst>
          </p:cNvPr>
          <p:cNvCxnSpPr>
            <a:cxnSpLocks/>
          </p:cNvCxnSpPr>
          <p:nvPr/>
        </p:nvCxnSpPr>
        <p:spPr>
          <a:xfrm>
            <a:off x="476482" y="3629375"/>
            <a:ext cx="6138747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B109C9-B0E6-AB0B-8C46-01E2FB26007E}"/>
              </a:ext>
            </a:extLst>
          </p:cNvPr>
          <p:cNvCxnSpPr>
            <a:cxnSpLocks/>
          </p:cNvCxnSpPr>
          <p:nvPr/>
        </p:nvCxnSpPr>
        <p:spPr>
          <a:xfrm flipV="1">
            <a:off x="479287" y="4324011"/>
            <a:ext cx="6135940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DF3948-1BE6-07D7-B19C-173795230FA4}"/>
              </a:ext>
            </a:extLst>
          </p:cNvPr>
          <p:cNvCxnSpPr>
            <a:cxnSpLocks/>
            <a:stCxn id="65" idx="1"/>
          </p:cNvCxnSpPr>
          <p:nvPr/>
        </p:nvCxnSpPr>
        <p:spPr>
          <a:xfrm flipV="1">
            <a:off x="481382" y="4656036"/>
            <a:ext cx="6133847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D10B54-B590-C028-46ED-D23F2879AC57}"/>
              </a:ext>
            </a:extLst>
          </p:cNvPr>
          <p:cNvCxnSpPr>
            <a:cxnSpLocks/>
            <a:stCxn id="71" idx="1"/>
          </p:cNvCxnSpPr>
          <p:nvPr/>
        </p:nvCxnSpPr>
        <p:spPr>
          <a:xfrm flipV="1">
            <a:off x="486638" y="5000895"/>
            <a:ext cx="6128591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4C4D8-82CD-89E0-5339-5B2F4ECAA0F9}"/>
              </a:ext>
            </a:extLst>
          </p:cNvPr>
          <p:cNvCxnSpPr>
            <a:cxnSpLocks/>
            <a:stCxn id="46" idx="1"/>
          </p:cNvCxnSpPr>
          <p:nvPr/>
        </p:nvCxnSpPr>
        <p:spPr>
          <a:xfrm flipV="1">
            <a:off x="474786" y="3979735"/>
            <a:ext cx="6140443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428CAC1-F98B-A72A-9B76-785AC5BD18B5}"/>
              </a:ext>
            </a:extLst>
          </p:cNvPr>
          <p:cNvSpPr txBox="1"/>
          <p:nvPr/>
        </p:nvSpPr>
        <p:spPr>
          <a:xfrm>
            <a:off x="2231560" y="3310705"/>
            <a:ext cx="1434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72E2C6-5C62-7DE1-E76B-F855B6792AED}"/>
              </a:ext>
            </a:extLst>
          </p:cNvPr>
          <p:cNvSpPr txBox="1"/>
          <p:nvPr/>
        </p:nvSpPr>
        <p:spPr>
          <a:xfrm>
            <a:off x="2164312" y="3673257"/>
            <a:ext cx="4205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Lag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81373" y="2808175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2264571" y="3547797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67AB6E-CCA4-B757-E27A-F0F9C71EDD9E}"/>
              </a:ext>
            </a:extLst>
          </p:cNvPr>
          <p:cNvSpPr/>
          <p:nvPr/>
        </p:nvSpPr>
        <p:spPr>
          <a:xfrm>
            <a:off x="476479" y="3552749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2274799" y="3906660"/>
            <a:ext cx="192024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0248CB-5962-C6D1-F962-27170772D781}"/>
              </a:ext>
            </a:extLst>
          </p:cNvPr>
          <p:cNvSpPr/>
          <p:nvPr/>
        </p:nvSpPr>
        <p:spPr>
          <a:xfrm>
            <a:off x="474783" y="3907991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2469819" y="3911541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3652235" y="4580088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2278268" y="4581824"/>
            <a:ext cx="13716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C936572-C744-F1C9-FF43-5B4BF36AA1CA}"/>
              </a:ext>
            </a:extLst>
          </p:cNvPr>
          <p:cNvSpPr/>
          <p:nvPr/>
        </p:nvSpPr>
        <p:spPr>
          <a:xfrm>
            <a:off x="481379" y="4584291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2273463" y="4926727"/>
            <a:ext cx="27432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5016631" y="4925219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A4424A-194C-0ADD-FD6A-CF5ED7BEDDEC}"/>
              </a:ext>
            </a:extLst>
          </p:cNvPr>
          <p:cNvSpPr/>
          <p:nvPr/>
        </p:nvSpPr>
        <p:spPr>
          <a:xfrm>
            <a:off x="486635" y="4929149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3877F8-6FAC-D795-D74F-73B115A361EA}"/>
              </a:ext>
            </a:extLst>
          </p:cNvPr>
          <p:cNvSpPr txBox="1"/>
          <p:nvPr/>
        </p:nvSpPr>
        <p:spPr>
          <a:xfrm>
            <a:off x="434769" y="3302565"/>
            <a:ext cx="1753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Feature Scoring Epochs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CF45FD-252A-FC8E-CFD7-0B302E175A03}"/>
              </a:ext>
            </a:extLst>
          </p:cNvPr>
          <p:cNvGrpSpPr/>
          <p:nvPr/>
        </p:nvGrpSpPr>
        <p:grpSpPr>
          <a:xfrm>
            <a:off x="76881" y="7888"/>
            <a:ext cx="6538344" cy="2711095"/>
            <a:chOff x="2743881" y="465084"/>
            <a:chExt cx="6538344" cy="271109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4323" y="1179151"/>
              <a:ext cx="196596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448355"/>
              <a:ext cx="2313432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719480"/>
              <a:ext cx="278892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5118639" y="2797133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3152204" y="2836300"/>
              <a:ext cx="6087435" cy="242139"/>
              <a:chOff x="-556996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6996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7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2175880"/>
              <a:ext cx="518643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3153552" y="2498721"/>
              <a:ext cx="559612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743881" y="467571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3144323" y="465084"/>
              <a:ext cx="6137902" cy="27110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8109280" y="285374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8314611" y="2795886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7459302" y="2795886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8526572" y="2855555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731904" y="2788071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5831901" y="1844300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3093977" y="844657"/>
              <a:ext cx="17534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Epochs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3144321" y="1108510"/>
              <a:ext cx="1966435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3141783" y="1370396"/>
              <a:ext cx="231579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3144321" y="1645161"/>
              <a:ext cx="278676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3144321" y="2100394"/>
              <a:ext cx="5188051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3144322" y="2412656"/>
              <a:ext cx="5594236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5C696A3-5802-DF6F-579B-E705E464543B}"/>
                </a:ext>
              </a:extLst>
            </p:cNvPr>
            <p:cNvSpPr txBox="1"/>
            <p:nvPr/>
          </p:nvSpPr>
          <p:spPr>
            <a:xfrm>
              <a:off x="5410292" y="500656"/>
              <a:ext cx="1723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Prediction Timepoints</a:t>
              </a:r>
            </a:p>
          </p:txBody>
        </p:sp>
        <p:pic>
          <p:nvPicPr>
            <p:cNvPr id="94" name="Graphic 93" descr="Clock with solid fill">
              <a:extLst>
                <a:ext uri="{FF2B5EF4-FFF2-40B4-BE49-F238E27FC236}">
                  <a16:creationId xmlns:a16="http://schemas.microsoft.com/office/drawing/2014/main" id="{11331E61-691B-22D9-956A-4D3A0D46D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74666" y="852143"/>
              <a:ext cx="251412" cy="251412"/>
            </a:xfrm>
            <a:prstGeom prst="rect">
              <a:avLst/>
            </a:prstGeom>
          </p:spPr>
        </p:pic>
        <p:pic>
          <p:nvPicPr>
            <p:cNvPr id="97" name="Graphic 96" descr="Clock with solid fill">
              <a:extLst>
                <a:ext uri="{FF2B5EF4-FFF2-40B4-BE49-F238E27FC236}">
                  <a16:creationId xmlns:a16="http://schemas.microsoft.com/office/drawing/2014/main" id="{AEEC1A20-B4C7-9207-37DF-8C1A402616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14442" y="1116195"/>
              <a:ext cx="251412" cy="251412"/>
            </a:xfrm>
            <a:prstGeom prst="rect">
              <a:avLst/>
            </a:prstGeom>
          </p:spPr>
        </p:pic>
        <p:pic>
          <p:nvPicPr>
            <p:cNvPr id="98" name="Graphic 97" descr="Clock with solid fill">
              <a:extLst>
                <a:ext uri="{FF2B5EF4-FFF2-40B4-BE49-F238E27FC236}">
                  <a16:creationId xmlns:a16="http://schemas.microsoft.com/office/drawing/2014/main" id="{664B11FE-B0E2-FFD7-948B-E19FBB206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82433" y="1384372"/>
              <a:ext cx="251412" cy="251412"/>
            </a:xfrm>
            <a:prstGeom prst="rect">
              <a:avLst/>
            </a:prstGeom>
          </p:spPr>
        </p:pic>
        <p:pic>
          <p:nvPicPr>
            <p:cNvPr id="99" name="Graphic 98" descr="Clock with solid fill">
              <a:extLst>
                <a:ext uri="{FF2B5EF4-FFF2-40B4-BE49-F238E27FC236}">
                  <a16:creationId xmlns:a16="http://schemas.microsoft.com/office/drawing/2014/main" id="{3E155475-0194-FABE-1AB8-71998B167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88905" y="1840262"/>
              <a:ext cx="251412" cy="251412"/>
            </a:xfrm>
            <a:prstGeom prst="rect">
              <a:avLst/>
            </a:prstGeom>
          </p:spPr>
        </p:pic>
        <p:pic>
          <p:nvPicPr>
            <p:cNvPr id="100" name="Graphic 99" descr="Clock with solid fill">
              <a:extLst>
                <a:ext uri="{FF2B5EF4-FFF2-40B4-BE49-F238E27FC236}">
                  <a16:creationId xmlns:a16="http://schemas.microsoft.com/office/drawing/2014/main" id="{6B681C4B-B264-2531-FB65-6A4BC80E5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606198" y="2161381"/>
              <a:ext cx="251412" cy="251412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2530545" y="2829626"/>
            <a:ext cx="2114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Lagged Prediction Windows</a:t>
            </a:r>
          </a:p>
        </p:txBody>
      </p:sp>
      <p:pic>
        <p:nvPicPr>
          <p:cNvPr id="103" name="Graphic 102" descr="Clock with solid fill">
            <a:extLst>
              <a:ext uri="{FF2B5EF4-FFF2-40B4-BE49-F238E27FC236}">
                <a16:creationId xmlns:a16="http://schemas.microsoft.com/office/drawing/2014/main" id="{416ADAC8-3369-EF9C-A89D-C3D4AF9188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37387" y="3149146"/>
            <a:ext cx="251412" cy="25141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2852397" y="4238365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2271963" y="4242356"/>
            <a:ext cx="576072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B752A5-4306-B4FE-474B-9431215F0D3D}"/>
              </a:ext>
            </a:extLst>
          </p:cNvPr>
          <p:cNvSpPr/>
          <p:nvPr/>
        </p:nvSpPr>
        <p:spPr>
          <a:xfrm>
            <a:off x="479288" y="4252267"/>
            <a:ext cx="1786827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</p:spTree>
    <p:extLst>
      <p:ext uri="{BB962C8B-B14F-4D97-AF65-F5344CB8AC3E}">
        <p14:creationId xmlns:p14="http://schemas.microsoft.com/office/powerpoint/2010/main" val="4219033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-1525129" y="675235"/>
            <a:ext cx="9657403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0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9" y="1574286"/>
                <a:ext cx="13962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7" cy="29892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2" cy="305572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18" y="1579888"/>
                <a:ext cx="889190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1" y="1574286"/>
                <a:ext cx="13962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7" y="2028256"/>
                <a:ext cx="4197813" cy="305572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7" y="1579888"/>
                <a:ext cx="83135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1" y="2033858"/>
                <a:ext cx="655071" cy="30120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3" y="2033858"/>
                <a:ext cx="519385" cy="30840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373</TotalTime>
  <Words>223</Words>
  <Application>Microsoft Office PowerPoint</Application>
  <PresentationFormat>Custom</PresentationFormat>
  <Paragraphs>54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58</cp:revision>
  <dcterms:created xsi:type="dcterms:W3CDTF">2024-07-30T14:26:47Z</dcterms:created>
  <dcterms:modified xsi:type="dcterms:W3CDTF">2026-08-27T03:22:04Z</dcterms:modified>
</cp:coreProperties>
</file>