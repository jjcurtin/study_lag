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sldIdLst>
    <p:sldId id="258" r:id="rId2"/>
    <p:sldId id="260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CBEB"/>
    <a:srgbClr val="FFFC04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80" autoAdjust="0"/>
    <p:restoredTop sz="94660"/>
  </p:normalViewPr>
  <p:slideViewPr>
    <p:cSldViewPr snapToGrid="0">
      <p:cViewPr varScale="1">
        <p:scale>
          <a:sx n="88" d="100"/>
          <a:sy n="88" d="100"/>
        </p:scale>
        <p:origin x="8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1pPr>
    <a:lvl2pPr marL="31057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2pPr>
    <a:lvl3pPr marL="62115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3pPr>
    <a:lvl4pPr marL="93172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4pPr>
    <a:lvl5pPr marL="1242304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5pPr>
    <a:lvl6pPr marL="155288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6pPr>
    <a:lvl7pPr marL="186345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7pPr>
    <a:lvl8pPr marL="217403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8pPr>
    <a:lvl9pPr marL="248460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69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95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58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91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30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73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11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107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219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9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19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1141871" y="1132431"/>
            <a:ext cx="9657402" cy="4226971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401408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28256"/>
                <a:ext cx="4131188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5" y="2028256"/>
                <a:ext cx="4197811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92850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28256"/>
                <a:ext cx="4131185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8" y="2028256"/>
                <a:ext cx="4197812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15906" y="1579888"/>
                <a:ext cx="8313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Lag</a:t>
                </a:r>
              </a:p>
              <a:p>
                <a:pPr algn="ctr"/>
                <a:r>
                  <a:rPr lang="en-US" sz="88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3" y="2033858"/>
                <a:ext cx="655069" cy="3012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82" y="2033858"/>
                <a:ext cx="519385" cy="3084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F71D38EC-9CAA-D7B9-D648-3BC3CA47CE3E}"/>
              </a:ext>
            </a:extLst>
          </p:cNvPr>
          <p:cNvGrpSpPr/>
          <p:nvPr/>
        </p:nvGrpSpPr>
        <p:grpSpPr>
          <a:xfrm>
            <a:off x="2798192" y="408694"/>
            <a:ext cx="6484033" cy="3008500"/>
            <a:chOff x="2071361" y="1269587"/>
            <a:chExt cx="6484033" cy="30085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17709AE-8FDF-C392-EB40-16700F8425E9}"/>
                </a:ext>
              </a:extLst>
            </p:cNvPr>
            <p:cNvCxnSpPr>
              <a:cxnSpLocks/>
            </p:cNvCxnSpPr>
            <p:nvPr/>
          </p:nvCxnSpPr>
          <p:spPr>
            <a:xfrm>
              <a:off x="2417492" y="2044051"/>
              <a:ext cx="1580748" cy="975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DA9A56-D938-AB49-5490-7B371A23BB21}"/>
                </a:ext>
              </a:extLst>
            </p:cNvPr>
            <p:cNvCxnSpPr>
              <a:cxnSpLocks/>
            </p:cNvCxnSpPr>
            <p:nvPr/>
          </p:nvCxnSpPr>
          <p:spPr>
            <a:xfrm>
              <a:off x="2417492" y="2309248"/>
              <a:ext cx="1950911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0D950F-32F3-46C8-F896-DD64FD194C91}"/>
                </a:ext>
              </a:extLst>
            </p:cNvPr>
            <p:cNvCxnSpPr>
              <a:cxnSpLocks/>
            </p:cNvCxnSpPr>
            <p:nvPr/>
          </p:nvCxnSpPr>
          <p:spPr>
            <a:xfrm>
              <a:off x="2417492" y="2588256"/>
              <a:ext cx="2429061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39" name="Graphic 38" descr="Stopwatch outline">
              <a:extLst>
                <a:ext uri="{FF2B5EF4-FFF2-40B4-BE49-F238E27FC236}">
                  <a16:creationId xmlns:a16="http://schemas.microsoft.com/office/drawing/2014/main" id="{63A68F6B-18BF-A2F5-9513-620F3671C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57339" y="1571589"/>
              <a:ext cx="265503" cy="293402"/>
            </a:xfrm>
            <a:prstGeom prst="rect">
              <a:avLst/>
            </a:prstGeom>
          </p:spPr>
        </p:pic>
        <p:pic>
          <p:nvPicPr>
            <p:cNvPr id="40" name="Graphic 39" descr="Stopwatch outline">
              <a:extLst>
                <a:ext uri="{FF2B5EF4-FFF2-40B4-BE49-F238E27FC236}">
                  <a16:creationId xmlns:a16="http://schemas.microsoft.com/office/drawing/2014/main" id="{63A68F6B-18BF-A2F5-9513-620F3671C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31424" y="1871349"/>
              <a:ext cx="265503" cy="293402"/>
            </a:xfrm>
            <a:prstGeom prst="rect">
              <a:avLst/>
            </a:prstGeom>
          </p:spPr>
        </p:pic>
        <p:pic>
          <p:nvPicPr>
            <p:cNvPr id="42" name="Graphic 41" descr="Stopwatch outline">
              <a:extLst>
                <a:ext uri="{FF2B5EF4-FFF2-40B4-BE49-F238E27FC236}">
                  <a16:creationId xmlns:a16="http://schemas.microsoft.com/office/drawing/2014/main" id="{0D794C36-A698-7E35-9ABA-C2B031C22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13801" y="2161568"/>
              <a:ext cx="265503" cy="293402"/>
            </a:xfrm>
            <a:prstGeom prst="rect">
              <a:avLst/>
            </a:prstGeom>
          </p:spPr>
        </p:pic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4037080" y="3839331"/>
              <a:ext cx="1955739" cy="86828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2417492" y="3878499"/>
              <a:ext cx="6087435" cy="242139"/>
              <a:chOff x="-149778" y="4126722"/>
              <a:chExt cx="7669924" cy="273806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49778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ADF2D70-04BF-D97A-4EF3-20B84F2CA12E}"/>
                </a:ext>
              </a:extLst>
            </p:cNvPr>
            <p:cNvCxnSpPr>
              <a:cxnSpLocks/>
            </p:cNvCxnSpPr>
            <p:nvPr/>
          </p:nvCxnSpPr>
          <p:spPr>
            <a:xfrm>
              <a:off x="2417492" y="3218078"/>
              <a:ext cx="4817288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77" name="Graphic 76" descr="Stopwatch outline">
              <a:extLst>
                <a:ext uri="{FF2B5EF4-FFF2-40B4-BE49-F238E27FC236}">
                  <a16:creationId xmlns:a16="http://schemas.microsoft.com/office/drawing/2014/main" id="{888CCE79-5A6F-5BD9-56EE-8C38525A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094788" y="2793134"/>
              <a:ext cx="265503" cy="293402"/>
            </a:xfrm>
            <a:prstGeom prst="rect">
              <a:avLst/>
            </a:prstGeom>
          </p:spPr>
        </p:pic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32AC9-956B-165A-6EF3-675C0404318C}"/>
                </a:ext>
              </a:extLst>
            </p:cNvPr>
            <p:cNvCxnSpPr>
              <a:cxnSpLocks/>
            </p:cNvCxnSpPr>
            <p:nvPr/>
          </p:nvCxnSpPr>
          <p:spPr>
            <a:xfrm>
              <a:off x="2417492" y="3540919"/>
              <a:ext cx="5231897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82" name="Graphic 81" descr="Stopwatch outline">
              <a:extLst>
                <a:ext uri="{FF2B5EF4-FFF2-40B4-BE49-F238E27FC236}">
                  <a16:creationId xmlns:a16="http://schemas.microsoft.com/office/drawing/2014/main" id="{379A7FEA-7D57-B764-BF02-962B4F4731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508481" y="3103737"/>
              <a:ext cx="265503" cy="293402"/>
            </a:xfrm>
            <a:prstGeom prst="rect">
              <a:avLst/>
            </a:prstGeom>
          </p:spPr>
        </p:pic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C20978-5EC2-5D29-76A8-1132E2DEF21D}"/>
                </a:ext>
              </a:extLst>
            </p:cNvPr>
            <p:cNvSpPr txBox="1"/>
            <p:nvPr/>
          </p:nvSpPr>
          <p:spPr>
            <a:xfrm>
              <a:off x="2071361" y="1269587"/>
              <a:ext cx="350096" cy="3139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9A40C24-60BA-5B56-B27F-21C76976C27F}"/>
                </a:ext>
              </a:extLst>
            </p:cNvPr>
            <p:cNvSpPr/>
            <p:nvPr/>
          </p:nvSpPr>
          <p:spPr>
            <a:xfrm>
              <a:off x="2417492" y="1481115"/>
              <a:ext cx="6137902" cy="27969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BB29CA-202D-A325-40E1-D6A5980DDC99}"/>
                </a:ext>
              </a:extLst>
            </p:cNvPr>
            <p:cNvSpPr txBox="1"/>
            <p:nvPr/>
          </p:nvSpPr>
          <p:spPr>
            <a:xfrm>
              <a:off x="7027721" y="3895941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03EEB3-D65C-BB85-EB95-0A273E4164AD}"/>
                </a:ext>
              </a:extLst>
            </p:cNvPr>
            <p:cNvCxnSpPr/>
            <p:nvPr/>
          </p:nvCxnSpPr>
          <p:spPr>
            <a:xfrm>
              <a:off x="7233052" y="3838084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9E89574-8EA8-6757-4D58-36455DD00C82}"/>
                </a:ext>
              </a:extLst>
            </p:cNvPr>
            <p:cNvSpPr/>
            <p:nvPr/>
          </p:nvSpPr>
          <p:spPr>
            <a:xfrm>
              <a:off x="6377743" y="3838084"/>
              <a:ext cx="450320" cy="23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CF41A3-8088-1D95-7142-9DD0491D493F}"/>
                </a:ext>
              </a:extLst>
            </p:cNvPr>
            <p:cNvSpPr txBox="1"/>
            <p:nvPr/>
          </p:nvSpPr>
          <p:spPr>
            <a:xfrm>
              <a:off x="7445013" y="3897753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E77FC68-0D36-4670-EE45-B30A3FA3371E}"/>
                </a:ext>
              </a:extLst>
            </p:cNvPr>
            <p:cNvCxnSpPr/>
            <p:nvPr/>
          </p:nvCxnSpPr>
          <p:spPr>
            <a:xfrm>
              <a:off x="7650345" y="3830269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A0EB09A-B7CF-C7E8-83FC-48CD229B551D}"/>
                </a:ext>
              </a:extLst>
            </p:cNvPr>
            <p:cNvSpPr txBox="1"/>
            <p:nvPr/>
          </p:nvSpPr>
          <p:spPr>
            <a:xfrm>
              <a:off x="4742460" y="2799784"/>
              <a:ext cx="323422" cy="223779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1200" b="1" dirty="0"/>
                <a:t>…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46DE956-A3D5-10A7-FECC-87D3BDB86C3C}"/>
                </a:ext>
              </a:extLst>
            </p:cNvPr>
            <p:cNvSpPr/>
            <p:nvPr/>
          </p:nvSpPr>
          <p:spPr>
            <a:xfrm>
              <a:off x="2417492" y="1969404"/>
              <a:ext cx="1580748" cy="150502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798CF8-F4E0-DE99-142A-EBC0B832D107}"/>
                </a:ext>
              </a:extLst>
            </p:cNvPr>
            <p:cNvSpPr txBox="1"/>
            <p:nvPr/>
          </p:nvSpPr>
          <p:spPr>
            <a:xfrm>
              <a:off x="2356243" y="1729840"/>
              <a:ext cx="16780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Feature Scoring Epoch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D67093-2DED-FA85-BEC2-4176D37F4485}"/>
                </a:ext>
              </a:extLst>
            </p:cNvPr>
            <p:cNvSpPr/>
            <p:nvPr/>
          </p:nvSpPr>
          <p:spPr>
            <a:xfrm>
              <a:off x="2409341" y="2513938"/>
              <a:ext cx="2461229" cy="1675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FA15216-67EC-8DF4-9162-91541205385F}"/>
                </a:ext>
              </a:extLst>
            </p:cNvPr>
            <p:cNvSpPr/>
            <p:nvPr/>
          </p:nvSpPr>
          <p:spPr>
            <a:xfrm>
              <a:off x="2409341" y="2231289"/>
              <a:ext cx="1950911" cy="159990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AF589D-51EA-1B07-9962-CE471776903C}"/>
                </a:ext>
              </a:extLst>
            </p:cNvPr>
            <p:cNvSpPr/>
            <p:nvPr/>
          </p:nvSpPr>
          <p:spPr>
            <a:xfrm>
              <a:off x="2409340" y="3439089"/>
              <a:ext cx="5231893" cy="176567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4EA458-11B7-D287-6C78-2A3A5F74E208}"/>
                </a:ext>
              </a:extLst>
            </p:cNvPr>
            <p:cNvSpPr/>
            <p:nvPr/>
          </p:nvSpPr>
          <p:spPr>
            <a:xfrm>
              <a:off x="2419565" y="3142593"/>
              <a:ext cx="4823366" cy="182916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265CCDE-4E71-9E1B-0D02-89B2A9B54177}"/>
              </a:ext>
            </a:extLst>
          </p:cNvPr>
          <p:cNvGrpSpPr/>
          <p:nvPr/>
        </p:nvGrpSpPr>
        <p:grpSpPr>
          <a:xfrm>
            <a:off x="2759552" y="3438575"/>
            <a:ext cx="6522674" cy="3084334"/>
            <a:chOff x="2926130" y="1574751"/>
            <a:chExt cx="6522674" cy="308433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4668C4D-20FC-9848-CF2D-308C9926F8CC}"/>
                </a:ext>
              </a:extLst>
            </p:cNvPr>
            <p:cNvSpPr/>
            <p:nvPr/>
          </p:nvSpPr>
          <p:spPr>
            <a:xfrm>
              <a:off x="3312864" y="1732632"/>
              <a:ext cx="6135939" cy="292645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8ABB51B-F632-F92D-F314-109C96AFF32B}"/>
                </a:ext>
              </a:extLst>
            </p:cNvPr>
            <p:cNvCxnSpPr>
              <a:cxnSpLocks/>
            </p:cNvCxnSpPr>
            <p:nvPr/>
          </p:nvCxnSpPr>
          <p:spPr>
            <a:xfrm>
              <a:off x="3310057" y="2270046"/>
              <a:ext cx="6138746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0" name="Graphic 19" descr="Stopwatch outline">
              <a:extLst>
                <a:ext uri="{FF2B5EF4-FFF2-40B4-BE49-F238E27FC236}">
                  <a16:creationId xmlns:a16="http://schemas.microsoft.com/office/drawing/2014/main" id="{02306E11-9661-C862-E055-8C146610C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74898" y="1764507"/>
              <a:ext cx="265418" cy="265418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5B109C9-B0E6-AB0B-8C46-01E2FB26007E}"/>
                </a:ext>
              </a:extLst>
            </p:cNvPr>
            <p:cNvCxnSpPr>
              <a:cxnSpLocks/>
              <a:stCxn id="50" idx="1"/>
            </p:cNvCxnSpPr>
            <p:nvPr/>
          </p:nvCxnSpPr>
          <p:spPr>
            <a:xfrm>
              <a:off x="3312864" y="3366709"/>
              <a:ext cx="6135940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FDF3948-1BE6-07D7-B19C-173795230FA4}"/>
                </a:ext>
              </a:extLst>
            </p:cNvPr>
            <p:cNvCxnSpPr>
              <a:cxnSpLocks/>
              <a:stCxn id="65" idx="1"/>
            </p:cNvCxnSpPr>
            <p:nvPr/>
          </p:nvCxnSpPr>
          <p:spPr>
            <a:xfrm>
              <a:off x="3314957" y="3880042"/>
              <a:ext cx="613384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BD10B54-B590-C028-46ED-D23F2879AC57}"/>
                </a:ext>
              </a:extLst>
            </p:cNvPr>
            <p:cNvCxnSpPr>
              <a:cxnSpLocks/>
              <a:stCxn id="71" idx="1"/>
            </p:cNvCxnSpPr>
            <p:nvPr/>
          </p:nvCxnSpPr>
          <p:spPr>
            <a:xfrm>
              <a:off x="3320213" y="4366792"/>
              <a:ext cx="6128590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04C4D8-82CD-89E0-5339-5B2F4ECAA0F9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>
              <a:off x="3308360" y="2864775"/>
              <a:ext cx="614044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1" name="Graphic 30" descr="Stopwatch outline">
              <a:extLst>
                <a:ext uri="{FF2B5EF4-FFF2-40B4-BE49-F238E27FC236}">
                  <a16:creationId xmlns:a16="http://schemas.microsoft.com/office/drawing/2014/main" id="{18EF4440-2AC5-16C2-89A0-2880E20C0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64684" y="2384125"/>
              <a:ext cx="265418" cy="265418"/>
            </a:xfrm>
            <a:prstGeom prst="rect">
              <a:avLst/>
            </a:prstGeom>
          </p:spPr>
        </p:pic>
        <p:pic>
          <p:nvPicPr>
            <p:cNvPr id="32" name="Graphic 31" descr="Stopwatch outline">
              <a:extLst>
                <a:ext uri="{FF2B5EF4-FFF2-40B4-BE49-F238E27FC236}">
                  <a16:creationId xmlns:a16="http://schemas.microsoft.com/office/drawing/2014/main" id="{D3A6E67F-FE2A-059B-BC26-9F0F694A7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70996" y="2968950"/>
              <a:ext cx="265418" cy="265418"/>
            </a:xfrm>
            <a:prstGeom prst="rect">
              <a:avLst/>
            </a:prstGeom>
          </p:spPr>
        </p:pic>
        <p:pic>
          <p:nvPicPr>
            <p:cNvPr id="33" name="Graphic 32" descr="Stopwatch outline">
              <a:extLst>
                <a:ext uri="{FF2B5EF4-FFF2-40B4-BE49-F238E27FC236}">
                  <a16:creationId xmlns:a16="http://schemas.microsoft.com/office/drawing/2014/main" id="{1BD9A64C-AA52-DC72-2D65-6674D82411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77300" y="3474871"/>
              <a:ext cx="265418" cy="265418"/>
            </a:xfrm>
            <a:prstGeom prst="rect">
              <a:avLst/>
            </a:prstGeom>
          </p:spPr>
        </p:pic>
        <p:pic>
          <p:nvPicPr>
            <p:cNvPr id="34" name="Graphic 33" descr="Stopwatch outline">
              <a:extLst>
                <a:ext uri="{FF2B5EF4-FFF2-40B4-BE49-F238E27FC236}">
                  <a16:creationId xmlns:a16="http://schemas.microsoft.com/office/drawing/2014/main" id="{2BD73EEC-F19F-34E2-C8C2-AB58271FEB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83604" y="3974786"/>
              <a:ext cx="265418" cy="26541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428CAC1-F98B-A72A-9B76-785AC5BD18B5}"/>
                </a:ext>
              </a:extLst>
            </p:cNvPr>
            <p:cNvSpPr txBox="1"/>
            <p:nvPr/>
          </p:nvSpPr>
          <p:spPr>
            <a:xfrm>
              <a:off x="5017271" y="1958736"/>
              <a:ext cx="14347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Prediction Window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72E2C6-5C62-7DE1-E76B-F855B6792AED}"/>
                </a:ext>
              </a:extLst>
            </p:cNvPr>
            <p:cNvSpPr txBox="1"/>
            <p:nvPr/>
          </p:nvSpPr>
          <p:spPr>
            <a:xfrm>
              <a:off x="5045188" y="2558293"/>
              <a:ext cx="4205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Lag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3816BA3-6AAB-69FD-08E9-2F842FE373BF}"/>
                </a:ext>
              </a:extLst>
            </p:cNvPr>
            <p:cNvSpPr txBox="1"/>
            <p:nvPr/>
          </p:nvSpPr>
          <p:spPr>
            <a:xfrm>
              <a:off x="2926130" y="1574751"/>
              <a:ext cx="345607" cy="3139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B.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86BB7EF-C389-255F-0991-0564BE17E629}"/>
                </a:ext>
              </a:extLst>
            </p:cNvPr>
            <p:cNvSpPr/>
            <p:nvPr/>
          </p:nvSpPr>
          <p:spPr>
            <a:xfrm>
              <a:off x="5113915" y="2204236"/>
              <a:ext cx="1214993" cy="14848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E67AB6E-CCA4-B757-E27A-F0F9C71EDD9E}"/>
                </a:ext>
              </a:extLst>
            </p:cNvPr>
            <p:cNvSpPr/>
            <p:nvPr/>
          </p:nvSpPr>
          <p:spPr>
            <a:xfrm>
              <a:off x="3310057" y="2209187"/>
              <a:ext cx="1793424" cy="143490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A48E733-5C1B-C335-D592-D942ED81CA8C}"/>
                </a:ext>
              </a:extLst>
            </p:cNvPr>
            <p:cNvSpPr/>
            <p:nvPr/>
          </p:nvSpPr>
          <p:spPr>
            <a:xfrm>
              <a:off x="5116260" y="2791701"/>
              <a:ext cx="307238" cy="146387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B0248CB-5962-C6D1-F962-27170772D781}"/>
                </a:ext>
              </a:extLst>
            </p:cNvPr>
            <p:cNvSpPr/>
            <p:nvPr/>
          </p:nvSpPr>
          <p:spPr>
            <a:xfrm>
              <a:off x="3308360" y="2793030"/>
              <a:ext cx="1793424" cy="143490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2FE8C234-E610-2194-3B4C-0BE9A685C1C0}"/>
                </a:ext>
              </a:extLst>
            </p:cNvPr>
            <p:cNvSpPr/>
            <p:nvPr/>
          </p:nvSpPr>
          <p:spPr>
            <a:xfrm>
              <a:off x="5429525" y="2780816"/>
              <a:ext cx="1214993" cy="14848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1560D82-C44E-5FAF-C203-6C0197445542}"/>
                </a:ext>
              </a:extLst>
            </p:cNvPr>
            <p:cNvSpPr/>
            <p:nvPr/>
          </p:nvSpPr>
          <p:spPr>
            <a:xfrm>
              <a:off x="5749040" y="3281063"/>
              <a:ext cx="1214993" cy="14848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C5EFB85-1E80-6649-D3DC-41113112C33C}"/>
                </a:ext>
              </a:extLst>
            </p:cNvPr>
            <p:cNvSpPr/>
            <p:nvPr/>
          </p:nvSpPr>
          <p:spPr>
            <a:xfrm>
              <a:off x="5105540" y="3285054"/>
              <a:ext cx="629107" cy="146387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AB752A5-4306-B4FE-474B-9431215F0D3D}"/>
                </a:ext>
              </a:extLst>
            </p:cNvPr>
            <p:cNvSpPr/>
            <p:nvPr/>
          </p:nvSpPr>
          <p:spPr>
            <a:xfrm>
              <a:off x="3312864" y="3294964"/>
              <a:ext cx="1786826" cy="143490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4B551BC-8256-D175-1F36-E65F4BD5A632}"/>
                </a:ext>
              </a:extLst>
            </p:cNvPr>
            <p:cNvSpPr/>
            <p:nvPr/>
          </p:nvSpPr>
          <p:spPr>
            <a:xfrm>
              <a:off x="6438515" y="3804095"/>
              <a:ext cx="1214993" cy="14848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BCD1504-5979-522B-F7B3-D49DFA854633}"/>
                </a:ext>
              </a:extLst>
            </p:cNvPr>
            <p:cNvSpPr/>
            <p:nvPr/>
          </p:nvSpPr>
          <p:spPr>
            <a:xfrm>
              <a:off x="5111847" y="3797948"/>
              <a:ext cx="1309421" cy="146387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936572-C744-F1C9-FF43-5B4BF36AA1CA}"/>
                </a:ext>
              </a:extLst>
            </p:cNvPr>
            <p:cNvSpPr/>
            <p:nvPr/>
          </p:nvSpPr>
          <p:spPr>
            <a:xfrm>
              <a:off x="3314957" y="3808297"/>
              <a:ext cx="1786827" cy="143490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8D5D0512-E503-020D-A9CD-542320EF4F5A}"/>
                </a:ext>
              </a:extLst>
            </p:cNvPr>
            <p:cNvSpPr/>
            <p:nvPr/>
          </p:nvSpPr>
          <p:spPr>
            <a:xfrm>
              <a:off x="5107041" y="4292625"/>
              <a:ext cx="2318847" cy="146387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F92E764-B344-9AF6-BF49-52C43B33A2A1}"/>
                </a:ext>
              </a:extLst>
            </p:cNvPr>
            <p:cNvSpPr/>
            <p:nvPr/>
          </p:nvSpPr>
          <p:spPr>
            <a:xfrm>
              <a:off x="7432421" y="4291118"/>
              <a:ext cx="1214993" cy="14848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9A4424A-194C-0ADD-FD6A-CF5ED7BEDDEC}"/>
                </a:ext>
              </a:extLst>
            </p:cNvPr>
            <p:cNvSpPr/>
            <p:nvPr/>
          </p:nvSpPr>
          <p:spPr>
            <a:xfrm>
              <a:off x="3320213" y="4295047"/>
              <a:ext cx="1786827" cy="143490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A3877F8-6FAC-D795-D74F-73B115A361EA}"/>
                </a:ext>
              </a:extLst>
            </p:cNvPr>
            <p:cNvSpPr txBox="1"/>
            <p:nvPr/>
          </p:nvSpPr>
          <p:spPr>
            <a:xfrm>
              <a:off x="3335896" y="1958737"/>
              <a:ext cx="16780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Feature Scoring Epoch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5808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284</TotalTime>
  <Words>115</Words>
  <Application>Microsoft Office PowerPoint</Application>
  <PresentationFormat>Widescreen</PresentationFormat>
  <Paragraphs>28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44</cp:revision>
  <dcterms:created xsi:type="dcterms:W3CDTF">2024-07-30T14:26:47Z</dcterms:created>
  <dcterms:modified xsi:type="dcterms:W3CDTF">2024-08-01T00:50:14Z</dcterms:modified>
</cp:coreProperties>
</file>