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04"/>
    <a:srgbClr val="CB6BCE"/>
    <a:srgbClr val="458892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918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82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35EA5E-8E4C-40DB-9855-28A7598F9CF2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7E6B65-4DB6-4D75-8032-3EA2883873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5993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(Pannel A). Prediction windows were 1 week wide. A prediction window started immediately after the prediction timepoint (0 lag) or was lagged by 24, 72, 168, or </a:t>
            </a:r>
            <a:r>
              <a:rPr lang="en-US" sz="1200"/>
              <a:t>336 hours (Pannel B).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778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575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6040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244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048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602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169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585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496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943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6702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734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44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38" name="Group 1637">
            <a:extLst>
              <a:ext uri="{FF2B5EF4-FFF2-40B4-BE49-F238E27FC236}">
                <a16:creationId xmlns:a16="http://schemas.microsoft.com/office/drawing/2014/main" id="{55EE887D-9176-BC1E-C077-FCE72E83BD6A}"/>
              </a:ext>
            </a:extLst>
          </p:cNvPr>
          <p:cNvGrpSpPr/>
          <p:nvPr/>
        </p:nvGrpSpPr>
        <p:grpSpPr>
          <a:xfrm>
            <a:off x="171485" y="1541919"/>
            <a:ext cx="11575067" cy="2508187"/>
            <a:chOff x="930969" y="1574286"/>
            <a:chExt cx="11575067" cy="2508187"/>
          </a:xfrm>
        </p:grpSpPr>
        <p:grpSp>
          <p:nvGrpSpPr>
            <p:cNvPr id="1625" name="Group 1624">
              <a:extLst>
                <a:ext uri="{FF2B5EF4-FFF2-40B4-BE49-F238E27FC236}">
                  <a16:creationId xmlns:a16="http://schemas.microsoft.com/office/drawing/2014/main" id="{98A950DB-70ED-2831-7F04-FA43240DC4C4}"/>
                </a:ext>
              </a:extLst>
            </p:cNvPr>
            <p:cNvGrpSpPr/>
            <p:nvPr/>
          </p:nvGrpSpPr>
          <p:grpSpPr>
            <a:xfrm>
              <a:off x="930969" y="2362590"/>
              <a:ext cx="11402235" cy="1509937"/>
              <a:chOff x="930969" y="2362590"/>
              <a:chExt cx="11402235" cy="1509937"/>
            </a:xfrm>
          </p:grpSpPr>
          <p:grpSp>
            <p:nvGrpSpPr>
              <p:cNvPr id="768" name="Group 767">
                <a:extLst>
                  <a:ext uri="{FF2B5EF4-FFF2-40B4-BE49-F238E27FC236}">
                    <a16:creationId xmlns:a16="http://schemas.microsoft.com/office/drawing/2014/main" id="{D984068C-7890-EC13-494D-64B5AECE1B57}"/>
                  </a:ext>
                </a:extLst>
              </p:cNvPr>
              <p:cNvGrpSpPr/>
              <p:nvPr/>
            </p:nvGrpSpPr>
            <p:grpSpPr>
              <a:xfrm>
                <a:off x="1935035" y="2365914"/>
                <a:ext cx="8397215" cy="345202"/>
                <a:chOff x="921103" y="312096"/>
                <a:chExt cx="8397215" cy="345202"/>
              </a:xfrm>
            </p:grpSpPr>
            <p:grpSp>
              <p:nvGrpSpPr>
                <p:cNvPr id="180" name="Group 179">
                  <a:extLst>
                    <a:ext uri="{FF2B5EF4-FFF2-40B4-BE49-F238E27FC236}">
                      <a16:creationId xmlns:a16="http://schemas.microsoft.com/office/drawing/2014/main" id="{45291990-527D-18B9-DE48-B77089846CC1}"/>
                    </a:ext>
                  </a:extLst>
                </p:cNvPr>
                <p:cNvGrpSpPr/>
                <p:nvPr/>
              </p:nvGrpSpPr>
              <p:grpSpPr>
                <a:xfrm>
                  <a:off x="8910063" y="312096"/>
                  <a:ext cx="408255" cy="345202"/>
                  <a:chOff x="830578" y="1668379"/>
                  <a:chExt cx="360476" cy="304800"/>
                </a:xfrm>
                <a:solidFill>
                  <a:srgbClr val="FFFC04"/>
                </a:solidFill>
              </p:grpSpPr>
              <p:sp>
                <p:nvSpPr>
                  <p:cNvPr id="172" name="Rectangle 171">
                    <a:extLst>
                      <a:ext uri="{FF2B5EF4-FFF2-40B4-BE49-F238E27FC236}">
                        <a16:creationId xmlns:a16="http://schemas.microsoft.com/office/drawing/2014/main" id="{B1C88A54-BEF7-4357-416C-434A95D275E9}"/>
                      </a:ext>
                    </a:extLst>
                  </p:cNvPr>
                  <p:cNvSpPr/>
                  <p:nvPr/>
                </p:nvSpPr>
                <p:spPr>
                  <a:xfrm>
                    <a:off x="830578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3" name="Rectangle 172">
                    <a:extLst>
                      <a:ext uri="{FF2B5EF4-FFF2-40B4-BE49-F238E27FC236}">
                        <a16:creationId xmlns:a16="http://schemas.microsoft.com/office/drawing/2014/main" id="{68E89469-6F6F-F02C-52E7-62689AB290EF}"/>
                      </a:ext>
                    </a:extLst>
                  </p:cNvPr>
                  <p:cNvSpPr/>
                  <p:nvPr/>
                </p:nvSpPr>
                <p:spPr>
                  <a:xfrm>
                    <a:off x="87654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4" name="Rectangle 173">
                    <a:extLst>
                      <a:ext uri="{FF2B5EF4-FFF2-40B4-BE49-F238E27FC236}">
                        <a16:creationId xmlns:a16="http://schemas.microsoft.com/office/drawing/2014/main" id="{05A48B07-CDF5-E0DE-32F3-26B5A377614C}"/>
                      </a:ext>
                    </a:extLst>
                  </p:cNvPr>
                  <p:cNvSpPr/>
                  <p:nvPr/>
                </p:nvSpPr>
                <p:spPr>
                  <a:xfrm>
                    <a:off x="91705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5" name="Rectangle 174">
                    <a:extLst>
                      <a:ext uri="{FF2B5EF4-FFF2-40B4-BE49-F238E27FC236}">
                        <a16:creationId xmlns:a16="http://schemas.microsoft.com/office/drawing/2014/main" id="{1D195A1F-C7AE-B1B5-588D-1A08F997AE7D}"/>
                      </a:ext>
                    </a:extLst>
                  </p:cNvPr>
                  <p:cNvSpPr/>
                  <p:nvPr/>
                </p:nvSpPr>
                <p:spPr>
                  <a:xfrm>
                    <a:off x="963030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6" name="Rectangle 175">
                    <a:extLst>
                      <a:ext uri="{FF2B5EF4-FFF2-40B4-BE49-F238E27FC236}">
                        <a16:creationId xmlns:a16="http://schemas.microsoft.com/office/drawing/2014/main" id="{CBDF18A4-C751-F4F4-D1C5-A2AB89C7F984}"/>
                      </a:ext>
                    </a:extLst>
                  </p:cNvPr>
                  <p:cNvSpPr/>
                  <p:nvPr/>
                </p:nvSpPr>
                <p:spPr>
                  <a:xfrm>
                    <a:off x="1010366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7" name="Rectangle 176">
                    <a:extLst>
                      <a:ext uri="{FF2B5EF4-FFF2-40B4-BE49-F238E27FC236}">
                        <a16:creationId xmlns:a16="http://schemas.microsoft.com/office/drawing/2014/main" id="{AAB871C7-D12B-ADAA-3C6F-11A1D206E17D}"/>
                      </a:ext>
                    </a:extLst>
                  </p:cNvPr>
                  <p:cNvSpPr/>
                  <p:nvPr/>
                </p:nvSpPr>
                <p:spPr>
                  <a:xfrm>
                    <a:off x="1056337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8" name="Rectangle 177">
                    <a:extLst>
                      <a:ext uri="{FF2B5EF4-FFF2-40B4-BE49-F238E27FC236}">
                        <a16:creationId xmlns:a16="http://schemas.microsoft.com/office/drawing/2014/main" id="{29DAFA14-22BF-1F2E-1978-35F4157B620D}"/>
                      </a:ext>
                    </a:extLst>
                  </p:cNvPr>
                  <p:cNvSpPr/>
                  <p:nvPr/>
                </p:nvSpPr>
                <p:spPr>
                  <a:xfrm>
                    <a:off x="1099363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9" name="Rectangle 178">
                    <a:extLst>
                      <a:ext uri="{FF2B5EF4-FFF2-40B4-BE49-F238E27FC236}">
                        <a16:creationId xmlns:a16="http://schemas.microsoft.com/office/drawing/2014/main" id="{B14E7639-798A-AA52-C0CF-671D2F5630BC}"/>
                      </a:ext>
                    </a:extLst>
                  </p:cNvPr>
                  <p:cNvSpPr/>
                  <p:nvPr/>
                </p:nvSpPr>
                <p:spPr>
                  <a:xfrm>
                    <a:off x="1145335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</p:grpSp>
            <p:grpSp>
              <p:nvGrpSpPr>
                <p:cNvPr id="767" name="Group 766">
                  <a:extLst>
                    <a:ext uri="{FF2B5EF4-FFF2-40B4-BE49-F238E27FC236}">
                      <a16:creationId xmlns:a16="http://schemas.microsoft.com/office/drawing/2014/main" id="{ABBD2922-460F-A86F-2CA0-7548BCBD20D9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7994329" cy="345202"/>
                  <a:chOff x="921103" y="312096"/>
                  <a:chExt cx="7994329" cy="345202"/>
                </a:xfrm>
              </p:grpSpPr>
              <p:grpSp>
                <p:nvGrpSpPr>
                  <p:cNvPr id="671" name="Group 670">
                    <a:extLst>
                      <a:ext uri="{FF2B5EF4-FFF2-40B4-BE49-F238E27FC236}">
                        <a16:creationId xmlns:a16="http://schemas.microsoft.com/office/drawing/2014/main" id="{AA9CB242-E76A-541F-039C-CF027888CC36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3998276" cy="345202"/>
                    <a:chOff x="921103" y="312096"/>
                    <a:chExt cx="3998276" cy="345202"/>
                  </a:xfrm>
                </p:grpSpPr>
                <p:grpSp>
                  <p:nvGrpSpPr>
                    <p:cNvPr id="623" name="Group 622">
                      <a:extLst>
                        <a:ext uri="{FF2B5EF4-FFF2-40B4-BE49-F238E27FC236}">
                          <a16:creationId xmlns:a16="http://schemas.microsoft.com/office/drawing/2014/main" id="{D08345D3-56BB-C338-2149-8FFA971246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599" name="Group 598">
                        <a:extLst>
                          <a:ext uri="{FF2B5EF4-FFF2-40B4-BE49-F238E27FC236}">
                            <a16:creationId xmlns:a16="http://schemas.microsoft.com/office/drawing/2014/main" id="{EA50544F-9FDB-3BCB-3120-EBE5D175353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5" cy="345202"/>
                        <a:chOff x="921103" y="312096"/>
                        <a:chExt cx="999155" cy="345202"/>
                      </a:xfrm>
                    </p:grpSpPr>
                    <p:grpSp>
                      <p:nvGrpSpPr>
                        <p:cNvPr id="24" name="Group 23">
                          <a:extLst>
                            <a:ext uri="{FF2B5EF4-FFF2-40B4-BE49-F238E27FC236}">
                              <a16:creationId xmlns:a16="http://schemas.microsoft.com/office/drawing/2014/main" id="{1F5B85BF-DB5F-5807-556C-5D35F9F9A48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4" name="Rectangle 3">
                            <a:extLst>
                              <a:ext uri="{FF2B5EF4-FFF2-40B4-BE49-F238E27FC236}">
                                <a16:creationId xmlns:a16="http://schemas.microsoft.com/office/drawing/2014/main" id="{7F147A33-7B06-1A41-FEF0-492168696E7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" name="Rectangle 4">
                            <a:extLst>
                              <a:ext uri="{FF2B5EF4-FFF2-40B4-BE49-F238E27FC236}">
                                <a16:creationId xmlns:a16="http://schemas.microsoft.com/office/drawing/2014/main" id="{B77CAA29-9584-FFB0-F81E-EEE281CAD5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" name="Rectangle 5">
                            <a:extLst>
                              <a:ext uri="{FF2B5EF4-FFF2-40B4-BE49-F238E27FC236}">
                                <a16:creationId xmlns:a16="http://schemas.microsoft.com/office/drawing/2014/main" id="{B9244D54-6B0F-B662-8C03-4661DEFA5C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" name="Rectangle 6">
                            <a:extLst>
                              <a:ext uri="{FF2B5EF4-FFF2-40B4-BE49-F238E27FC236}">
                                <a16:creationId xmlns:a16="http://schemas.microsoft.com/office/drawing/2014/main" id="{4F480108-CBD4-7F72-9EFB-7915DA8C51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" name="Rectangle 7">
                            <a:extLst>
                              <a:ext uri="{FF2B5EF4-FFF2-40B4-BE49-F238E27FC236}">
                                <a16:creationId xmlns:a16="http://schemas.microsoft.com/office/drawing/2014/main" id="{65FE10D2-3107-7048-4551-E17821BE48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9" name="Rectangle 8">
                            <a:extLst>
                              <a:ext uri="{FF2B5EF4-FFF2-40B4-BE49-F238E27FC236}">
                                <a16:creationId xmlns:a16="http://schemas.microsoft.com/office/drawing/2014/main" id="{7F2E5A33-3C5A-7150-41D4-2200F22D3E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" name="Rectangle 9">
                            <a:extLst>
                              <a:ext uri="{FF2B5EF4-FFF2-40B4-BE49-F238E27FC236}">
                                <a16:creationId xmlns:a16="http://schemas.microsoft.com/office/drawing/2014/main" id="{766A414B-54AC-9BAA-102E-62F9531C90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" name="Rectangle 10">
                            <a:extLst>
                              <a:ext uri="{FF2B5EF4-FFF2-40B4-BE49-F238E27FC236}">
                                <a16:creationId xmlns:a16="http://schemas.microsoft.com/office/drawing/2014/main" id="{5D8AB5A2-0E46-3B65-51C5-F420D6C91C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2" name="Rectangle 11">
                            <a:extLst>
                              <a:ext uri="{FF2B5EF4-FFF2-40B4-BE49-F238E27FC236}">
                                <a16:creationId xmlns:a16="http://schemas.microsoft.com/office/drawing/2014/main" id="{CED0AB37-D245-CE1E-F2C3-33C6B1695A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" name="Rectangle 12">
                            <a:extLst>
                              <a:ext uri="{FF2B5EF4-FFF2-40B4-BE49-F238E27FC236}">
                                <a16:creationId xmlns:a16="http://schemas.microsoft.com/office/drawing/2014/main" id="{2486B88A-211D-6E6A-1535-DBA34D336D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588" name="Group 587">
                          <a:extLst>
                            <a:ext uri="{FF2B5EF4-FFF2-40B4-BE49-F238E27FC236}">
                              <a16:creationId xmlns:a16="http://schemas.microsoft.com/office/drawing/2014/main" id="{5EB1730E-2ECE-F018-9B2D-C96CCAD81E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21381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589" name="Rectangle 588">
                            <a:extLst>
                              <a:ext uri="{FF2B5EF4-FFF2-40B4-BE49-F238E27FC236}">
                                <a16:creationId xmlns:a16="http://schemas.microsoft.com/office/drawing/2014/main" id="{03664F52-200D-3A24-F689-E097EFF025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90" name="Rectangle 589">
                            <a:extLst>
                              <a:ext uri="{FF2B5EF4-FFF2-40B4-BE49-F238E27FC236}">
                                <a16:creationId xmlns:a16="http://schemas.microsoft.com/office/drawing/2014/main" id="{D7CB27A6-7B29-63FA-87DF-C85AC5E59F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91" name="Rectangle 590">
                            <a:extLst>
                              <a:ext uri="{FF2B5EF4-FFF2-40B4-BE49-F238E27FC236}">
                                <a16:creationId xmlns:a16="http://schemas.microsoft.com/office/drawing/2014/main" id="{10F3FAAA-99F5-1569-46F2-C7477581868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92" name="Rectangle 591">
                            <a:extLst>
                              <a:ext uri="{FF2B5EF4-FFF2-40B4-BE49-F238E27FC236}">
                                <a16:creationId xmlns:a16="http://schemas.microsoft.com/office/drawing/2014/main" id="{E57AC435-3D05-DD4B-0129-76D3A05164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93" name="Rectangle 592">
                            <a:extLst>
                              <a:ext uri="{FF2B5EF4-FFF2-40B4-BE49-F238E27FC236}">
                                <a16:creationId xmlns:a16="http://schemas.microsoft.com/office/drawing/2014/main" id="{D0BD8737-9875-7EDD-7F73-1A940B6205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94" name="Rectangle 593">
                            <a:extLst>
                              <a:ext uri="{FF2B5EF4-FFF2-40B4-BE49-F238E27FC236}">
                                <a16:creationId xmlns:a16="http://schemas.microsoft.com/office/drawing/2014/main" id="{2C51C324-0FDA-7B26-A706-6F488B0385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95" name="Rectangle 594">
                            <a:extLst>
                              <a:ext uri="{FF2B5EF4-FFF2-40B4-BE49-F238E27FC236}">
                                <a16:creationId xmlns:a16="http://schemas.microsoft.com/office/drawing/2014/main" id="{43C01EEC-284B-2AD5-B09F-118C8E6E9F7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96" name="Rectangle 595">
                            <a:extLst>
                              <a:ext uri="{FF2B5EF4-FFF2-40B4-BE49-F238E27FC236}">
                                <a16:creationId xmlns:a16="http://schemas.microsoft.com/office/drawing/2014/main" id="{D572FE49-9540-390B-4F04-3E879D878B9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97" name="Rectangle 596">
                            <a:extLst>
                              <a:ext uri="{FF2B5EF4-FFF2-40B4-BE49-F238E27FC236}">
                                <a16:creationId xmlns:a16="http://schemas.microsoft.com/office/drawing/2014/main" id="{CCA3ECDB-EBA4-2299-21C1-333970C0B9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98" name="Rectangle 597">
                            <a:extLst>
                              <a:ext uri="{FF2B5EF4-FFF2-40B4-BE49-F238E27FC236}">
                                <a16:creationId xmlns:a16="http://schemas.microsoft.com/office/drawing/2014/main" id="{D4CC54A2-37FD-4ED8-28DB-4ECFA068A0E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600" name="Group 599">
                        <a:extLst>
                          <a:ext uri="{FF2B5EF4-FFF2-40B4-BE49-F238E27FC236}">
                            <a16:creationId xmlns:a16="http://schemas.microsoft.com/office/drawing/2014/main" id="{5D768426-E470-9106-7644-1AAE3CACBE1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601" name="Group 600">
                          <a:extLst>
                            <a:ext uri="{FF2B5EF4-FFF2-40B4-BE49-F238E27FC236}">
                              <a16:creationId xmlns:a16="http://schemas.microsoft.com/office/drawing/2014/main" id="{6BE4D1C1-80CF-BD00-FF86-7DEC420BFD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613" name="Rectangle 612">
                            <a:extLst>
                              <a:ext uri="{FF2B5EF4-FFF2-40B4-BE49-F238E27FC236}">
                                <a16:creationId xmlns:a16="http://schemas.microsoft.com/office/drawing/2014/main" id="{02F0626C-4F56-E84D-D433-6E9B2BA4F1A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14" name="Rectangle 613">
                            <a:extLst>
                              <a:ext uri="{FF2B5EF4-FFF2-40B4-BE49-F238E27FC236}">
                                <a16:creationId xmlns:a16="http://schemas.microsoft.com/office/drawing/2014/main" id="{CB374EF5-1E1E-5D63-2601-AF8CDD3116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15" name="Rectangle 614">
                            <a:extLst>
                              <a:ext uri="{FF2B5EF4-FFF2-40B4-BE49-F238E27FC236}">
                                <a16:creationId xmlns:a16="http://schemas.microsoft.com/office/drawing/2014/main" id="{0DA9E324-4289-28FD-7784-B7D95341D8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16" name="Rectangle 615">
                            <a:extLst>
                              <a:ext uri="{FF2B5EF4-FFF2-40B4-BE49-F238E27FC236}">
                                <a16:creationId xmlns:a16="http://schemas.microsoft.com/office/drawing/2014/main" id="{367E5D94-8169-286C-D87D-ADE7BF0634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17" name="Rectangle 616">
                            <a:extLst>
                              <a:ext uri="{FF2B5EF4-FFF2-40B4-BE49-F238E27FC236}">
                                <a16:creationId xmlns:a16="http://schemas.microsoft.com/office/drawing/2014/main" id="{948D5615-EA49-9F61-F360-4ADA539FFC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18" name="Rectangle 617">
                            <a:extLst>
                              <a:ext uri="{FF2B5EF4-FFF2-40B4-BE49-F238E27FC236}">
                                <a16:creationId xmlns:a16="http://schemas.microsoft.com/office/drawing/2014/main" id="{83EF5850-C61B-3C39-3FBD-60B1338EAF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19" name="Rectangle 618">
                            <a:extLst>
                              <a:ext uri="{FF2B5EF4-FFF2-40B4-BE49-F238E27FC236}">
                                <a16:creationId xmlns:a16="http://schemas.microsoft.com/office/drawing/2014/main" id="{6539BF1B-E35D-58D4-8FC7-DB9497188E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20" name="Rectangle 619">
                            <a:extLst>
                              <a:ext uri="{FF2B5EF4-FFF2-40B4-BE49-F238E27FC236}">
                                <a16:creationId xmlns:a16="http://schemas.microsoft.com/office/drawing/2014/main" id="{46859747-115D-80F1-3283-01FC018A50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21" name="Rectangle 620">
                            <a:extLst>
                              <a:ext uri="{FF2B5EF4-FFF2-40B4-BE49-F238E27FC236}">
                                <a16:creationId xmlns:a16="http://schemas.microsoft.com/office/drawing/2014/main" id="{3708718D-C5D1-773B-AB6D-5F9945B68E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22" name="Rectangle 621">
                            <a:extLst>
                              <a:ext uri="{FF2B5EF4-FFF2-40B4-BE49-F238E27FC236}">
                                <a16:creationId xmlns:a16="http://schemas.microsoft.com/office/drawing/2014/main" id="{DEB61CB4-A35C-2FD3-5481-139BDE566C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602" name="Group 601">
                          <a:extLst>
                            <a:ext uri="{FF2B5EF4-FFF2-40B4-BE49-F238E27FC236}">
                              <a16:creationId xmlns:a16="http://schemas.microsoft.com/office/drawing/2014/main" id="{80A72019-89E8-B489-22CA-1603A7F56B4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603" name="Rectangle 602">
                            <a:extLst>
                              <a:ext uri="{FF2B5EF4-FFF2-40B4-BE49-F238E27FC236}">
                                <a16:creationId xmlns:a16="http://schemas.microsoft.com/office/drawing/2014/main" id="{EDD147DC-F7E3-EDDB-13A4-08872DA153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04" name="Rectangle 603">
                            <a:extLst>
                              <a:ext uri="{FF2B5EF4-FFF2-40B4-BE49-F238E27FC236}">
                                <a16:creationId xmlns:a16="http://schemas.microsoft.com/office/drawing/2014/main" id="{9DC6AFE9-D92D-01F6-A5AE-B0CCB10497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05" name="Rectangle 604">
                            <a:extLst>
                              <a:ext uri="{FF2B5EF4-FFF2-40B4-BE49-F238E27FC236}">
                                <a16:creationId xmlns:a16="http://schemas.microsoft.com/office/drawing/2014/main" id="{A28AC46F-DB24-9B71-2033-39EED5EAC4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06" name="Rectangle 605">
                            <a:extLst>
                              <a:ext uri="{FF2B5EF4-FFF2-40B4-BE49-F238E27FC236}">
                                <a16:creationId xmlns:a16="http://schemas.microsoft.com/office/drawing/2014/main" id="{4E6B582E-8800-0105-23B1-7ABF857000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07" name="Rectangle 606">
                            <a:extLst>
                              <a:ext uri="{FF2B5EF4-FFF2-40B4-BE49-F238E27FC236}">
                                <a16:creationId xmlns:a16="http://schemas.microsoft.com/office/drawing/2014/main" id="{411874B1-7F71-DC18-6DD5-D2517C7198F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08" name="Rectangle 607">
                            <a:extLst>
                              <a:ext uri="{FF2B5EF4-FFF2-40B4-BE49-F238E27FC236}">
                                <a16:creationId xmlns:a16="http://schemas.microsoft.com/office/drawing/2014/main" id="{536C325A-0FCB-966B-8A60-1F974168B6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09" name="Rectangle 608">
                            <a:extLst>
                              <a:ext uri="{FF2B5EF4-FFF2-40B4-BE49-F238E27FC236}">
                                <a16:creationId xmlns:a16="http://schemas.microsoft.com/office/drawing/2014/main" id="{1EF780A1-2F72-40C6-0882-E7FF53F0D2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10" name="Rectangle 609">
                            <a:extLst>
                              <a:ext uri="{FF2B5EF4-FFF2-40B4-BE49-F238E27FC236}">
                                <a16:creationId xmlns:a16="http://schemas.microsoft.com/office/drawing/2014/main" id="{3ADE2C80-5C20-A5A2-3202-7870E718ED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11" name="Rectangle 610">
                            <a:extLst>
                              <a:ext uri="{FF2B5EF4-FFF2-40B4-BE49-F238E27FC236}">
                                <a16:creationId xmlns:a16="http://schemas.microsoft.com/office/drawing/2014/main" id="{2A03B1A9-D10D-2DEA-B6AA-272C6F57FE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12" name="Rectangle 611">
                            <a:extLst>
                              <a:ext uri="{FF2B5EF4-FFF2-40B4-BE49-F238E27FC236}">
                                <a16:creationId xmlns:a16="http://schemas.microsoft.com/office/drawing/2014/main" id="{9C022667-98DA-6AAD-8309-CB75C227E7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624" name="Group 623">
                      <a:extLst>
                        <a:ext uri="{FF2B5EF4-FFF2-40B4-BE49-F238E27FC236}">
                          <a16:creationId xmlns:a16="http://schemas.microsoft.com/office/drawing/2014/main" id="{7F3C920A-DDC1-5DC8-9416-38F8B9EA8DC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625" name="Group 624">
                        <a:extLst>
                          <a:ext uri="{FF2B5EF4-FFF2-40B4-BE49-F238E27FC236}">
                            <a16:creationId xmlns:a16="http://schemas.microsoft.com/office/drawing/2014/main" id="{162882B1-65B3-295F-FF25-3D1E2C0F65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649" name="Group 648">
                          <a:extLst>
                            <a:ext uri="{FF2B5EF4-FFF2-40B4-BE49-F238E27FC236}">
                              <a16:creationId xmlns:a16="http://schemas.microsoft.com/office/drawing/2014/main" id="{80AB5709-B297-7E7B-789B-59151970916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661" name="Rectangle 660">
                            <a:extLst>
                              <a:ext uri="{FF2B5EF4-FFF2-40B4-BE49-F238E27FC236}">
                                <a16:creationId xmlns:a16="http://schemas.microsoft.com/office/drawing/2014/main" id="{F8C51DC0-856D-B7B9-7DFB-C05BE050FE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62" name="Rectangle 661">
                            <a:extLst>
                              <a:ext uri="{FF2B5EF4-FFF2-40B4-BE49-F238E27FC236}">
                                <a16:creationId xmlns:a16="http://schemas.microsoft.com/office/drawing/2014/main" id="{C9B6791E-23DE-9ABA-5DCD-39EEB300A9A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63" name="Rectangle 662">
                            <a:extLst>
                              <a:ext uri="{FF2B5EF4-FFF2-40B4-BE49-F238E27FC236}">
                                <a16:creationId xmlns:a16="http://schemas.microsoft.com/office/drawing/2014/main" id="{85753198-99C1-2583-59CD-6C63E2BB041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64" name="Rectangle 663">
                            <a:extLst>
                              <a:ext uri="{FF2B5EF4-FFF2-40B4-BE49-F238E27FC236}">
                                <a16:creationId xmlns:a16="http://schemas.microsoft.com/office/drawing/2014/main" id="{D3AADB1B-C005-F13B-F1F2-DC281F39F0F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65" name="Rectangle 664">
                            <a:extLst>
                              <a:ext uri="{FF2B5EF4-FFF2-40B4-BE49-F238E27FC236}">
                                <a16:creationId xmlns:a16="http://schemas.microsoft.com/office/drawing/2014/main" id="{D7EEBB86-9E6E-5F9D-7ED2-418E926E4D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66" name="Rectangle 665">
                            <a:extLst>
                              <a:ext uri="{FF2B5EF4-FFF2-40B4-BE49-F238E27FC236}">
                                <a16:creationId xmlns:a16="http://schemas.microsoft.com/office/drawing/2014/main" id="{3C247294-F21E-AB26-EA2A-B58193146A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67" name="Rectangle 666">
                            <a:extLst>
                              <a:ext uri="{FF2B5EF4-FFF2-40B4-BE49-F238E27FC236}">
                                <a16:creationId xmlns:a16="http://schemas.microsoft.com/office/drawing/2014/main" id="{03FF539D-70C8-3ABB-8A95-E6F33F9D38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68" name="Rectangle 667">
                            <a:extLst>
                              <a:ext uri="{FF2B5EF4-FFF2-40B4-BE49-F238E27FC236}">
                                <a16:creationId xmlns:a16="http://schemas.microsoft.com/office/drawing/2014/main" id="{6AE36FBB-E538-266D-E19D-931A5A53AE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69" name="Rectangle 668">
                            <a:extLst>
                              <a:ext uri="{FF2B5EF4-FFF2-40B4-BE49-F238E27FC236}">
                                <a16:creationId xmlns:a16="http://schemas.microsoft.com/office/drawing/2014/main" id="{738F7CA9-E68E-2D05-5129-2A5D5B6330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70" name="Rectangle 669">
                            <a:extLst>
                              <a:ext uri="{FF2B5EF4-FFF2-40B4-BE49-F238E27FC236}">
                                <a16:creationId xmlns:a16="http://schemas.microsoft.com/office/drawing/2014/main" id="{62B766E4-4DCA-0D10-4FF3-F5FF4E54BBB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650" name="Group 649">
                          <a:extLst>
                            <a:ext uri="{FF2B5EF4-FFF2-40B4-BE49-F238E27FC236}">
                              <a16:creationId xmlns:a16="http://schemas.microsoft.com/office/drawing/2014/main" id="{0B285DBF-6F30-62F3-A768-D5501CCC7C6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651" name="Rectangle 650">
                            <a:extLst>
                              <a:ext uri="{FF2B5EF4-FFF2-40B4-BE49-F238E27FC236}">
                                <a16:creationId xmlns:a16="http://schemas.microsoft.com/office/drawing/2014/main" id="{7AB1F600-411B-2ED4-DB8D-736F9EC460A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52" name="Rectangle 651">
                            <a:extLst>
                              <a:ext uri="{FF2B5EF4-FFF2-40B4-BE49-F238E27FC236}">
                                <a16:creationId xmlns:a16="http://schemas.microsoft.com/office/drawing/2014/main" id="{D0115692-56D5-57B3-DD99-F9F140B7DB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53" name="Rectangle 652">
                            <a:extLst>
                              <a:ext uri="{FF2B5EF4-FFF2-40B4-BE49-F238E27FC236}">
                                <a16:creationId xmlns:a16="http://schemas.microsoft.com/office/drawing/2014/main" id="{F7A9B62E-C14F-6444-29FB-C8628E150D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54" name="Rectangle 653">
                            <a:extLst>
                              <a:ext uri="{FF2B5EF4-FFF2-40B4-BE49-F238E27FC236}">
                                <a16:creationId xmlns:a16="http://schemas.microsoft.com/office/drawing/2014/main" id="{71B7A3C5-F437-DBBD-1A06-5ADC65F4024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55" name="Rectangle 654">
                            <a:extLst>
                              <a:ext uri="{FF2B5EF4-FFF2-40B4-BE49-F238E27FC236}">
                                <a16:creationId xmlns:a16="http://schemas.microsoft.com/office/drawing/2014/main" id="{FCF3A1A3-E4B4-6260-C01D-6BD82D2A8B3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56" name="Rectangle 655">
                            <a:extLst>
                              <a:ext uri="{FF2B5EF4-FFF2-40B4-BE49-F238E27FC236}">
                                <a16:creationId xmlns:a16="http://schemas.microsoft.com/office/drawing/2014/main" id="{6A6F9F00-6A4B-7DCE-6726-DA077988F6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57" name="Rectangle 656">
                            <a:extLst>
                              <a:ext uri="{FF2B5EF4-FFF2-40B4-BE49-F238E27FC236}">
                                <a16:creationId xmlns:a16="http://schemas.microsoft.com/office/drawing/2014/main" id="{C9E7CC88-7244-5825-D8E9-445688A1A7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58" name="Rectangle 657">
                            <a:extLst>
                              <a:ext uri="{FF2B5EF4-FFF2-40B4-BE49-F238E27FC236}">
                                <a16:creationId xmlns:a16="http://schemas.microsoft.com/office/drawing/2014/main" id="{5D53AF13-56DE-8531-507E-09A1057B99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59" name="Rectangle 658">
                            <a:extLst>
                              <a:ext uri="{FF2B5EF4-FFF2-40B4-BE49-F238E27FC236}">
                                <a16:creationId xmlns:a16="http://schemas.microsoft.com/office/drawing/2014/main" id="{47D2E188-64C3-1BF0-A1FA-47E3C89568D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60" name="Rectangle 659">
                            <a:extLst>
                              <a:ext uri="{FF2B5EF4-FFF2-40B4-BE49-F238E27FC236}">
                                <a16:creationId xmlns:a16="http://schemas.microsoft.com/office/drawing/2014/main" id="{E9D4752D-7767-C3A7-5700-6347274AFB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626" name="Group 625">
                        <a:extLst>
                          <a:ext uri="{FF2B5EF4-FFF2-40B4-BE49-F238E27FC236}">
                            <a16:creationId xmlns:a16="http://schemas.microsoft.com/office/drawing/2014/main" id="{3BF0FA13-911E-FBE1-2186-79B4215305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627" name="Group 626">
                          <a:extLst>
                            <a:ext uri="{FF2B5EF4-FFF2-40B4-BE49-F238E27FC236}">
                              <a16:creationId xmlns:a16="http://schemas.microsoft.com/office/drawing/2014/main" id="{BCC54E76-8E88-A628-5867-F388EFBE904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639" name="Rectangle 638">
                            <a:extLst>
                              <a:ext uri="{FF2B5EF4-FFF2-40B4-BE49-F238E27FC236}">
                                <a16:creationId xmlns:a16="http://schemas.microsoft.com/office/drawing/2014/main" id="{19E352FC-806E-C91D-4F29-19C63D94A5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40" name="Rectangle 639">
                            <a:extLst>
                              <a:ext uri="{FF2B5EF4-FFF2-40B4-BE49-F238E27FC236}">
                                <a16:creationId xmlns:a16="http://schemas.microsoft.com/office/drawing/2014/main" id="{67C25DBA-9A52-EB67-34A2-332A1EE000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41" name="Rectangle 640">
                            <a:extLst>
                              <a:ext uri="{FF2B5EF4-FFF2-40B4-BE49-F238E27FC236}">
                                <a16:creationId xmlns:a16="http://schemas.microsoft.com/office/drawing/2014/main" id="{647127C4-E881-7716-8EA1-7298E13371A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42" name="Rectangle 641">
                            <a:extLst>
                              <a:ext uri="{FF2B5EF4-FFF2-40B4-BE49-F238E27FC236}">
                                <a16:creationId xmlns:a16="http://schemas.microsoft.com/office/drawing/2014/main" id="{8780F3EA-EED1-8E0B-511B-0EAC48EA8A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43" name="Rectangle 642">
                            <a:extLst>
                              <a:ext uri="{FF2B5EF4-FFF2-40B4-BE49-F238E27FC236}">
                                <a16:creationId xmlns:a16="http://schemas.microsoft.com/office/drawing/2014/main" id="{CBEFBD79-983A-18AD-9CF3-F5870AB714A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44" name="Rectangle 643">
                            <a:extLst>
                              <a:ext uri="{FF2B5EF4-FFF2-40B4-BE49-F238E27FC236}">
                                <a16:creationId xmlns:a16="http://schemas.microsoft.com/office/drawing/2014/main" id="{E3099D71-3279-BC7A-03BD-1CA8A99622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45" name="Rectangle 644">
                            <a:extLst>
                              <a:ext uri="{FF2B5EF4-FFF2-40B4-BE49-F238E27FC236}">
                                <a16:creationId xmlns:a16="http://schemas.microsoft.com/office/drawing/2014/main" id="{22E216B6-33F6-553F-1255-D5C29B64CBE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46" name="Rectangle 645">
                            <a:extLst>
                              <a:ext uri="{FF2B5EF4-FFF2-40B4-BE49-F238E27FC236}">
                                <a16:creationId xmlns:a16="http://schemas.microsoft.com/office/drawing/2014/main" id="{77A2EC52-5FCE-0627-1C77-46FC5E5B5C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47" name="Rectangle 646">
                            <a:extLst>
                              <a:ext uri="{FF2B5EF4-FFF2-40B4-BE49-F238E27FC236}">
                                <a16:creationId xmlns:a16="http://schemas.microsoft.com/office/drawing/2014/main" id="{B0F9725F-50CE-1A8A-9667-1CE92AA071C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48" name="Rectangle 647">
                            <a:extLst>
                              <a:ext uri="{FF2B5EF4-FFF2-40B4-BE49-F238E27FC236}">
                                <a16:creationId xmlns:a16="http://schemas.microsoft.com/office/drawing/2014/main" id="{6E3854CA-B513-EBD0-89B3-A6448C1D9B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628" name="Group 627">
                          <a:extLst>
                            <a:ext uri="{FF2B5EF4-FFF2-40B4-BE49-F238E27FC236}">
                              <a16:creationId xmlns:a16="http://schemas.microsoft.com/office/drawing/2014/main" id="{23A6AF0D-CD9B-3D39-52DC-B2E247F87E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629" name="Rectangle 628">
                            <a:extLst>
                              <a:ext uri="{FF2B5EF4-FFF2-40B4-BE49-F238E27FC236}">
                                <a16:creationId xmlns:a16="http://schemas.microsoft.com/office/drawing/2014/main" id="{F76CEB1C-8108-A6EA-C82C-920C5C9B68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30" name="Rectangle 629">
                            <a:extLst>
                              <a:ext uri="{FF2B5EF4-FFF2-40B4-BE49-F238E27FC236}">
                                <a16:creationId xmlns:a16="http://schemas.microsoft.com/office/drawing/2014/main" id="{E93E1EDA-1714-7936-F315-2CD105B534C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31" name="Rectangle 630">
                            <a:extLst>
                              <a:ext uri="{FF2B5EF4-FFF2-40B4-BE49-F238E27FC236}">
                                <a16:creationId xmlns:a16="http://schemas.microsoft.com/office/drawing/2014/main" id="{7A71B4B6-DD06-C572-8716-AA1DDC2DF4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32" name="Rectangle 631">
                            <a:extLst>
                              <a:ext uri="{FF2B5EF4-FFF2-40B4-BE49-F238E27FC236}">
                                <a16:creationId xmlns:a16="http://schemas.microsoft.com/office/drawing/2014/main" id="{5D06244A-6D95-011F-9DD8-4306FCA284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33" name="Rectangle 632">
                            <a:extLst>
                              <a:ext uri="{FF2B5EF4-FFF2-40B4-BE49-F238E27FC236}">
                                <a16:creationId xmlns:a16="http://schemas.microsoft.com/office/drawing/2014/main" id="{1A7C45DE-815A-5288-2782-C28940DC07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34" name="Rectangle 633">
                            <a:extLst>
                              <a:ext uri="{FF2B5EF4-FFF2-40B4-BE49-F238E27FC236}">
                                <a16:creationId xmlns:a16="http://schemas.microsoft.com/office/drawing/2014/main" id="{32FDE1B0-1AD0-0BED-B877-C6C811B551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35" name="Rectangle 634">
                            <a:extLst>
                              <a:ext uri="{FF2B5EF4-FFF2-40B4-BE49-F238E27FC236}">
                                <a16:creationId xmlns:a16="http://schemas.microsoft.com/office/drawing/2014/main" id="{71E8B7B6-6BCB-0457-91F2-D5264D2683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36" name="Rectangle 635">
                            <a:extLst>
                              <a:ext uri="{FF2B5EF4-FFF2-40B4-BE49-F238E27FC236}">
                                <a16:creationId xmlns:a16="http://schemas.microsoft.com/office/drawing/2014/main" id="{D3EB2C8E-9A45-1E56-FD74-8DD47E118BF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37" name="Rectangle 636">
                            <a:extLst>
                              <a:ext uri="{FF2B5EF4-FFF2-40B4-BE49-F238E27FC236}">
                                <a16:creationId xmlns:a16="http://schemas.microsoft.com/office/drawing/2014/main" id="{DA708BAE-8779-7D87-311A-0E9ACBC710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38" name="Rectangle 637">
                            <a:extLst>
                              <a:ext uri="{FF2B5EF4-FFF2-40B4-BE49-F238E27FC236}">
                                <a16:creationId xmlns:a16="http://schemas.microsoft.com/office/drawing/2014/main" id="{7504F593-70DE-189E-FF43-EE382355B58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672" name="Group 671">
                    <a:extLst>
                      <a:ext uri="{FF2B5EF4-FFF2-40B4-BE49-F238E27FC236}">
                        <a16:creationId xmlns:a16="http://schemas.microsoft.com/office/drawing/2014/main" id="{EFF6D263-A5D8-9233-5AF7-5119ED725B20}"/>
                      </a:ext>
                    </a:extLst>
                  </p:cNvPr>
                  <p:cNvGrpSpPr/>
                  <p:nvPr/>
                </p:nvGrpSpPr>
                <p:grpSpPr>
                  <a:xfrm>
                    <a:off x="4917155" y="312096"/>
                    <a:ext cx="3998277" cy="345202"/>
                    <a:chOff x="921102" y="312096"/>
                    <a:chExt cx="3998277" cy="345202"/>
                  </a:xfrm>
                </p:grpSpPr>
                <p:grpSp>
                  <p:nvGrpSpPr>
                    <p:cNvPr id="673" name="Group 672">
                      <a:extLst>
                        <a:ext uri="{FF2B5EF4-FFF2-40B4-BE49-F238E27FC236}">
                          <a16:creationId xmlns:a16="http://schemas.microsoft.com/office/drawing/2014/main" id="{A2CB8A94-6D61-3FDB-A5DF-DEE0862947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2001831" cy="345202"/>
                      <a:chOff x="921102" y="312096"/>
                      <a:chExt cx="2001831" cy="345202"/>
                    </a:xfrm>
                  </p:grpSpPr>
                  <p:grpSp>
                    <p:nvGrpSpPr>
                      <p:cNvPr id="721" name="Group 720">
                        <a:extLst>
                          <a:ext uri="{FF2B5EF4-FFF2-40B4-BE49-F238E27FC236}">
                            <a16:creationId xmlns:a16="http://schemas.microsoft.com/office/drawing/2014/main" id="{1AA6C8C9-1D03-E362-8361-0E22D89AB4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999157" cy="345202"/>
                        <a:chOff x="921102" y="312096"/>
                        <a:chExt cx="999157" cy="345202"/>
                      </a:xfrm>
                    </p:grpSpPr>
                    <p:grpSp>
                      <p:nvGrpSpPr>
                        <p:cNvPr id="745" name="Group 744">
                          <a:extLst>
                            <a:ext uri="{FF2B5EF4-FFF2-40B4-BE49-F238E27FC236}">
                              <a16:creationId xmlns:a16="http://schemas.microsoft.com/office/drawing/2014/main" id="{162784D2-E17B-95E7-B8D8-4686E48E30B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490994" cy="345202"/>
                          <a:chOff x="807993" y="409074"/>
                          <a:chExt cx="43352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57" name="Rectangle 756">
                            <a:extLst>
                              <a:ext uri="{FF2B5EF4-FFF2-40B4-BE49-F238E27FC236}">
                                <a16:creationId xmlns:a16="http://schemas.microsoft.com/office/drawing/2014/main" id="{437CEEB8-2046-315C-EC55-234B258FA5A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58" name="Rectangle 757">
                            <a:extLst>
                              <a:ext uri="{FF2B5EF4-FFF2-40B4-BE49-F238E27FC236}">
                                <a16:creationId xmlns:a16="http://schemas.microsoft.com/office/drawing/2014/main" id="{511C4935-F598-CB44-2B51-77A3C30E40C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59" name="Rectangle 758">
                            <a:extLst>
                              <a:ext uri="{FF2B5EF4-FFF2-40B4-BE49-F238E27FC236}">
                                <a16:creationId xmlns:a16="http://schemas.microsoft.com/office/drawing/2014/main" id="{09A8BA3F-6C41-33BD-D751-0637B01BBD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60" name="Rectangle 759">
                            <a:extLst>
                              <a:ext uri="{FF2B5EF4-FFF2-40B4-BE49-F238E27FC236}">
                                <a16:creationId xmlns:a16="http://schemas.microsoft.com/office/drawing/2014/main" id="{271EB280-F5DD-63A0-8665-05D615E063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61" name="Rectangle 760">
                            <a:extLst>
                              <a:ext uri="{FF2B5EF4-FFF2-40B4-BE49-F238E27FC236}">
                                <a16:creationId xmlns:a16="http://schemas.microsoft.com/office/drawing/2014/main" id="{06E8431F-15DD-72EA-753E-0021A9BCAE4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62" name="Rectangle 761">
                            <a:extLst>
                              <a:ext uri="{FF2B5EF4-FFF2-40B4-BE49-F238E27FC236}">
                                <a16:creationId xmlns:a16="http://schemas.microsoft.com/office/drawing/2014/main" id="{0B2EA351-510A-6F6F-AE42-45F01F5F2A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63" name="Rectangle 762">
                            <a:extLst>
                              <a:ext uri="{FF2B5EF4-FFF2-40B4-BE49-F238E27FC236}">
                                <a16:creationId xmlns:a16="http://schemas.microsoft.com/office/drawing/2014/main" id="{53D478CB-0327-DF57-0571-BFCFDE8E52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64" name="Rectangle 763">
                            <a:extLst>
                              <a:ext uri="{FF2B5EF4-FFF2-40B4-BE49-F238E27FC236}">
                                <a16:creationId xmlns:a16="http://schemas.microsoft.com/office/drawing/2014/main" id="{ACD279E5-D2A1-C270-0375-9D0E1051D8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227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65" name="Rectangle 764">
                            <a:extLst>
                              <a:ext uri="{FF2B5EF4-FFF2-40B4-BE49-F238E27FC236}">
                                <a16:creationId xmlns:a16="http://schemas.microsoft.com/office/drawing/2014/main" id="{6A93AC42-73F3-C627-A423-1BBC862F8FD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5679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66" name="Rectangle 765">
                            <a:extLst>
                              <a:ext uri="{FF2B5EF4-FFF2-40B4-BE49-F238E27FC236}">
                                <a16:creationId xmlns:a16="http://schemas.microsoft.com/office/drawing/2014/main" id="{B4A13B50-FC7B-00BE-3AE4-167D2C388D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9580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746" name="Group 745">
                          <a:extLst>
                            <a:ext uri="{FF2B5EF4-FFF2-40B4-BE49-F238E27FC236}">
                              <a16:creationId xmlns:a16="http://schemas.microsoft.com/office/drawing/2014/main" id="{670FB39C-87D3-6240-233E-885051B5375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47" name="Rectangle 746">
                            <a:extLst>
                              <a:ext uri="{FF2B5EF4-FFF2-40B4-BE49-F238E27FC236}">
                                <a16:creationId xmlns:a16="http://schemas.microsoft.com/office/drawing/2014/main" id="{203CDEB6-50AE-F91F-B951-9B905DE3A4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48" name="Rectangle 747">
                            <a:extLst>
                              <a:ext uri="{FF2B5EF4-FFF2-40B4-BE49-F238E27FC236}">
                                <a16:creationId xmlns:a16="http://schemas.microsoft.com/office/drawing/2014/main" id="{21474189-AB58-9171-35AD-3ED5B38FFB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49" name="Rectangle 748">
                            <a:extLst>
                              <a:ext uri="{FF2B5EF4-FFF2-40B4-BE49-F238E27FC236}">
                                <a16:creationId xmlns:a16="http://schemas.microsoft.com/office/drawing/2014/main" id="{1DCD6417-AC66-FA13-F5DE-7C5CB5B056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50" name="Rectangle 749">
                            <a:extLst>
                              <a:ext uri="{FF2B5EF4-FFF2-40B4-BE49-F238E27FC236}">
                                <a16:creationId xmlns:a16="http://schemas.microsoft.com/office/drawing/2014/main" id="{EBBC559D-B1E3-87D1-A7C5-0BE0443221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51" name="Rectangle 750">
                            <a:extLst>
                              <a:ext uri="{FF2B5EF4-FFF2-40B4-BE49-F238E27FC236}">
                                <a16:creationId xmlns:a16="http://schemas.microsoft.com/office/drawing/2014/main" id="{37D61DB9-1246-D597-44A1-4C670B9D6D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52" name="Rectangle 751">
                            <a:extLst>
                              <a:ext uri="{FF2B5EF4-FFF2-40B4-BE49-F238E27FC236}">
                                <a16:creationId xmlns:a16="http://schemas.microsoft.com/office/drawing/2014/main" id="{61935E93-4AB8-1882-8C05-77A6AA356C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53" name="Rectangle 752">
                            <a:extLst>
                              <a:ext uri="{FF2B5EF4-FFF2-40B4-BE49-F238E27FC236}">
                                <a16:creationId xmlns:a16="http://schemas.microsoft.com/office/drawing/2014/main" id="{16A21676-2009-5CF9-93AB-618B327848D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54" name="Rectangle 753">
                            <a:extLst>
                              <a:ext uri="{FF2B5EF4-FFF2-40B4-BE49-F238E27FC236}">
                                <a16:creationId xmlns:a16="http://schemas.microsoft.com/office/drawing/2014/main" id="{7F85F3C4-4A0C-4DDC-C7CC-7358BFAFED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55" name="Rectangle 754">
                            <a:extLst>
                              <a:ext uri="{FF2B5EF4-FFF2-40B4-BE49-F238E27FC236}">
                                <a16:creationId xmlns:a16="http://schemas.microsoft.com/office/drawing/2014/main" id="{A823D28E-33C3-B9A1-D3EA-2C4B3E76E3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56" name="Rectangle 755">
                            <a:extLst>
                              <a:ext uri="{FF2B5EF4-FFF2-40B4-BE49-F238E27FC236}">
                                <a16:creationId xmlns:a16="http://schemas.microsoft.com/office/drawing/2014/main" id="{A95B39D8-CEB3-28D2-725C-83509551E1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722" name="Group 721">
                        <a:extLst>
                          <a:ext uri="{FF2B5EF4-FFF2-40B4-BE49-F238E27FC236}">
                            <a16:creationId xmlns:a16="http://schemas.microsoft.com/office/drawing/2014/main" id="{34227C40-0C1E-24E7-074E-14F3C807430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723" name="Group 722">
                          <a:extLst>
                            <a:ext uri="{FF2B5EF4-FFF2-40B4-BE49-F238E27FC236}">
                              <a16:creationId xmlns:a16="http://schemas.microsoft.com/office/drawing/2014/main" id="{308C883B-A5CB-8709-F909-FD6D6E241F9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35" name="Rectangle 734">
                            <a:extLst>
                              <a:ext uri="{FF2B5EF4-FFF2-40B4-BE49-F238E27FC236}">
                                <a16:creationId xmlns:a16="http://schemas.microsoft.com/office/drawing/2014/main" id="{2E3E72B9-C8BA-BAA5-1AC9-868745A305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36" name="Rectangle 735">
                            <a:extLst>
                              <a:ext uri="{FF2B5EF4-FFF2-40B4-BE49-F238E27FC236}">
                                <a16:creationId xmlns:a16="http://schemas.microsoft.com/office/drawing/2014/main" id="{F9B3C592-8CDB-BEC4-D281-8BA044B119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37" name="Rectangle 736">
                            <a:extLst>
                              <a:ext uri="{FF2B5EF4-FFF2-40B4-BE49-F238E27FC236}">
                                <a16:creationId xmlns:a16="http://schemas.microsoft.com/office/drawing/2014/main" id="{3CFE07C3-764D-A2DA-B158-F9814BA103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38" name="Rectangle 737">
                            <a:extLst>
                              <a:ext uri="{FF2B5EF4-FFF2-40B4-BE49-F238E27FC236}">
                                <a16:creationId xmlns:a16="http://schemas.microsoft.com/office/drawing/2014/main" id="{6A9DC2C7-A782-746D-A366-85EF91699E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39" name="Rectangle 738">
                            <a:extLst>
                              <a:ext uri="{FF2B5EF4-FFF2-40B4-BE49-F238E27FC236}">
                                <a16:creationId xmlns:a16="http://schemas.microsoft.com/office/drawing/2014/main" id="{8924328C-1A46-B063-959D-BA76B83BFB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40" name="Rectangle 739">
                            <a:extLst>
                              <a:ext uri="{FF2B5EF4-FFF2-40B4-BE49-F238E27FC236}">
                                <a16:creationId xmlns:a16="http://schemas.microsoft.com/office/drawing/2014/main" id="{AF9D6E08-921D-4CB1-6E4C-F4DD727E4A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41" name="Rectangle 740">
                            <a:extLst>
                              <a:ext uri="{FF2B5EF4-FFF2-40B4-BE49-F238E27FC236}">
                                <a16:creationId xmlns:a16="http://schemas.microsoft.com/office/drawing/2014/main" id="{D41FB4A2-DE76-0F1E-B38E-A13B9F2BC0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42" name="Rectangle 741">
                            <a:extLst>
                              <a:ext uri="{FF2B5EF4-FFF2-40B4-BE49-F238E27FC236}">
                                <a16:creationId xmlns:a16="http://schemas.microsoft.com/office/drawing/2014/main" id="{2BAB78B3-80F5-F04B-D406-C3E5E23BF7F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43" name="Rectangle 742">
                            <a:extLst>
                              <a:ext uri="{FF2B5EF4-FFF2-40B4-BE49-F238E27FC236}">
                                <a16:creationId xmlns:a16="http://schemas.microsoft.com/office/drawing/2014/main" id="{B3CE92A0-9306-3AB5-3063-54B4CF82F8B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44" name="Rectangle 743">
                            <a:extLst>
                              <a:ext uri="{FF2B5EF4-FFF2-40B4-BE49-F238E27FC236}">
                                <a16:creationId xmlns:a16="http://schemas.microsoft.com/office/drawing/2014/main" id="{AD2ED8A4-9AF9-166C-06E9-DA0BA0EAC9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724" name="Group 723">
                          <a:extLst>
                            <a:ext uri="{FF2B5EF4-FFF2-40B4-BE49-F238E27FC236}">
                              <a16:creationId xmlns:a16="http://schemas.microsoft.com/office/drawing/2014/main" id="{32B27BE3-0FBA-5F7F-167D-7292C9AFE2D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25" name="Rectangle 724">
                            <a:extLst>
                              <a:ext uri="{FF2B5EF4-FFF2-40B4-BE49-F238E27FC236}">
                                <a16:creationId xmlns:a16="http://schemas.microsoft.com/office/drawing/2014/main" id="{C99FE993-E24B-0743-F359-47687CA42E6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26" name="Rectangle 725">
                            <a:extLst>
                              <a:ext uri="{FF2B5EF4-FFF2-40B4-BE49-F238E27FC236}">
                                <a16:creationId xmlns:a16="http://schemas.microsoft.com/office/drawing/2014/main" id="{97CEC1A3-B1B3-421D-F56C-4352F72A1A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27" name="Rectangle 726">
                            <a:extLst>
                              <a:ext uri="{FF2B5EF4-FFF2-40B4-BE49-F238E27FC236}">
                                <a16:creationId xmlns:a16="http://schemas.microsoft.com/office/drawing/2014/main" id="{70A67E01-7246-E755-783E-BE1BD1FBD3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28" name="Rectangle 727">
                            <a:extLst>
                              <a:ext uri="{FF2B5EF4-FFF2-40B4-BE49-F238E27FC236}">
                                <a16:creationId xmlns:a16="http://schemas.microsoft.com/office/drawing/2014/main" id="{64C842E4-D291-ECAF-2F51-3A919C1A90B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29" name="Rectangle 728">
                            <a:extLst>
                              <a:ext uri="{FF2B5EF4-FFF2-40B4-BE49-F238E27FC236}">
                                <a16:creationId xmlns:a16="http://schemas.microsoft.com/office/drawing/2014/main" id="{2D8024D8-0C55-EE59-429B-63AE62387B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30" name="Rectangle 729">
                            <a:extLst>
                              <a:ext uri="{FF2B5EF4-FFF2-40B4-BE49-F238E27FC236}">
                                <a16:creationId xmlns:a16="http://schemas.microsoft.com/office/drawing/2014/main" id="{CC72BF53-DF0D-A166-DECF-7C83D39B01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31" name="Rectangle 730">
                            <a:extLst>
                              <a:ext uri="{FF2B5EF4-FFF2-40B4-BE49-F238E27FC236}">
                                <a16:creationId xmlns:a16="http://schemas.microsoft.com/office/drawing/2014/main" id="{BCB6AB09-7B5F-87E9-3395-83C752ECA8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32" name="Rectangle 731">
                            <a:extLst>
                              <a:ext uri="{FF2B5EF4-FFF2-40B4-BE49-F238E27FC236}">
                                <a16:creationId xmlns:a16="http://schemas.microsoft.com/office/drawing/2014/main" id="{DBC89395-76D7-7602-38E6-BFC124861C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33" name="Rectangle 732">
                            <a:extLst>
                              <a:ext uri="{FF2B5EF4-FFF2-40B4-BE49-F238E27FC236}">
                                <a16:creationId xmlns:a16="http://schemas.microsoft.com/office/drawing/2014/main" id="{6862BC5D-E1B3-4563-4A41-A19400E767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34" name="Rectangle 733">
                            <a:extLst>
                              <a:ext uri="{FF2B5EF4-FFF2-40B4-BE49-F238E27FC236}">
                                <a16:creationId xmlns:a16="http://schemas.microsoft.com/office/drawing/2014/main" id="{2021E22B-BC20-0459-7262-015306BA05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674" name="Group 673">
                      <a:extLst>
                        <a:ext uri="{FF2B5EF4-FFF2-40B4-BE49-F238E27FC236}">
                          <a16:creationId xmlns:a16="http://schemas.microsoft.com/office/drawing/2014/main" id="{B0C72F1C-1C81-4763-3267-625E3F425CF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675" name="Group 674">
                        <a:extLst>
                          <a:ext uri="{FF2B5EF4-FFF2-40B4-BE49-F238E27FC236}">
                            <a16:creationId xmlns:a16="http://schemas.microsoft.com/office/drawing/2014/main" id="{F4FB4E5A-C026-E090-20F7-2C2E07BD21D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699" name="Group 698">
                          <a:extLst>
                            <a:ext uri="{FF2B5EF4-FFF2-40B4-BE49-F238E27FC236}">
                              <a16:creationId xmlns:a16="http://schemas.microsoft.com/office/drawing/2014/main" id="{166065EB-A379-A913-095F-5428657154A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11" name="Rectangle 710">
                            <a:extLst>
                              <a:ext uri="{FF2B5EF4-FFF2-40B4-BE49-F238E27FC236}">
                                <a16:creationId xmlns:a16="http://schemas.microsoft.com/office/drawing/2014/main" id="{77B53CA4-619C-41B7-75D2-B6689426370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12" name="Rectangle 711">
                            <a:extLst>
                              <a:ext uri="{FF2B5EF4-FFF2-40B4-BE49-F238E27FC236}">
                                <a16:creationId xmlns:a16="http://schemas.microsoft.com/office/drawing/2014/main" id="{F13A83B3-320C-0AA8-58D3-9E518750E2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13" name="Rectangle 712">
                            <a:extLst>
                              <a:ext uri="{FF2B5EF4-FFF2-40B4-BE49-F238E27FC236}">
                                <a16:creationId xmlns:a16="http://schemas.microsoft.com/office/drawing/2014/main" id="{1E00F2F2-3E32-F799-397A-3E49A8834B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14" name="Rectangle 713">
                            <a:extLst>
                              <a:ext uri="{FF2B5EF4-FFF2-40B4-BE49-F238E27FC236}">
                                <a16:creationId xmlns:a16="http://schemas.microsoft.com/office/drawing/2014/main" id="{AB455D3B-E6F5-3B09-B61B-3BF39D52D8B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15" name="Rectangle 714">
                            <a:extLst>
                              <a:ext uri="{FF2B5EF4-FFF2-40B4-BE49-F238E27FC236}">
                                <a16:creationId xmlns:a16="http://schemas.microsoft.com/office/drawing/2014/main" id="{4445CF6A-1F01-4628-3AF2-7B6E2EAC13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16" name="Rectangle 715">
                            <a:extLst>
                              <a:ext uri="{FF2B5EF4-FFF2-40B4-BE49-F238E27FC236}">
                                <a16:creationId xmlns:a16="http://schemas.microsoft.com/office/drawing/2014/main" id="{36A7F3F2-EDCD-CA46-EB0C-81947D31229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17" name="Rectangle 716">
                            <a:extLst>
                              <a:ext uri="{FF2B5EF4-FFF2-40B4-BE49-F238E27FC236}">
                                <a16:creationId xmlns:a16="http://schemas.microsoft.com/office/drawing/2014/main" id="{C3FD57FB-4DB4-3259-3853-67ABC8E492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18" name="Rectangle 717">
                            <a:extLst>
                              <a:ext uri="{FF2B5EF4-FFF2-40B4-BE49-F238E27FC236}">
                                <a16:creationId xmlns:a16="http://schemas.microsoft.com/office/drawing/2014/main" id="{26CEEDA3-91F1-C354-39E5-FA31379FD0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19" name="Rectangle 718">
                            <a:extLst>
                              <a:ext uri="{FF2B5EF4-FFF2-40B4-BE49-F238E27FC236}">
                                <a16:creationId xmlns:a16="http://schemas.microsoft.com/office/drawing/2014/main" id="{6844CC3F-FD4F-80EC-FC76-E8D6E8DE10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20" name="Rectangle 719">
                            <a:extLst>
                              <a:ext uri="{FF2B5EF4-FFF2-40B4-BE49-F238E27FC236}">
                                <a16:creationId xmlns:a16="http://schemas.microsoft.com/office/drawing/2014/main" id="{4F8B0A7C-6542-4126-1A38-DEF7207D03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700" name="Group 699">
                          <a:extLst>
                            <a:ext uri="{FF2B5EF4-FFF2-40B4-BE49-F238E27FC236}">
                              <a16:creationId xmlns:a16="http://schemas.microsoft.com/office/drawing/2014/main" id="{94ED7B8B-E61C-E7BE-C069-3A8BD9350A8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01" name="Rectangle 700">
                            <a:extLst>
                              <a:ext uri="{FF2B5EF4-FFF2-40B4-BE49-F238E27FC236}">
                                <a16:creationId xmlns:a16="http://schemas.microsoft.com/office/drawing/2014/main" id="{59499A6D-0717-40F0-65B0-F6EE9ADDDC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02" name="Rectangle 701">
                            <a:extLst>
                              <a:ext uri="{FF2B5EF4-FFF2-40B4-BE49-F238E27FC236}">
                                <a16:creationId xmlns:a16="http://schemas.microsoft.com/office/drawing/2014/main" id="{80C6E259-633A-5644-8640-F7EEB2AA2D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03" name="Rectangle 702">
                            <a:extLst>
                              <a:ext uri="{FF2B5EF4-FFF2-40B4-BE49-F238E27FC236}">
                                <a16:creationId xmlns:a16="http://schemas.microsoft.com/office/drawing/2014/main" id="{B21AABDA-B47A-940C-F326-84ED7E66E9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04" name="Rectangle 703">
                            <a:extLst>
                              <a:ext uri="{FF2B5EF4-FFF2-40B4-BE49-F238E27FC236}">
                                <a16:creationId xmlns:a16="http://schemas.microsoft.com/office/drawing/2014/main" id="{5CA9102B-57D1-3F52-DD64-519BCC110C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05" name="Rectangle 704">
                            <a:extLst>
                              <a:ext uri="{FF2B5EF4-FFF2-40B4-BE49-F238E27FC236}">
                                <a16:creationId xmlns:a16="http://schemas.microsoft.com/office/drawing/2014/main" id="{79E961AA-92B9-BD6A-228E-AE6FD55565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06" name="Rectangle 705">
                            <a:extLst>
                              <a:ext uri="{FF2B5EF4-FFF2-40B4-BE49-F238E27FC236}">
                                <a16:creationId xmlns:a16="http://schemas.microsoft.com/office/drawing/2014/main" id="{569D4DAE-7ACB-3C87-9750-420C59C846F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07" name="Rectangle 706">
                            <a:extLst>
                              <a:ext uri="{FF2B5EF4-FFF2-40B4-BE49-F238E27FC236}">
                                <a16:creationId xmlns:a16="http://schemas.microsoft.com/office/drawing/2014/main" id="{395E1212-D651-A157-99C9-0481E21193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08" name="Rectangle 707">
                            <a:extLst>
                              <a:ext uri="{FF2B5EF4-FFF2-40B4-BE49-F238E27FC236}">
                                <a16:creationId xmlns:a16="http://schemas.microsoft.com/office/drawing/2014/main" id="{6CC9A8CA-A39D-D993-2D6C-B7DA43D770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09" name="Rectangle 708">
                            <a:extLst>
                              <a:ext uri="{FF2B5EF4-FFF2-40B4-BE49-F238E27FC236}">
                                <a16:creationId xmlns:a16="http://schemas.microsoft.com/office/drawing/2014/main" id="{97D44626-7D6D-B84F-7CE4-C8F7DA8FE1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10" name="Rectangle 709">
                            <a:extLst>
                              <a:ext uri="{FF2B5EF4-FFF2-40B4-BE49-F238E27FC236}">
                                <a16:creationId xmlns:a16="http://schemas.microsoft.com/office/drawing/2014/main" id="{ECE12B0E-3127-37D7-9913-751E3539DB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676" name="Group 675">
                        <a:extLst>
                          <a:ext uri="{FF2B5EF4-FFF2-40B4-BE49-F238E27FC236}">
                            <a16:creationId xmlns:a16="http://schemas.microsoft.com/office/drawing/2014/main" id="{C0D6D242-61C3-D35E-A757-02CF629796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677" name="Group 676">
                          <a:extLst>
                            <a:ext uri="{FF2B5EF4-FFF2-40B4-BE49-F238E27FC236}">
                              <a16:creationId xmlns:a16="http://schemas.microsoft.com/office/drawing/2014/main" id="{3F7CB464-8FE4-E679-E3BC-6381FCE808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689" name="Rectangle 688">
                            <a:extLst>
                              <a:ext uri="{FF2B5EF4-FFF2-40B4-BE49-F238E27FC236}">
                                <a16:creationId xmlns:a16="http://schemas.microsoft.com/office/drawing/2014/main" id="{B87E0B62-D74F-1362-F7D6-A65FD62431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90" name="Rectangle 689">
                            <a:extLst>
                              <a:ext uri="{FF2B5EF4-FFF2-40B4-BE49-F238E27FC236}">
                                <a16:creationId xmlns:a16="http://schemas.microsoft.com/office/drawing/2014/main" id="{DBA8D52B-8533-B5C4-2504-B3D22105245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91" name="Rectangle 690">
                            <a:extLst>
                              <a:ext uri="{FF2B5EF4-FFF2-40B4-BE49-F238E27FC236}">
                                <a16:creationId xmlns:a16="http://schemas.microsoft.com/office/drawing/2014/main" id="{6B836A76-C47E-0D4A-8736-2B5DCEC78B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92" name="Rectangle 691">
                            <a:extLst>
                              <a:ext uri="{FF2B5EF4-FFF2-40B4-BE49-F238E27FC236}">
                                <a16:creationId xmlns:a16="http://schemas.microsoft.com/office/drawing/2014/main" id="{3B3E73C4-1296-60CF-3EFA-3B77C1C03A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93" name="Rectangle 692">
                            <a:extLst>
                              <a:ext uri="{FF2B5EF4-FFF2-40B4-BE49-F238E27FC236}">
                                <a16:creationId xmlns:a16="http://schemas.microsoft.com/office/drawing/2014/main" id="{724930E1-4F43-A671-6977-9A3405AA29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94" name="Rectangle 693">
                            <a:extLst>
                              <a:ext uri="{FF2B5EF4-FFF2-40B4-BE49-F238E27FC236}">
                                <a16:creationId xmlns:a16="http://schemas.microsoft.com/office/drawing/2014/main" id="{60EAE71C-622E-D596-085E-4DA95BC1542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95" name="Rectangle 694">
                            <a:extLst>
                              <a:ext uri="{FF2B5EF4-FFF2-40B4-BE49-F238E27FC236}">
                                <a16:creationId xmlns:a16="http://schemas.microsoft.com/office/drawing/2014/main" id="{D90DB6B1-F980-3D6C-1C3A-93AD4D8C657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96" name="Rectangle 695">
                            <a:extLst>
                              <a:ext uri="{FF2B5EF4-FFF2-40B4-BE49-F238E27FC236}">
                                <a16:creationId xmlns:a16="http://schemas.microsoft.com/office/drawing/2014/main" id="{E06E4B45-882F-FC69-8AC1-4CEDCF34CAB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97" name="Rectangle 696">
                            <a:extLst>
                              <a:ext uri="{FF2B5EF4-FFF2-40B4-BE49-F238E27FC236}">
                                <a16:creationId xmlns:a16="http://schemas.microsoft.com/office/drawing/2014/main" id="{F15B6299-17F9-3D74-B8FC-64C7B39499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98" name="Rectangle 697">
                            <a:extLst>
                              <a:ext uri="{FF2B5EF4-FFF2-40B4-BE49-F238E27FC236}">
                                <a16:creationId xmlns:a16="http://schemas.microsoft.com/office/drawing/2014/main" id="{36633F3A-C729-E365-124B-3DFF8CFF30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678" name="Group 677">
                          <a:extLst>
                            <a:ext uri="{FF2B5EF4-FFF2-40B4-BE49-F238E27FC236}">
                              <a16:creationId xmlns:a16="http://schemas.microsoft.com/office/drawing/2014/main" id="{E599F85F-3808-81AE-8F55-B7AF7A5035F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679" name="Rectangle 678">
                            <a:extLst>
                              <a:ext uri="{FF2B5EF4-FFF2-40B4-BE49-F238E27FC236}">
                                <a16:creationId xmlns:a16="http://schemas.microsoft.com/office/drawing/2014/main" id="{57936D60-1515-A8F8-969B-11C10A54C81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80" name="Rectangle 679">
                            <a:extLst>
                              <a:ext uri="{FF2B5EF4-FFF2-40B4-BE49-F238E27FC236}">
                                <a16:creationId xmlns:a16="http://schemas.microsoft.com/office/drawing/2014/main" id="{F06A670E-17C9-C2F9-ADC1-536D95B849F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81" name="Rectangle 680">
                            <a:extLst>
                              <a:ext uri="{FF2B5EF4-FFF2-40B4-BE49-F238E27FC236}">
                                <a16:creationId xmlns:a16="http://schemas.microsoft.com/office/drawing/2014/main" id="{03409D37-FFE1-38F3-0274-8FC2BBE28F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82" name="Rectangle 681">
                            <a:extLst>
                              <a:ext uri="{FF2B5EF4-FFF2-40B4-BE49-F238E27FC236}">
                                <a16:creationId xmlns:a16="http://schemas.microsoft.com/office/drawing/2014/main" id="{0877F99B-D818-1A4F-B8BE-6544767A4D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83" name="Rectangle 682">
                            <a:extLst>
                              <a:ext uri="{FF2B5EF4-FFF2-40B4-BE49-F238E27FC236}">
                                <a16:creationId xmlns:a16="http://schemas.microsoft.com/office/drawing/2014/main" id="{F85D7ADD-E0EB-614F-A35B-7437D4DC21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84" name="Rectangle 683">
                            <a:extLst>
                              <a:ext uri="{FF2B5EF4-FFF2-40B4-BE49-F238E27FC236}">
                                <a16:creationId xmlns:a16="http://schemas.microsoft.com/office/drawing/2014/main" id="{5DE1D10A-4A38-14A0-54C7-03382B7425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85" name="Rectangle 684">
                            <a:extLst>
                              <a:ext uri="{FF2B5EF4-FFF2-40B4-BE49-F238E27FC236}">
                                <a16:creationId xmlns:a16="http://schemas.microsoft.com/office/drawing/2014/main" id="{26FE7527-4C2B-95E5-EEBD-3658537CE1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86" name="Rectangle 685">
                            <a:extLst>
                              <a:ext uri="{FF2B5EF4-FFF2-40B4-BE49-F238E27FC236}">
                                <a16:creationId xmlns:a16="http://schemas.microsoft.com/office/drawing/2014/main" id="{A2CE813E-865C-7C5A-FC1D-23EAEA46DC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87" name="Rectangle 686">
                            <a:extLst>
                              <a:ext uri="{FF2B5EF4-FFF2-40B4-BE49-F238E27FC236}">
                                <a16:creationId xmlns:a16="http://schemas.microsoft.com/office/drawing/2014/main" id="{B023893D-8FFC-1FA6-18D7-3C11FCB1EF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88" name="Rectangle 687">
                            <a:extLst>
                              <a:ext uri="{FF2B5EF4-FFF2-40B4-BE49-F238E27FC236}">
                                <a16:creationId xmlns:a16="http://schemas.microsoft.com/office/drawing/2014/main" id="{D54B4C4B-8A49-69AF-C689-D0044574C6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777" name="Group 776">
                <a:extLst>
                  <a:ext uri="{FF2B5EF4-FFF2-40B4-BE49-F238E27FC236}">
                    <a16:creationId xmlns:a16="http://schemas.microsoft.com/office/drawing/2014/main" id="{7222642C-CD74-7B7A-EB08-662D817B10E2}"/>
                  </a:ext>
                </a:extLst>
              </p:cNvPr>
              <p:cNvGrpSpPr/>
              <p:nvPr/>
            </p:nvGrpSpPr>
            <p:grpSpPr>
              <a:xfrm>
                <a:off x="10331373" y="2362590"/>
                <a:ext cx="2001831" cy="345202"/>
                <a:chOff x="921102" y="312096"/>
                <a:chExt cx="2001831" cy="345202"/>
              </a:xfrm>
              <a:solidFill>
                <a:schemeClr val="bg2"/>
              </a:solidFill>
            </p:grpSpPr>
            <p:grpSp>
              <p:nvGrpSpPr>
                <p:cNvPr id="825" name="Group 824">
                  <a:extLst>
                    <a:ext uri="{FF2B5EF4-FFF2-40B4-BE49-F238E27FC236}">
                      <a16:creationId xmlns:a16="http://schemas.microsoft.com/office/drawing/2014/main" id="{35551AE9-94A2-DEA0-71C3-3E58835E3D05}"/>
                    </a:ext>
                  </a:extLst>
                </p:cNvPr>
                <p:cNvGrpSpPr/>
                <p:nvPr/>
              </p:nvGrpSpPr>
              <p:grpSpPr>
                <a:xfrm>
                  <a:off x="921102" y="312096"/>
                  <a:ext cx="999157" cy="345202"/>
                  <a:chOff x="921102" y="312096"/>
                  <a:chExt cx="999157" cy="345202"/>
                </a:xfrm>
                <a:grpFill/>
              </p:grpSpPr>
              <p:grpSp>
                <p:nvGrpSpPr>
                  <p:cNvPr id="849" name="Group 848">
                    <a:extLst>
                      <a:ext uri="{FF2B5EF4-FFF2-40B4-BE49-F238E27FC236}">
                        <a16:creationId xmlns:a16="http://schemas.microsoft.com/office/drawing/2014/main" id="{96CECBA2-8396-72A0-2FD9-429C81EB0116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490994" cy="345202"/>
                    <a:chOff x="807993" y="409074"/>
                    <a:chExt cx="433529" cy="304800"/>
                  </a:xfrm>
                  <a:grpFill/>
                </p:grpSpPr>
                <p:sp>
                  <p:nvSpPr>
                    <p:cNvPr id="861" name="Rectangle 860">
                      <a:extLst>
                        <a:ext uri="{FF2B5EF4-FFF2-40B4-BE49-F238E27FC236}">
                          <a16:creationId xmlns:a16="http://schemas.microsoft.com/office/drawing/2014/main" id="{C64E5C3F-5ACB-56E6-51DE-EC61C3AF1B8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62" name="Rectangle 861">
                      <a:extLst>
                        <a:ext uri="{FF2B5EF4-FFF2-40B4-BE49-F238E27FC236}">
                          <a16:creationId xmlns:a16="http://schemas.microsoft.com/office/drawing/2014/main" id="{0AA6B4E2-11D3-2824-8130-065CACDFDD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63" name="Rectangle 862">
                      <a:extLst>
                        <a:ext uri="{FF2B5EF4-FFF2-40B4-BE49-F238E27FC236}">
                          <a16:creationId xmlns:a16="http://schemas.microsoft.com/office/drawing/2014/main" id="{43EE370D-8BF9-18A9-BED8-E6C1C4D46A8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64" name="Rectangle 863">
                      <a:extLst>
                        <a:ext uri="{FF2B5EF4-FFF2-40B4-BE49-F238E27FC236}">
                          <a16:creationId xmlns:a16="http://schemas.microsoft.com/office/drawing/2014/main" id="{74679826-8F35-63BB-826C-11F4710B7E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65" name="Rectangle 864">
                      <a:extLst>
                        <a:ext uri="{FF2B5EF4-FFF2-40B4-BE49-F238E27FC236}">
                          <a16:creationId xmlns:a16="http://schemas.microsoft.com/office/drawing/2014/main" id="{5B268368-90CA-7589-FBAC-0B2C3BF779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66" name="Rectangle 865">
                      <a:extLst>
                        <a:ext uri="{FF2B5EF4-FFF2-40B4-BE49-F238E27FC236}">
                          <a16:creationId xmlns:a16="http://schemas.microsoft.com/office/drawing/2014/main" id="{9E387B89-EBA5-DFF7-9D13-E1EBDBF1AD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67" name="Rectangle 866">
                      <a:extLst>
                        <a:ext uri="{FF2B5EF4-FFF2-40B4-BE49-F238E27FC236}">
                          <a16:creationId xmlns:a16="http://schemas.microsoft.com/office/drawing/2014/main" id="{D15EE0C4-D27C-7876-CA81-E0E97D2CCA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68" name="Rectangle 867">
                      <a:extLst>
                        <a:ext uri="{FF2B5EF4-FFF2-40B4-BE49-F238E27FC236}">
                          <a16:creationId xmlns:a16="http://schemas.microsoft.com/office/drawing/2014/main" id="{2538932E-5A4E-ED99-35F6-346C59ED7E5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227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69" name="Rectangle 868">
                      <a:extLst>
                        <a:ext uri="{FF2B5EF4-FFF2-40B4-BE49-F238E27FC236}">
                          <a16:creationId xmlns:a16="http://schemas.microsoft.com/office/drawing/2014/main" id="{F13C6AA9-ADFC-39CF-204E-D0BF419F45C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5679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70" name="Rectangle 869">
                      <a:extLst>
                        <a:ext uri="{FF2B5EF4-FFF2-40B4-BE49-F238E27FC236}">
                          <a16:creationId xmlns:a16="http://schemas.microsoft.com/office/drawing/2014/main" id="{3808963B-2D04-6FB2-CCDD-87DAD9CED83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9580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  <p:grpSp>
                <p:nvGrpSpPr>
                  <p:cNvPr id="850" name="Group 849">
                    <a:extLst>
                      <a:ext uri="{FF2B5EF4-FFF2-40B4-BE49-F238E27FC236}">
                        <a16:creationId xmlns:a16="http://schemas.microsoft.com/office/drawing/2014/main" id="{0C03408E-A16D-8377-A63A-ADEBEDDE4817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0" cy="345202"/>
                    <a:chOff x="801033" y="409074"/>
                    <a:chExt cx="447449" cy="304800"/>
                  </a:xfrm>
                  <a:grpFill/>
                </p:grpSpPr>
                <p:sp>
                  <p:nvSpPr>
                    <p:cNvPr id="851" name="Rectangle 850">
                      <a:extLst>
                        <a:ext uri="{FF2B5EF4-FFF2-40B4-BE49-F238E27FC236}">
                          <a16:creationId xmlns:a16="http://schemas.microsoft.com/office/drawing/2014/main" id="{2680A398-4E1E-E8FD-5B90-AB18ED9A3A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52" name="Rectangle 851">
                      <a:extLst>
                        <a:ext uri="{FF2B5EF4-FFF2-40B4-BE49-F238E27FC236}">
                          <a16:creationId xmlns:a16="http://schemas.microsoft.com/office/drawing/2014/main" id="{8D45E455-FB34-671B-BBEF-5769C436AC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53" name="Rectangle 852">
                      <a:extLst>
                        <a:ext uri="{FF2B5EF4-FFF2-40B4-BE49-F238E27FC236}">
                          <a16:creationId xmlns:a16="http://schemas.microsoft.com/office/drawing/2014/main" id="{E2D132B7-1385-C1A1-6097-45F37FC789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54" name="Rectangle 853">
                      <a:extLst>
                        <a:ext uri="{FF2B5EF4-FFF2-40B4-BE49-F238E27FC236}">
                          <a16:creationId xmlns:a16="http://schemas.microsoft.com/office/drawing/2014/main" id="{EA9F2C7C-5FD0-D363-AFD4-0B309C9F576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55" name="Rectangle 854">
                      <a:extLst>
                        <a:ext uri="{FF2B5EF4-FFF2-40B4-BE49-F238E27FC236}">
                          <a16:creationId xmlns:a16="http://schemas.microsoft.com/office/drawing/2014/main" id="{65A7490F-8E5B-9C0C-F48F-CC2B98CCB2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6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56" name="Rectangle 855">
                      <a:extLst>
                        <a:ext uri="{FF2B5EF4-FFF2-40B4-BE49-F238E27FC236}">
                          <a16:creationId xmlns:a16="http://schemas.microsoft.com/office/drawing/2014/main" id="{0159CF17-F0A3-8745-B26F-4F86481FF5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57" name="Rectangle 856">
                      <a:extLst>
                        <a:ext uri="{FF2B5EF4-FFF2-40B4-BE49-F238E27FC236}">
                          <a16:creationId xmlns:a16="http://schemas.microsoft.com/office/drawing/2014/main" id="{62A2E509-359E-9F5B-89F6-5176815766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58" name="Rectangle 857">
                      <a:extLst>
                        <a:ext uri="{FF2B5EF4-FFF2-40B4-BE49-F238E27FC236}">
                          <a16:creationId xmlns:a16="http://schemas.microsoft.com/office/drawing/2014/main" id="{D7A337FA-E688-B79B-8A65-A8AAB01F0B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59" name="Rectangle 858">
                      <a:extLst>
                        <a:ext uri="{FF2B5EF4-FFF2-40B4-BE49-F238E27FC236}">
                          <a16:creationId xmlns:a16="http://schemas.microsoft.com/office/drawing/2014/main" id="{72866B91-AD67-32E6-E617-95BD73CB8CF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60" name="Rectangle 859">
                      <a:extLst>
                        <a:ext uri="{FF2B5EF4-FFF2-40B4-BE49-F238E27FC236}">
                          <a16:creationId xmlns:a16="http://schemas.microsoft.com/office/drawing/2014/main" id="{5E12FFC1-B951-36FC-2D04-E45A5B8D10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</p:grpSp>
            <p:grpSp>
              <p:nvGrpSpPr>
                <p:cNvPr id="826" name="Group 825">
                  <a:extLst>
                    <a:ext uri="{FF2B5EF4-FFF2-40B4-BE49-F238E27FC236}">
                      <a16:creationId xmlns:a16="http://schemas.microsoft.com/office/drawing/2014/main" id="{D1CD6D2C-9994-6512-2012-53A1D1F3C3E1}"/>
                    </a:ext>
                  </a:extLst>
                </p:cNvPr>
                <p:cNvGrpSpPr/>
                <p:nvPr/>
              </p:nvGrpSpPr>
              <p:grpSpPr>
                <a:xfrm>
                  <a:off x="1923775" y="312096"/>
                  <a:ext cx="999158" cy="345202"/>
                  <a:chOff x="921103" y="312096"/>
                  <a:chExt cx="999158" cy="345202"/>
                </a:xfrm>
                <a:grpFill/>
              </p:grpSpPr>
              <p:grpSp>
                <p:nvGrpSpPr>
                  <p:cNvPr id="827" name="Group 826">
                    <a:extLst>
                      <a:ext uri="{FF2B5EF4-FFF2-40B4-BE49-F238E27FC236}">
                        <a16:creationId xmlns:a16="http://schemas.microsoft.com/office/drawing/2014/main" id="{09195CFF-F5CB-5A9F-6AF7-4E3F1C6AE3FC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839" name="Rectangle 838">
                      <a:extLst>
                        <a:ext uri="{FF2B5EF4-FFF2-40B4-BE49-F238E27FC236}">
                          <a16:creationId xmlns:a16="http://schemas.microsoft.com/office/drawing/2014/main" id="{039307CB-D660-F47F-BBD9-1A4F454DC2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40" name="Rectangle 839">
                      <a:extLst>
                        <a:ext uri="{FF2B5EF4-FFF2-40B4-BE49-F238E27FC236}">
                          <a16:creationId xmlns:a16="http://schemas.microsoft.com/office/drawing/2014/main" id="{BB0EB516-AF6A-2ED4-79FE-333887D271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41" name="Rectangle 840">
                      <a:extLst>
                        <a:ext uri="{FF2B5EF4-FFF2-40B4-BE49-F238E27FC236}">
                          <a16:creationId xmlns:a16="http://schemas.microsoft.com/office/drawing/2014/main" id="{A59750CD-84A4-1BF6-9CE8-703C7D1E19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42" name="Rectangle 841">
                      <a:extLst>
                        <a:ext uri="{FF2B5EF4-FFF2-40B4-BE49-F238E27FC236}">
                          <a16:creationId xmlns:a16="http://schemas.microsoft.com/office/drawing/2014/main" id="{D63323FE-B0D4-F42D-38A8-6D2890CE4A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43" name="Rectangle 842">
                      <a:extLst>
                        <a:ext uri="{FF2B5EF4-FFF2-40B4-BE49-F238E27FC236}">
                          <a16:creationId xmlns:a16="http://schemas.microsoft.com/office/drawing/2014/main" id="{E1ED94EB-0C45-1D65-9BDF-B3DD80F848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44" name="Rectangle 843">
                      <a:extLst>
                        <a:ext uri="{FF2B5EF4-FFF2-40B4-BE49-F238E27FC236}">
                          <a16:creationId xmlns:a16="http://schemas.microsoft.com/office/drawing/2014/main" id="{0737F3BE-0111-9200-2E04-A7DC6A8BA8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45" name="Rectangle 844">
                      <a:extLst>
                        <a:ext uri="{FF2B5EF4-FFF2-40B4-BE49-F238E27FC236}">
                          <a16:creationId xmlns:a16="http://schemas.microsoft.com/office/drawing/2014/main" id="{A9D38B28-8595-8F39-CAF9-C44C492CEE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46" name="Rectangle 845">
                      <a:extLst>
                        <a:ext uri="{FF2B5EF4-FFF2-40B4-BE49-F238E27FC236}">
                          <a16:creationId xmlns:a16="http://schemas.microsoft.com/office/drawing/2014/main" id="{4DD32386-79F0-7DFE-539D-8185CD50BA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47" name="Rectangle 846">
                      <a:extLst>
                        <a:ext uri="{FF2B5EF4-FFF2-40B4-BE49-F238E27FC236}">
                          <a16:creationId xmlns:a16="http://schemas.microsoft.com/office/drawing/2014/main" id="{79D909D4-101A-C444-8E21-9B96CC570A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48" name="Rectangle 847">
                      <a:extLst>
                        <a:ext uri="{FF2B5EF4-FFF2-40B4-BE49-F238E27FC236}">
                          <a16:creationId xmlns:a16="http://schemas.microsoft.com/office/drawing/2014/main" id="{073D3D7D-7735-F6B6-3D2C-C68B8D7B87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  <p:grpSp>
                <p:nvGrpSpPr>
                  <p:cNvPr id="828" name="Group 827">
                    <a:extLst>
                      <a:ext uri="{FF2B5EF4-FFF2-40B4-BE49-F238E27FC236}">
                        <a16:creationId xmlns:a16="http://schemas.microsoft.com/office/drawing/2014/main" id="{E3D2CB95-725B-23CD-8E05-3AF31B67EDFA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829" name="Rectangle 828">
                      <a:extLst>
                        <a:ext uri="{FF2B5EF4-FFF2-40B4-BE49-F238E27FC236}">
                          <a16:creationId xmlns:a16="http://schemas.microsoft.com/office/drawing/2014/main" id="{3E2A3B5C-2A12-1DAB-816D-4246A3A9DE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30" name="Rectangle 829">
                      <a:extLst>
                        <a:ext uri="{FF2B5EF4-FFF2-40B4-BE49-F238E27FC236}">
                          <a16:creationId xmlns:a16="http://schemas.microsoft.com/office/drawing/2014/main" id="{F5676593-F2E3-9443-1016-75DE54EBA1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31" name="Rectangle 830">
                      <a:extLst>
                        <a:ext uri="{FF2B5EF4-FFF2-40B4-BE49-F238E27FC236}">
                          <a16:creationId xmlns:a16="http://schemas.microsoft.com/office/drawing/2014/main" id="{CBD11E19-50F7-6D7B-9372-1BFA79C7CC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32" name="Rectangle 831">
                      <a:extLst>
                        <a:ext uri="{FF2B5EF4-FFF2-40B4-BE49-F238E27FC236}">
                          <a16:creationId xmlns:a16="http://schemas.microsoft.com/office/drawing/2014/main" id="{898CB8D5-FBA7-337D-08B7-C37391DAEE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33" name="Rectangle 832">
                      <a:extLst>
                        <a:ext uri="{FF2B5EF4-FFF2-40B4-BE49-F238E27FC236}">
                          <a16:creationId xmlns:a16="http://schemas.microsoft.com/office/drawing/2014/main" id="{48688B73-A262-6595-18C8-B9BF858E94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34" name="Rectangle 833">
                      <a:extLst>
                        <a:ext uri="{FF2B5EF4-FFF2-40B4-BE49-F238E27FC236}">
                          <a16:creationId xmlns:a16="http://schemas.microsoft.com/office/drawing/2014/main" id="{AB199E79-2642-461D-CE3C-A41EFE70D1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35" name="Rectangle 834">
                      <a:extLst>
                        <a:ext uri="{FF2B5EF4-FFF2-40B4-BE49-F238E27FC236}">
                          <a16:creationId xmlns:a16="http://schemas.microsoft.com/office/drawing/2014/main" id="{9930924C-1B39-C85E-8B09-11D318F2D2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36" name="Rectangle 835">
                      <a:extLst>
                        <a:ext uri="{FF2B5EF4-FFF2-40B4-BE49-F238E27FC236}">
                          <a16:creationId xmlns:a16="http://schemas.microsoft.com/office/drawing/2014/main" id="{8A1219CD-3AB0-CC8B-EC2F-46DB5627870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37" name="Rectangle 836">
                      <a:extLst>
                        <a:ext uri="{FF2B5EF4-FFF2-40B4-BE49-F238E27FC236}">
                          <a16:creationId xmlns:a16="http://schemas.microsoft.com/office/drawing/2014/main" id="{5AF5B69C-7B03-EF71-146C-BCF37EACF7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38" name="Rectangle 837">
                      <a:extLst>
                        <a:ext uri="{FF2B5EF4-FFF2-40B4-BE49-F238E27FC236}">
                          <a16:creationId xmlns:a16="http://schemas.microsoft.com/office/drawing/2014/main" id="{04C87F5E-64A3-16D6-B339-BE4BD33C9A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</p:grpSp>
          </p:grpSp>
          <p:grpSp>
            <p:nvGrpSpPr>
              <p:cNvPr id="973" name="Group 972">
                <a:extLst>
                  <a:ext uri="{FF2B5EF4-FFF2-40B4-BE49-F238E27FC236}">
                    <a16:creationId xmlns:a16="http://schemas.microsoft.com/office/drawing/2014/main" id="{D427F9E2-B99C-4B26-AC89-25F8E9B883FF}"/>
                  </a:ext>
                </a:extLst>
              </p:cNvPr>
              <p:cNvGrpSpPr/>
              <p:nvPr/>
            </p:nvGrpSpPr>
            <p:grpSpPr>
              <a:xfrm>
                <a:off x="936202" y="2362590"/>
                <a:ext cx="999158" cy="345202"/>
                <a:chOff x="921103" y="312096"/>
                <a:chExt cx="999158" cy="345202"/>
              </a:xfrm>
              <a:solidFill>
                <a:schemeClr val="bg2"/>
              </a:solidFill>
            </p:grpSpPr>
            <p:grpSp>
              <p:nvGrpSpPr>
                <p:cNvPr id="974" name="Group 973">
                  <a:extLst>
                    <a:ext uri="{FF2B5EF4-FFF2-40B4-BE49-F238E27FC236}">
                      <a16:creationId xmlns:a16="http://schemas.microsoft.com/office/drawing/2014/main" id="{9A6741D9-427A-7EB0-B843-661447393E7A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498877" cy="345202"/>
                  <a:chOff x="807993" y="409074"/>
                  <a:chExt cx="440489" cy="304800"/>
                </a:xfrm>
                <a:grpFill/>
              </p:grpSpPr>
              <p:sp>
                <p:nvSpPr>
                  <p:cNvPr id="986" name="Rectangle 985">
                    <a:extLst>
                      <a:ext uri="{FF2B5EF4-FFF2-40B4-BE49-F238E27FC236}">
                        <a16:creationId xmlns:a16="http://schemas.microsoft.com/office/drawing/2014/main" id="{9D4253FA-C867-8FA8-58C6-2102CB5DDD62}"/>
                      </a:ext>
                    </a:extLst>
                  </p:cNvPr>
                  <p:cNvSpPr/>
                  <p:nvPr/>
                </p:nvSpPr>
                <p:spPr>
                  <a:xfrm>
                    <a:off x="80799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87" name="Rectangle 986">
                    <a:extLst>
                      <a:ext uri="{FF2B5EF4-FFF2-40B4-BE49-F238E27FC236}">
                        <a16:creationId xmlns:a16="http://schemas.microsoft.com/office/drawing/2014/main" id="{A1E2921E-E6D9-20DE-1F22-F7627E287C11}"/>
                      </a:ext>
                    </a:extLst>
                  </p:cNvPr>
                  <p:cNvSpPr/>
                  <p:nvPr/>
                </p:nvSpPr>
                <p:spPr>
                  <a:xfrm>
                    <a:off x="85343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88" name="Rectangle 987">
                    <a:extLst>
                      <a:ext uri="{FF2B5EF4-FFF2-40B4-BE49-F238E27FC236}">
                        <a16:creationId xmlns:a16="http://schemas.microsoft.com/office/drawing/2014/main" id="{5CA0DB7C-915D-17D1-0F9C-94AF511E9BAE}"/>
                      </a:ext>
                    </a:extLst>
                  </p:cNvPr>
                  <p:cNvSpPr/>
                  <p:nvPr/>
                </p:nvSpPr>
                <p:spPr>
                  <a:xfrm>
                    <a:off x="89887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89" name="Rectangle 988">
                    <a:extLst>
                      <a:ext uri="{FF2B5EF4-FFF2-40B4-BE49-F238E27FC236}">
                        <a16:creationId xmlns:a16="http://schemas.microsoft.com/office/drawing/2014/main" id="{5C9C0724-21FF-D995-0A76-5BF87FA5F401}"/>
                      </a:ext>
                    </a:extLst>
                  </p:cNvPr>
                  <p:cNvSpPr/>
                  <p:nvPr/>
                </p:nvSpPr>
                <p:spPr>
                  <a:xfrm>
                    <a:off x="9439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90" name="Rectangle 989">
                    <a:extLst>
                      <a:ext uri="{FF2B5EF4-FFF2-40B4-BE49-F238E27FC236}">
                        <a16:creationId xmlns:a16="http://schemas.microsoft.com/office/drawing/2014/main" id="{94D199E7-594A-7DCE-645F-9F49906FED20}"/>
                      </a:ext>
                    </a:extLst>
                  </p:cNvPr>
                  <p:cNvSpPr/>
                  <p:nvPr/>
                </p:nvSpPr>
                <p:spPr>
                  <a:xfrm>
                    <a:off x="98973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91" name="Rectangle 990">
                    <a:extLst>
                      <a:ext uri="{FF2B5EF4-FFF2-40B4-BE49-F238E27FC236}">
                        <a16:creationId xmlns:a16="http://schemas.microsoft.com/office/drawing/2014/main" id="{049FAA76-F66B-0942-A9B6-202690583463}"/>
                      </a:ext>
                    </a:extLst>
                  </p:cNvPr>
                  <p:cNvSpPr/>
                  <p:nvPr/>
                </p:nvSpPr>
                <p:spPr>
                  <a:xfrm>
                    <a:off x="1035169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92" name="Rectangle 991">
                    <a:extLst>
                      <a:ext uri="{FF2B5EF4-FFF2-40B4-BE49-F238E27FC236}">
                        <a16:creationId xmlns:a16="http://schemas.microsoft.com/office/drawing/2014/main" id="{4861E486-4A7E-ACFC-B442-D61F2CFDA3B6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93" name="Rectangle 992">
                    <a:extLst>
                      <a:ext uri="{FF2B5EF4-FFF2-40B4-BE49-F238E27FC236}">
                        <a16:creationId xmlns:a16="http://schemas.microsoft.com/office/drawing/2014/main" id="{5061B7C7-D5B4-30DE-DC36-A620F011BF5D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94" name="Rectangle 993">
                    <a:extLst>
                      <a:ext uri="{FF2B5EF4-FFF2-40B4-BE49-F238E27FC236}">
                        <a16:creationId xmlns:a16="http://schemas.microsoft.com/office/drawing/2014/main" id="{73C6668A-38D4-8FA5-2BC9-E0EF2DEBC3E1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95" name="Rectangle 994">
                    <a:extLst>
                      <a:ext uri="{FF2B5EF4-FFF2-40B4-BE49-F238E27FC236}">
                        <a16:creationId xmlns:a16="http://schemas.microsoft.com/office/drawing/2014/main" id="{34F6CBBD-8569-01FD-AAF9-0426425478B7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</p:grpSp>
            <p:grpSp>
              <p:nvGrpSpPr>
                <p:cNvPr id="975" name="Group 974">
                  <a:extLst>
                    <a:ext uri="{FF2B5EF4-FFF2-40B4-BE49-F238E27FC236}">
                      <a16:creationId xmlns:a16="http://schemas.microsoft.com/office/drawing/2014/main" id="{63C0E4E4-84DF-3FDD-52BE-A99BC6A553EC}"/>
                    </a:ext>
                  </a:extLst>
                </p:cNvPr>
                <p:cNvGrpSpPr/>
                <p:nvPr/>
              </p:nvGrpSpPr>
              <p:grpSpPr>
                <a:xfrm>
                  <a:off x="1413499" y="312096"/>
                  <a:ext cx="506762" cy="345202"/>
                  <a:chOff x="801032" y="409074"/>
                  <a:chExt cx="447450" cy="304800"/>
                </a:xfrm>
                <a:grpFill/>
              </p:grpSpPr>
              <p:sp>
                <p:nvSpPr>
                  <p:cNvPr id="976" name="Rectangle 975">
                    <a:extLst>
                      <a:ext uri="{FF2B5EF4-FFF2-40B4-BE49-F238E27FC236}">
                        <a16:creationId xmlns:a16="http://schemas.microsoft.com/office/drawing/2014/main" id="{4A013D5E-EF60-5517-88F1-4E8300C6553C}"/>
                      </a:ext>
                    </a:extLst>
                  </p:cNvPr>
                  <p:cNvSpPr/>
                  <p:nvPr/>
                </p:nvSpPr>
                <p:spPr>
                  <a:xfrm>
                    <a:off x="80103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77" name="Rectangle 976">
                    <a:extLst>
                      <a:ext uri="{FF2B5EF4-FFF2-40B4-BE49-F238E27FC236}">
                        <a16:creationId xmlns:a16="http://schemas.microsoft.com/office/drawing/2014/main" id="{931BFCF4-4A6A-CA03-E070-346ED53882B8}"/>
                      </a:ext>
                    </a:extLst>
                  </p:cNvPr>
                  <p:cNvSpPr/>
                  <p:nvPr/>
                </p:nvSpPr>
                <p:spPr>
                  <a:xfrm>
                    <a:off x="8464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78" name="Rectangle 977">
                    <a:extLst>
                      <a:ext uri="{FF2B5EF4-FFF2-40B4-BE49-F238E27FC236}">
                        <a16:creationId xmlns:a16="http://schemas.microsoft.com/office/drawing/2014/main" id="{B1F14955-620A-3574-1431-B23EF16F98A6}"/>
                      </a:ext>
                    </a:extLst>
                  </p:cNvPr>
                  <p:cNvSpPr/>
                  <p:nvPr/>
                </p:nvSpPr>
                <p:spPr>
                  <a:xfrm>
                    <a:off x="89191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79" name="Rectangle 978">
                    <a:extLst>
                      <a:ext uri="{FF2B5EF4-FFF2-40B4-BE49-F238E27FC236}">
                        <a16:creationId xmlns:a16="http://schemas.microsoft.com/office/drawing/2014/main" id="{2B22BC4A-B896-C568-702E-56B9EE33A740}"/>
                      </a:ext>
                    </a:extLst>
                  </p:cNvPr>
                  <p:cNvSpPr/>
                  <p:nvPr/>
                </p:nvSpPr>
                <p:spPr>
                  <a:xfrm>
                    <a:off x="93701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80" name="Rectangle 979">
                    <a:extLst>
                      <a:ext uri="{FF2B5EF4-FFF2-40B4-BE49-F238E27FC236}">
                        <a16:creationId xmlns:a16="http://schemas.microsoft.com/office/drawing/2014/main" id="{58A66F33-D906-FE03-5520-01B4642508CD}"/>
                      </a:ext>
                    </a:extLst>
                  </p:cNvPr>
                  <p:cNvSpPr/>
                  <p:nvPr/>
                </p:nvSpPr>
                <p:spPr>
                  <a:xfrm>
                    <a:off x="98277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81" name="Rectangle 980">
                    <a:extLst>
                      <a:ext uri="{FF2B5EF4-FFF2-40B4-BE49-F238E27FC236}">
                        <a16:creationId xmlns:a16="http://schemas.microsoft.com/office/drawing/2014/main" id="{BFE7D4A8-CD68-EFE5-945D-73E705098E73}"/>
                      </a:ext>
                    </a:extLst>
                  </p:cNvPr>
                  <p:cNvSpPr/>
                  <p:nvPr/>
                </p:nvSpPr>
                <p:spPr>
                  <a:xfrm>
                    <a:off x="102820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82" name="Rectangle 981">
                    <a:extLst>
                      <a:ext uri="{FF2B5EF4-FFF2-40B4-BE49-F238E27FC236}">
                        <a16:creationId xmlns:a16="http://schemas.microsoft.com/office/drawing/2014/main" id="{EB220036-EA37-A38C-928C-E0DD79928813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83" name="Rectangle 982">
                    <a:extLst>
                      <a:ext uri="{FF2B5EF4-FFF2-40B4-BE49-F238E27FC236}">
                        <a16:creationId xmlns:a16="http://schemas.microsoft.com/office/drawing/2014/main" id="{2C13FB91-0552-E743-177C-31B6691AA4E1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84" name="Rectangle 983">
                    <a:extLst>
                      <a:ext uri="{FF2B5EF4-FFF2-40B4-BE49-F238E27FC236}">
                        <a16:creationId xmlns:a16="http://schemas.microsoft.com/office/drawing/2014/main" id="{96AD36F5-13FF-7449-06D1-3423417204EF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85" name="Rectangle 984">
                    <a:extLst>
                      <a:ext uri="{FF2B5EF4-FFF2-40B4-BE49-F238E27FC236}">
                        <a16:creationId xmlns:a16="http://schemas.microsoft.com/office/drawing/2014/main" id="{C46EA631-78D2-7990-6AA8-1C72DF8DEE5A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</p:grpSp>
          </p:grpSp>
          <p:grpSp>
            <p:nvGrpSpPr>
              <p:cNvPr id="1030" name="Group 1029">
                <a:extLst>
                  <a:ext uri="{FF2B5EF4-FFF2-40B4-BE49-F238E27FC236}">
                    <a16:creationId xmlns:a16="http://schemas.microsoft.com/office/drawing/2014/main" id="{7D063B3B-7CB2-2C2E-4505-7A133A999C1A}"/>
                  </a:ext>
                </a:extLst>
              </p:cNvPr>
              <p:cNvGrpSpPr/>
              <p:nvPr/>
            </p:nvGrpSpPr>
            <p:grpSpPr>
              <a:xfrm>
                <a:off x="1929802" y="2956989"/>
                <a:ext cx="8397215" cy="345202"/>
                <a:chOff x="921103" y="312096"/>
                <a:chExt cx="8397215" cy="345202"/>
              </a:xfrm>
            </p:grpSpPr>
            <p:grpSp>
              <p:nvGrpSpPr>
                <p:cNvPr id="1031" name="Group 1030">
                  <a:extLst>
                    <a:ext uri="{FF2B5EF4-FFF2-40B4-BE49-F238E27FC236}">
                      <a16:creationId xmlns:a16="http://schemas.microsoft.com/office/drawing/2014/main" id="{224DA146-875C-9F9F-F112-3B8F449E4AF6}"/>
                    </a:ext>
                  </a:extLst>
                </p:cNvPr>
                <p:cNvGrpSpPr/>
                <p:nvPr/>
              </p:nvGrpSpPr>
              <p:grpSpPr>
                <a:xfrm>
                  <a:off x="8910063" y="312096"/>
                  <a:ext cx="408255" cy="345202"/>
                  <a:chOff x="830578" y="1668379"/>
                  <a:chExt cx="360476" cy="304800"/>
                </a:xfrm>
                <a:solidFill>
                  <a:srgbClr val="FFFC04"/>
                </a:solidFill>
              </p:grpSpPr>
              <p:sp>
                <p:nvSpPr>
                  <p:cNvPr id="1223" name="Rectangle 1222">
                    <a:extLst>
                      <a:ext uri="{FF2B5EF4-FFF2-40B4-BE49-F238E27FC236}">
                        <a16:creationId xmlns:a16="http://schemas.microsoft.com/office/drawing/2014/main" id="{C3E971CE-1FCC-B929-F6FE-C0D1C291D623}"/>
                      </a:ext>
                    </a:extLst>
                  </p:cNvPr>
                  <p:cNvSpPr/>
                  <p:nvPr/>
                </p:nvSpPr>
                <p:spPr>
                  <a:xfrm>
                    <a:off x="830578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24" name="Rectangle 1223">
                    <a:extLst>
                      <a:ext uri="{FF2B5EF4-FFF2-40B4-BE49-F238E27FC236}">
                        <a16:creationId xmlns:a16="http://schemas.microsoft.com/office/drawing/2014/main" id="{B2E13F7A-25C7-C6E9-7645-E5529DD6C94D}"/>
                      </a:ext>
                    </a:extLst>
                  </p:cNvPr>
                  <p:cNvSpPr/>
                  <p:nvPr/>
                </p:nvSpPr>
                <p:spPr>
                  <a:xfrm>
                    <a:off x="87654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25" name="Rectangle 1224">
                    <a:extLst>
                      <a:ext uri="{FF2B5EF4-FFF2-40B4-BE49-F238E27FC236}">
                        <a16:creationId xmlns:a16="http://schemas.microsoft.com/office/drawing/2014/main" id="{BAAE8EA6-82F4-6366-02D7-AE53ED5A75BB}"/>
                      </a:ext>
                    </a:extLst>
                  </p:cNvPr>
                  <p:cNvSpPr/>
                  <p:nvPr/>
                </p:nvSpPr>
                <p:spPr>
                  <a:xfrm>
                    <a:off x="91705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26" name="Rectangle 1225">
                    <a:extLst>
                      <a:ext uri="{FF2B5EF4-FFF2-40B4-BE49-F238E27FC236}">
                        <a16:creationId xmlns:a16="http://schemas.microsoft.com/office/drawing/2014/main" id="{C6CFD723-9C5B-C7B3-601D-B8B29CEA7D0E}"/>
                      </a:ext>
                    </a:extLst>
                  </p:cNvPr>
                  <p:cNvSpPr/>
                  <p:nvPr/>
                </p:nvSpPr>
                <p:spPr>
                  <a:xfrm>
                    <a:off x="963030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27" name="Rectangle 1226">
                    <a:extLst>
                      <a:ext uri="{FF2B5EF4-FFF2-40B4-BE49-F238E27FC236}">
                        <a16:creationId xmlns:a16="http://schemas.microsoft.com/office/drawing/2014/main" id="{9FD0FDE8-CD4A-49DC-3F9F-F7670F65A603}"/>
                      </a:ext>
                    </a:extLst>
                  </p:cNvPr>
                  <p:cNvSpPr/>
                  <p:nvPr/>
                </p:nvSpPr>
                <p:spPr>
                  <a:xfrm>
                    <a:off x="1010366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28" name="Rectangle 1227">
                    <a:extLst>
                      <a:ext uri="{FF2B5EF4-FFF2-40B4-BE49-F238E27FC236}">
                        <a16:creationId xmlns:a16="http://schemas.microsoft.com/office/drawing/2014/main" id="{D45E255D-AB1F-BDA4-75CE-CC2AD7BBA5DB}"/>
                      </a:ext>
                    </a:extLst>
                  </p:cNvPr>
                  <p:cNvSpPr/>
                  <p:nvPr/>
                </p:nvSpPr>
                <p:spPr>
                  <a:xfrm>
                    <a:off x="1056337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29" name="Rectangle 1228">
                    <a:extLst>
                      <a:ext uri="{FF2B5EF4-FFF2-40B4-BE49-F238E27FC236}">
                        <a16:creationId xmlns:a16="http://schemas.microsoft.com/office/drawing/2014/main" id="{049BEFEE-545A-B9C6-3A6B-802C20D610E9}"/>
                      </a:ext>
                    </a:extLst>
                  </p:cNvPr>
                  <p:cNvSpPr/>
                  <p:nvPr/>
                </p:nvSpPr>
                <p:spPr>
                  <a:xfrm>
                    <a:off x="1099363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30" name="Rectangle 1229">
                    <a:extLst>
                      <a:ext uri="{FF2B5EF4-FFF2-40B4-BE49-F238E27FC236}">
                        <a16:creationId xmlns:a16="http://schemas.microsoft.com/office/drawing/2014/main" id="{29C36DD6-7D7B-5B16-C2EE-BC136E3C8C47}"/>
                      </a:ext>
                    </a:extLst>
                  </p:cNvPr>
                  <p:cNvSpPr/>
                  <p:nvPr/>
                </p:nvSpPr>
                <p:spPr>
                  <a:xfrm>
                    <a:off x="1145335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</p:grpSp>
            <p:grpSp>
              <p:nvGrpSpPr>
                <p:cNvPr id="1032" name="Group 1031">
                  <a:extLst>
                    <a:ext uri="{FF2B5EF4-FFF2-40B4-BE49-F238E27FC236}">
                      <a16:creationId xmlns:a16="http://schemas.microsoft.com/office/drawing/2014/main" id="{250A1898-BB4D-3C11-7A53-5C4F98FD7037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7994329" cy="345202"/>
                  <a:chOff x="921103" y="312096"/>
                  <a:chExt cx="7994329" cy="345202"/>
                </a:xfrm>
              </p:grpSpPr>
              <p:grpSp>
                <p:nvGrpSpPr>
                  <p:cNvPr id="1033" name="Group 1032">
                    <a:extLst>
                      <a:ext uri="{FF2B5EF4-FFF2-40B4-BE49-F238E27FC236}">
                        <a16:creationId xmlns:a16="http://schemas.microsoft.com/office/drawing/2014/main" id="{53CC8786-72D3-9BA1-7A90-2A93FF6F4060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3998276" cy="345202"/>
                    <a:chOff x="921103" y="312096"/>
                    <a:chExt cx="3998276" cy="345202"/>
                  </a:xfrm>
                </p:grpSpPr>
                <p:grpSp>
                  <p:nvGrpSpPr>
                    <p:cNvPr id="1129" name="Group 1128">
                      <a:extLst>
                        <a:ext uri="{FF2B5EF4-FFF2-40B4-BE49-F238E27FC236}">
                          <a16:creationId xmlns:a16="http://schemas.microsoft.com/office/drawing/2014/main" id="{1985DDC1-EF23-42ED-03C1-F65495781D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177" name="Group 1176">
                        <a:extLst>
                          <a:ext uri="{FF2B5EF4-FFF2-40B4-BE49-F238E27FC236}">
                            <a16:creationId xmlns:a16="http://schemas.microsoft.com/office/drawing/2014/main" id="{6B5C252B-DAFE-8BF1-0443-6FD3E6E3276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5" cy="345202"/>
                        <a:chOff x="921103" y="312096"/>
                        <a:chExt cx="999155" cy="345202"/>
                      </a:xfrm>
                    </p:grpSpPr>
                    <p:grpSp>
                      <p:nvGrpSpPr>
                        <p:cNvPr id="1201" name="Group 1200">
                          <a:extLst>
                            <a:ext uri="{FF2B5EF4-FFF2-40B4-BE49-F238E27FC236}">
                              <a16:creationId xmlns:a16="http://schemas.microsoft.com/office/drawing/2014/main" id="{C0E1083F-9216-CDEC-49A6-02B1D2DAC7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213" name="Rectangle 1212">
                            <a:extLst>
                              <a:ext uri="{FF2B5EF4-FFF2-40B4-BE49-F238E27FC236}">
                                <a16:creationId xmlns:a16="http://schemas.microsoft.com/office/drawing/2014/main" id="{6ABEE4F4-81EE-7D6D-73CB-5575DDEAE4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chemeClr val="bg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214" name="Rectangle 1213">
                            <a:extLst>
                              <a:ext uri="{FF2B5EF4-FFF2-40B4-BE49-F238E27FC236}">
                                <a16:creationId xmlns:a16="http://schemas.microsoft.com/office/drawing/2014/main" id="{DA909591-3D7F-570F-8710-518CDC40BFB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215" name="Rectangle 1214">
                            <a:extLst>
                              <a:ext uri="{FF2B5EF4-FFF2-40B4-BE49-F238E27FC236}">
                                <a16:creationId xmlns:a16="http://schemas.microsoft.com/office/drawing/2014/main" id="{16745F4B-CD9D-BFC7-0A02-8E1F2B51A9F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216" name="Rectangle 1215">
                            <a:extLst>
                              <a:ext uri="{FF2B5EF4-FFF2-40B4-BE49-F238E27FC236}">
                                <a16:creationId xmlns:a16="http://schemas.microsoft.com/office/drawing/2014/main" id="{AA0E0561-DF50-9DB4-6486-94CB4BD6EE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217" name="Rectangle 1216">
                            <a:extLst>
                              <a:ext uri="{FF2B5EF4-FFF2-40B4-BE49-F238E27FC236}">
                                <a16:creationId xmlns:a16="http://schemas.microsoft.com/office/drawing/2014/main" id="{BA5151CC-C838-F86F-F1C7-78CB3F6069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218" name="Rectangle 1217">
                            <a:extLst>
                              <a:ext uri="{FF2B5EF4-FFF2-40B4-BE49-F238E27FC236}">
                                <a16:creationId xmlns:a16="http://schemas.microsoft.com/office/drawing/2014/main" id="{F0132429-1B72-1D5C-E06B-C2D4CAB4DA4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219" name="Rectangle 1218">
                            <a:extLst>
                              <a:ext uri="{FF2B5EF4-FFF2-40B4-BE49-F238E27FC236}">
                                <a16:creationId xmlns:a16="http://schemas.microsoft.com/office/drawing/2014/main" id="{5C2267CA-CDC5-6C04-DA1B-455205F7437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220" name="Rectangle 1219">
                            <a:extLst>
                              <a:ext uri="{FF2B5EF4-FFF2-40B4-BE49-F238E27FC236}">
                                <a16:creationId xmlns:a16="http://schemas.microsoft.com/office/drawing/2014/main" id="{2AF4BEC5-115E-5068-E48B-B23AAD9F6BB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221" name="Rectangle 1220">
                            <a:extLst>
                              <a:ext uri="{FF2B5EF4-FFF2-40B4-BE49-F238E27FC236}">
                                <a16:creationId xmlns:a16="http://schemas.microsoft.com/office/drawing/2014/main" id="{0790BFC7-7951-C38B-6CE7-E4B101E89F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222" name="Rectangle 1221">
                            <a:extLst>
                              <a:ext uri="{FF2B5EF4-FFF2-40B4-BE49-F238E27FC236}">
                                <a16:creationId xmlns:a16="http://schemas.microsoft.com/office/drawing/2014/main" id="{B585DC56-4B0E-FCFD-0BF7-EF4796233B0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202" name="Group 1201">
                          <a:extLst>
                            <a:ext uri="{FF2B5EF4-FFF2-40B4-BE49-F238E27FC236}">
                              <a16:creationId xmlns:a16="http://schemas.microsoft.com/office/drawing/2014/main" id="{3B998561-5136-2AB2-6F39-B4EA95B07F1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21381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203" name="Rectangle 1202">
                            <a:extLst>
                              <a:ext uri="{FF2B5EF4-FFF2-40B4-BE49-F238E27FC236}">
                                <a16:creationId xmlns:a16="http://schemas.microsoft.com/office/drawing/2014/main" id="{AF0F4D2C-79EF-75F2-13A9-06CC675F0AD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204" name="Rectangle 1203">
                            <a:extLst>
                              <a:ext uri="{FF2B5EF4-FFF2-40B4-BE49-F238E27FC236}">
                                <a16:creationId xmlns:a16="http://schemas.microsoft.com/office/drawing/2014/main" id="{76FB6930-57D3-636E-2404-B83F05515C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205" name="Rectangle 1204">
                            <a:extLst>
                              <a:ext uri="{FF2B5EF4-FFF2-40B4-BE49-F238E27FC236}">
                                <a16:creationId xmlns:a16="http://schemas.microsoft.com/office/drawing/2014/main" id="{12DA8FA3-352E-10CD-4CE0-16198C19E03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206" name="Rectangle 1205">
                            <a:extLst>
                              <a:ext uri="{FF2B5EF4-FFF2-40B4-BE49-F238E27FC236}">
                                <a16:creationId xmlns:a16="http://schemas.microsoft.com/office/drawing/2014/main" id="{A813A6C7-F412-7C94-B186-BF0602213E5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207" name="Rectangle 1206">
                            <a:extLst>
                              <a:ext uri="{FF2B5EF4-FFF2-40B4-BE49-F238E27FC236}">
                                <a16:creationId xmlns:a16="http://schemas.microsoft.com/office/drawing/2014/main" id="{6E201381-24D5-4DC0-AAB0-56854F27C6A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208" name="Rectangle 1207">
                            <a:extLst>
                              <a:ext uri="{FF2B5EF4-FFF2-40B4-BE49-F238E27FC236}">
                                <a16:creationId xmlns:a16="http://schemas.microsoft.com/office/drawing/2014/main" id="{FD910410-2D15-4D47-F619-6EBB5212334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209" name="Rectangle 1208">
                            <a:extLst>
                              <a:ext uri="{FF2B5EF4-FFF2-40B4-BE49-F238E27FC236}">
                                <a16:creationId xmlns:a16="http://schemas.microsoft.com/office/drawing/2014/main" id="{02D70843-FEE0-7DA6-43A4-E8163A0A65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210" name="Rectangle 1209">
                            <a:extLst>
                              <a:ext uri="{FF2B5EF4-FFF2-40B4-BE49-F238E27FC236}">
                                <a16:creationId xmlns:a16="http://schemas.microsoft.com/office/drawing/2014/main" id="{5071525E-2882-B075-CDA8-649597CE0D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211" name="Rectangle 1210">
                            <a:extLst>
                              <a:ext uri="{FF2B5EF4-FFF2-40B4-BE49-F238E27FC236}">
                                <a16:creationId xmlns:a16="http://schemas.microsoft.com/office/drawing/2014/main" id="{F1F2C15D-17C8-58FA-55F6-F714588F1C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212" name="Rectangle 1211">
                            <a:extLst>
                              <a:ext uri="{FF2B5EF4-FFF2-40B4-BE49-F238E27FC236}">
                                <a16:creationId xmlns:a16="http://schemas.microsoft.com/office/drawing/2014/main" id="{4FBC2D42-700E-4C16-B038-E4E71EEFC1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1178" name="Group 1177">
                        <a:extLst>
                          <a:ext uri="{FF2B5EF4-FFF2-40B4-BE49-F238E27FC236}">
                            <a16:creationId xmlns:a16="http://schemas.microsoft.com/office/drawing/2014/main" id="{F7F9430A-3BB9-CD84-7FE3-8B8B897203A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179" name="Group 1178">
                          <a:extLst>
                            <a:ext uri="{FF2B5EF4-FFF2-40B4-BE49-F238E27FC236}">
                              <a16:creationId xmlns:a16="http://schemas.microsoft.com/office/drawing/2014/main" id="{4F7CFAF2-9B47-B41B-8DF0-9BC028CC85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191" name="Rectangle 1190">
                            <a:extLst>
                              <a:ext uri="{FF2B5EF4-FFF2-40B4-BE49-F238E27FC236}">
                                <a16:creationId xmlns:a16="http://schemas.microsoft.com/office/drawing/2014/main" id="{590FA0A9-C165-2783-1812-AD5ED0E828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92" name="Rectangle 1191">
                            <a:extLst>
                              <a:ext uri="{FF2B5EF4-FFF2-40B4-BE49-F238E27FC236}">
                                <a16:creationId xmlns:a16="http://schemas.microsoft.com/office/drawing/2014/main" id="{B7529CA9-3B2C-669B-64BD-93439B3AD1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93" name="Rectangle 1192">
                            <a:extLst>
                              <a:ext uri="{FF2B5EF4-FFF2-40B4-BE49-F238E27FC236}">
                                <a16:creationId xmlns:a16="http://schemas.microsoft.com/office/drawing/2014/main" id="{62380C63-8222-C7BC-85EA-3B02FBBB4BA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94" name="Rectangle 1193">
                            <a:extLst>
                              <a:ext uri="{FF2B5EF4-FFF2-40B4-BE49-F238E27FC236}">
                                <a16:creationId xmlns:a16="http://schemas.microsoft.com/office/drawing/2014/main" id="{E7AFF814-F181-DBFF-9387-F2A02CB7BF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95" name="Rectangle 1194">
                            <a:extLst>
                              <a:ext uri="{FF2B5EF4-FFF2-40B4-BE49-F238E27FC236}">
                                <a16:creationId xmlns:a16="http://schemas.microsoft.com/office/drawing/2014/main" id="{78C54309-C68C-3425-180A-DE904A951A2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96" name="Rectangle 1195">
                            <a:extLst>
                              <a:ext uri="{FF2B5EF4-FFF2-40B4-BE49-F238E27FC236}">
                                <a16:creationId xmlns:a16="http://schemas.microsoft.com/office/drawing/2014/main" id="{430D124F-258A-647F-87B0-45CF56B40BF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97" name="Rectangle 1196">
                            <a:extLst>
                              <a:ext uri="{FF2B5EF4-FFF2-40B4-BE49-F238E27FC236}">
                                <a16:creationId xmlns:a16="http://schemas.microsoft.com/office/drawing/2014/main" id="{EAEC86A9-2B16-0E58-24C7-95A7A0633E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98" name="Rectangle 1197">
                            <a:extLst>
                              <a:ext uri="{FF2B5EF4-FFF2-40B4-BE49-F238E27FC236}">
                                <a16:creationId xmlns:a16="http://schemas.microsoft.com/office/drawing/2014/main" id="{DCB3312E-DED0-7EDA-7B03-28480B992B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99" name="Rectangle 1198">
                            <a:extLst>
                              <a:ext uri="{FF2B5EF4-FFF2-40B4-BE49-F238E27FC236}">
                                <a16:creationId xmlns:a16="http://schemas.microsoft.com/office/drawing/2014/main" id="{1C35FC37-8F7F-C93E-B30B-EA3C54A91F2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200" name="Rectangle 1199">
                            <a:extLst>
                              <a:ext uri="{FF2B5EF4-FFF2-40B4-BE49-F238E27FC236}">
                                <a16:creationId xmlns:a16="http://schemas.microsoft.com/office/drawing/2014/main" id="{372B9461-C2C5-2D9D-BC33-2E74BFCBE6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180" name="Group 1179">
                          <a:extLst>
                            <a:ext uri="{FF2B5EF4-FFF2-40B4-BE49-F238E27FC236}">
                              <a16:creationId xmlns:a16="http://schemas.microsoft.com/office/drawing/2014/main" id="{A4C14043-46F6-8D71-833F-5F24B074850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181" name="Rectangle 1180">
                            <a:extLst>
                              <a:ext uri="{FF2B5EF4-FFF2-40B4-BE49-F238E27FC236}">
                                <a16:creationId xmlns:a16="http://schemas.microsoft.com/office/drawing/2014/main" id="{519FB6B1-6247-ABC7-D959-4D1A977B93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82" name="Rectangle 1181">
                            <a:extLst>
                              <a:ext uri="{FF2B5EF4-FFF2-40B4-BE49-F238E27FC236}">
                                <a16:creationId xmlns:a16="http://schemas.microsoft.com/office/drawing/2014/main" id="{29ED82B2-C1C5-F2B4-F2C8-7483AC89E7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83" name="Rectangle 1182">
                            <a:extLst>
                              <a:ext uri="{FF2B5EF4-FFF2-40B4-BE49-F238E27FC236}">
                                <a16:creationId xmlns:a16="http://schemas.microsoft.com/office/drawing/2014/main" id="{92643099-A2E7-AFD7-18FD-82A88576755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84" name="Rectangle 1183">
                            <a:extLst>
                              <a:ext uri="{FF2B5EF4-FFF2-40B4-BE49-F238E27FC236}">
                                <a16:creationId xmlns:a16="http://schemas.microsoft.com/office/drawing/2014/main" id="{3A5B4095-E554-FE45-D64F-E78EA48311F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85" name="Rectangle 1184">
                            <a:extLst>
                              <a:ext uri="{FF2B5EF4-FFF2-40B4-BE49-F238E27FC236}">
                                <a16:creationId xmlns:a16="http://schemas.microsoft.com/office/drawing/2014/main" id="{29321AB1-D89A-068A-C8B4-BA2786EE2C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86" name="Rectangle 1185">
                            <a:extLst>
                              <a:ext uri="{FF2B5EF4-FFF2-40B4-BE49-F238E27FC236}">
                                <a16:creationId xmlns:a16="http://schemas.microsoft.com/office/drawing/2014/main" id="{78DF429B-47D1-CD88-ECBC-F898289AE6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87" name="Rectangle 1186">
                            <a:extLst>
                              <a:ext uri="{FF2B5EF4-FFF2-40B4-BE49-F238E27FC236}">
                                <a16:creationId xmlns:a16="http://schemas.microsoft.com/office/drawing/2014/main" id="{32CFC75C-523E-D589-2EF4-05DEC81A42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88" name="Rectangle 1187">
                            <a:extLst>
                              <a:ext uri="{FF2B5EF4-FFF2-40B4-BE49-F238E27FC236}">
                                <a16:creationId xmlns:a16="http://schemas.microsoft.com/office/drawing/2014/main" id="{0CF6E3A8-5DAC-8F15-7AA7-0580F876B0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89" name="Rectangle 1188">
                            <a:extLst>
                              <a:ext uri="{FF2B5EF4-FFF2-40B4-BE49-F238E27FC236}">
                                <a16:creationId xmlns:a16="http://schemas.microsoft.com/office/drawing/2014/main" id="{9927CB46-A401-DEF6-0F1E-084270DC6D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90" name="Rectangle 1189">
                            <a:extLst>
                              <a:ext uri="{FF2B5EF4-FFF2-40B4-BE49-F238E27FC236}">
                                <a16:creationId xmlns:a16="http://schemas.microsoft.com/office/drawing/2014/main" id="{8DFE2C99-4EA6-64C1-55EF-D1AF26C7FC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130" name="Group 1129">
                      <a:extLst>
                        <a:ext uri="{FF2B5EF4-FFF2-40B4-BE49-F238E27FC236}">
                          <a16:creationId xmlns:a16="http://schemas.microsoft.com/office/drawing/2014/main" id="{924E6832-CF1C-96C2-2237-68B4A568418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131" name="Group 1130">
                        <a:extLst>
                          <a:ext uri="{FF2B5EF4-FFF2-40B4-BE49-F238E27FC236}">
                            <a16:creationId xmlns:a16="http://schemas.microsoft.com/office/drawing/2014/main" id="{5A489FEE-0C1B-4CF2-A6F0-99B3DC0EA33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1155" name="Group 1154">
                          <a:extLst>
                            <a:ext uri="{FF2B5EF4-FFF2-40B4-BE49-F238E27FC236}">
                              <a16:creationId xmlns:a16="http://schemas.microsoft.com/office/drawing/2014/main" id="{85882B60-4F9C-CE1A-F8BF-DE16C4CC58E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167" name="Rectangle 1166">
                            <a:extLst>
                              <a:ext uri="{FF2B5EF4-FFF2-40B4-BE49-F238E27FC236}">
                                <a16:creationId xmlns:a16="http://schemas.microsoft.com/office/drawing/2014/main" id="{052D45C2-1989-C058-6964-F4B9D3ABB1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68" name="Rectangle 1167">
                            <a:extLst>
                              <a:ext uri="{FF2B5EF4-FFF2-40B4-BE49-F238E27FC236}">
                                <a16:creationId xmlns:a16="http://schemas.microsoft.com/office/drawing/2014/main" id="{6F347C37-375C-9588-F768-1DBEAD2C17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69" name="Rectangle 1168">
                            <a:extLst>
                              <a:ext uri="{FF2B5EF4-FFF2-40B4-BE49-F238E27FC236}">
                                <a16:creationId xmlns:a16="http://schemas.microsoft.com/office/drawing/2014/main" id="{7565495E-E92A-3D67-FA5C-6E2E8AA664B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70" name="Rectangle 1169">
                            <a:extLst>
                              <a:ext uri="{FF2B5EF4-FFF2-40B4-BE49-F238E27FC236}">
                                <a16:creationId xmlns:a16="http://schemas.microsoft.com/office/drawing/2014/main" id="{A75873EA-4E33-1E30-8E53-E976892275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71" name="Rectangle 1170">
                            <a:extLst>
                              <a:ext uri="{FF2B5EF4-FFF2-40B4-BE49-F238E27FC236}">
                                <a16:creationId xmlns:a16="http://schemas.microsoft.com/office/drawing/2014/main" id="{6A3F9A05-977F-3E42-48E9-6F38DD7A783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72" name="Rectangle 1171">
                            <a:extLst>
                              <a:ext uri="{FF2B5EF4-FFF2-40B4-BE49-F238E27FC236}">
                                <a16:creationId xmlns:a16="http://schemas.microsoft.com/office/drawing/2014/main" id="{5DC15CDE-37A1-70A3-30F1-2095299AF6F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73" name="Rectangle 1172">
                            <a:extLst>
                              <a:ext uri="{FF2B5EF4-FFF2-40B4-BE49-F238E27FC236}">
                                <a16:creationId xmlns:a16="http://schemas.microsoft.com/office/drawing/2014/main" id="{913045DC-631C-DF81-E83D-ABB42F4DD0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74" name="Rectangle 1173">
                            <a:extLst>
                              <a:ext uri="{FF2B5EF4-FFF2-40B4-BE49-F238E27FC236}">
                                <a16:creationId xmlns:a16="http://schemas.microsoft.com/office/drawing/2014/main" id="{AF49DC6F-FC1C-611A-6240-668AC809D6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75" name="Rectangle 1174">
                            <a:extLst>
                              <a:ext uri="{FF2B5EF4-FFF2-40B4-BE49-F238E27FC236}">
                                <a16:creationId xmlns:a16="http://schemas.microsoft.com/office/drawing/2014/main" id="{418CD1B1-1CB7-73A9-6037-429DB89CE8A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76" name="Rectangle 1175">
                            <a:extLst>
                              <a:ext uri="{FF2B5EF4-FFF2-40B4-BE49-F238E27FC236}">
                                <a16:creationId xmlns:a16="http://schemas.microsoft.com/office/drawing/2014/main" id="{C0FC0619-B379-71B8-442E-AEF5C48B74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156" name="Group 1155">
                          <a:extLst>
                            <a:ext uri="{FF2B5EF4-FFF2-40B4-BE49-F238E27FC236}">
                              <a16:creationId xmlns:a16="http://schemas.microsoft.com/office/drawing/2014/main" id="{EADD98BE-A7C3-BC58-7424-748D68E9DEE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157" name="Rectangle 1156">
                            <a:extLst>
                              <a:ext uri="{FF2B5EF4-FFF2-40B4-BE49-F238E27FC236}">
                                <a16:creationId xmlns:a16="http://schemas.microsoft.com/office/drawing/2014/main" id="{62443E3B-C279-6F66-456B-29A882F0A9D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58" name="Rectangle 1157">
                            <a:extLst>
                              <a:ext uri="{FF2B5EF4-FFF2-40B4-BE49-F238E27FC236}">
                                <a16:creationId xmlns:a16="http://schemas.microsoft.com/office/drawing/2014/main" id="{96785626-9EB9-0A32-0EF6-98976D2451C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59" name="Rectangle 1158">
                            <a:extLst>
                              <a:ext uri="{FF2B5EF4-FFF2-40B4-BE49-F238E27FC236}">
                                <a16:creationId xmlns:a16="http://schemas.microsoft.com/office/drawing/2014/main" id="{56C81670-6BD3-FBB2-238D-DDA1207DE9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60" name="Rectangle 1159">
                            <a:extLst>
                              <a:ext uri="{FF2B5EF4-FFF2-40B4-BE49-F238E27FC236}">
                                <a16:creationId xmlns:a16="http://schemas.microsoft.com/office/drawing/2014/main" id="{472FB2A5-EDCA-FC47-890B-1266D3FEDD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61" name="Rectangle 1160">
                            <a:extLst>
                              <a:ext uri="{FF2B5EF4-FFF2-40B4-BE49-F238E27FC236}">
                                <a16:creationId xmlns:a16="http://schemas.microsoft.com/office/drawing/2014/main" id="{132B2AC1-4E38-04F8-A7A3-DC9BA853A6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62" name="Rectangle 1161">
                            <a:extLst>
                              <a:ext uri="{FF2B5EF4-FFF2-40B4-BE49-F238E27FC236}">
                                <a16:creationId xmlns:a16="http://schemas.microsoft.com/office/drawing/2014/main" id="{34ECCD9D-D0B1-AB50-7CD9-B22F6F07EE7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63" name="Rectangle 1162">
                            <a:extLst>
                              <a:ext uri="{FF2B5EF4-FFF2-40B4-BE49-F238E27FC236}">
                                <a16:creationId xmlns:a16="http://schemas.microsoft.com/office/drawing/2014/main" id="{A6B4C90A-0599-27BB-4AC0-B03ED53FC8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64" name="Rectangle 1163">
                            <a:extLst>
                              <a:ext uri="{FF2B5EF4-FFF2-40B4-BE49-F238E27FC236}">
                                <a16:creationId xmlns:a16="http://schemas.microsoft.com/office/drawing/2014/main" id="{8CAA994B-6806-192E-8B7B-8E1DCDCA0B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65" name="Rectangle 1164">
                            <a:extLst>
                              <a:ext uri="{FF2B5EF4-FFF2-40B4-BE49-F238E27FC236}">
                                <a16:creationId xmlns:a16="http://schemas.microsoft.com/office/drawing/2014/main" id="{7E73E69F-6DEA-B36D-9E68-A9B294DCB5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66" name="Rectangle 1165">
                            <a:extLst>
                              <a:ext uri="{FF2B5EF4-FFF2-40B4-BE49-F238E27FC236}">
                                <a16:creationId xmlns:a16="http://schemas.microsoft.com/office/drawing/2014/main" id="{353099F9-55E9-7077-2F40-D80225DC09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1132" name="Group 1131">
                        <a:extLst>
                          <a:ext uri="{FF2B5EF4-FFF2-40B4-BE49-F238E27FC236}">
                            <a16:creationId xmlns:a16="http://schemas.microsoft.com/office/drawing/2014/main" id="{30797673-ACD5-1343-8D2A-39004D67928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133" name="Group 1132">
                          <a:extLst>
                            <a:ext uri="{FF2B5EF4-FFF2-40B4-BE49-F238E27FC236}">
                              <a16:creationId xmlns:a16="http://schemas.microsoft.com/office/drawing/2014/main" id="{54C8F8C5-838B-E98A-D382-083AFF4D7A6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145" name="Rectangle 1144">
                            <a:extLst>
                              <a:ext uri="{FF2B5EF4-FFF2-40B4-BE49-F238E27FC236}">
                                <a16:creationId xmlns:a16="http://schemas.microsoft.com/office/drawing/2014/main" id="{63E71530-AD54-A818-BE1D-2864553144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46" name="Rectangle 1145">
                            <a:extLst>
                              <a:ext uri="{FF2B5EF4-FFF2-40B4-BE49-F238E27FC236}">
                                <a16:creationId xmlns:a16="http://schemas.microsoft.com/office/drawing/2014/main" id="{FB0D957D-0426-5132-D458-0853F55D57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47" name="Rectangle 1146">
                            <a:extLst>
                              <a:ext uri="{FF2B5EF4-FFF2-40B4-BE49-F238E27FC236}">
                                <a16:creationId xmlns:a16="http://schemas.microsoft.com/office/drawing/2014/main" id="{3B0FCFBB-8D6D-1130-41A6-388A4986BAC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48" name="Rectangle 1147">
                            <a:extLst>
                              <a:ext uri="{FF2B5EF4-FFF2-40B4-BE49-F238E27FC236}">
                                <a16:creationId xmlns:a16="http://schemas.microsoft.com/office/drawing/2014/main" id="{5EB255A2-FEC9-FBA7-9CDA-F1A619F846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49" name="Rectangle 1148">
                            <a:extLst>
                              <a:ext uri="{FF2B5EF4-FFF2-40B4-BE49-F238E27FC236}">
                                <a16:creationId xmlns:a16="http://schemas.microsoft.com/office/drawing/2014/main" id="{4553BAEB-01A6-9701-0782-A9D29A27E3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50" name="Rectangle 1149">
                            <a:extLst>
                              <a:ext uri="{FF2B5EF4-FFF2-40B4-BE49-F238E27FC236}">
                                <a16:creationId xmlns:a16="http://schemas.microsoft.com/office/drawing/2014/main" id="{5143FCD2-A5E2-8418-5734-AA1A232B78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51" name="Rectangle 1150">
                            <a:extLst>
                              <a:ext uri="{FF2B5EF4-FFF2-40B4-BE49-F238E27FC236}">
                                <a16:creationId xmlns:a16="http://schemas.microsoft.com/office/drawing/2014/main" id="{8A808B20-3647-70CD-BA03-618E106352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52" name="Rectangle 1151">
                            <a:extLst>
                              <a:ext uri="{FF2B5EF4-FFF2-40B4-BE49-F238E27FC236}">
                                <a16:creationId xmlns:a16="http://schemas.microsoft.com/office/drawing/2014/main" id="{38E60234-0371-65C3-8E73-04A4D519ECB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53" name="Rectangle 1152">
                            <a:extLst>
                              <a:ext uri="{FF2B5EF4-FFF2-40B4-BE49-F238E27FC236}">
                                <a16:creationId xmlns:a16="http://schemas.microsoft.com/office/drawing/2014/main" id="{6318B472-E4AF-3FD3-B88D-99D24B173B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54" name="Rectangle 1153">
                            <a:extLst>
                              <a:ext uri="{FF2B5EF4-FFF2-40B4-BE49-F238E27FC236}">
                                <a16:creationId xmlns:a16="http://schemas.microsoft.com/office/drawing/2014/main" id="{AF51438E-7CED-77A4-386C-69795B3794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134" name="Group 1133">
                          <a:extLst>
                            <a:ext uri="{FF2B5EF4-FFF2-40B4-BE49-F238E27FC236}">
                              <a16:creationId xmlns:a16="http://schemas.microsoft.com/office/drawing/2014/main" id="{F69A26E4-262E-D7E8-88E6-5AE2D313CC9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135" name="Rectangle 1134">
                            <a:extLst>
                              <a:ext uri="{FF2B5EF4-FFF2-40B4-BE49-F238E27FC236}">
                                <a16:creationId xmlns:a16="http://schemas.microsoft.com/office/drawing/2014/main" id="{A2D42D25-50D3-3BA5-1FC8-30DEECE9D1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36" name="Rectangle 1135">
                            <a:extLst>
                              <a:ext uri="{FF2B5EF4-FFF2-40B4-BE49-F238E27FC236}">
                                <a16:creationId xmlns:a16="http://schemas.microsoft.com/office/drawing/2014/main" id="{B41C8803-9D99-3D27-C100-7432D767D3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37" name="Rectangle 1136">
                            <a:extLst>
                              <a:ext uri="{FF2B5EF4-FFF2-40B4-BE49-F238E27FC236}">
                                <a16:creationId xmlns:a16="http://schemas.microsoft.com/office/drawing/2014/main" id="{C81BBBD5-0009-1EC0-D1D3-81182735ACA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38" name="Rectangle 1137">
                            <a:extLst>
                              <a:ext uri="{FF2B5EF4-FFF2-40B4-BE49-F238E27FC236}">
                                <a16:creationId xmlns:a16="http://schemas.microsoft.com/office/drawing/2014/main" id="{C30F3688-2865-B5E4-BC74-2CD4A203C6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39" name="Rectangle 1138">
                            <a:extLst>
                              <a:ext uri="{FF2B5EF4-FFF2-40B4-BE49-F238E27FC236}">
                                <a16:creationId xmlns:a16="http://schemas.microsoft.com/office/drawing/2014/main" id="{4A51DAF4-1AFC-4615-84C2-8688DB4E74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40" name="Rectangle 1139">
                            <a:extLst>
                              <a:ext uri="{FF2B5EF4-FFF2-40B4-BE49-F238E27FC236}">
                                <a16:creationId xmlns:a16="http://schemas.microsoft.com/office/drawing/2014/main" id="{A2D1747E-9CA5-7CE1-690F-5FEF69C714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41" name="Rectangle 1140">
                            <a:extLst>
                              <a:ext uri="{FF2B5EF4-FFF2-40B4-BE49-F238E27FC236}">
                                <a16:creationId xmlns:a16="http://schemas.microsoft.com/office/drawing/2014/main" id="{169EE2DC-407B-9EAA-C93C-6C799372BC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42" name="Rectangle 1141">
                            <a:extLst>
                              <a:ext uri="{FF2B5EF4-FFF2-40B4-BE49-F238E27FC236}">
                                <a16:creationId xmlns:a16="http://schemas.microsoft.com/office/drawing/2014/main" id="{504CC53C-3D98-58B3-97B2-C49CBA6BDB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43" name="Rectangle 1142">
                            <a:extLst>
                              <a:ext uri="{FF2B5EF4-FFF2-40B4-BE49-F238E27FC236}">
                                <a16:creationId xmlns:a16="http://schemas.microsoft.com/office/drawing/2014/main" id="{7A9C7DD4-441D-4584-E152-8FCD7903FE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44" name="Rectangle 1143">
                            <a:extLst>
                              <a:ext uri="{FF2B5EF4-FFF2-40B4-BE49-F238E27FC236}">
                                <a16:creationId xmlns:a16="http://schemas.microsoft.com/office/drawing/2014/main" id="{55461237-C776-C13E-F769-9C1C817D17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034" name="Group 1033">
                    <a:extLst>
                      <a:ext uri="{FF2B5EF4-FFF2-40B4-BE49-F238E27FC236}">
                        <a16:creationId xmlns:a16="http://schemas.microsoft.com/office/drawing/2014/main" id="{09BD1591-5F36-476B-4E87-2EEF6FB8879A}"/>
                      </a:ext>
                    </a:extLst>
                  </p:cNvPr>
                  <p:cNvGrpSpPr/>
                  <p:nvPr/>
                </p:nvGrpSpPr>
                <p:grpSpPr>
                  <a:xfrm>
                    <a:off x="4917155" y="312096"/>
                    <a:ext cx="3998277" cy="345202"/>
                    <a:chOff x="921102" y="312096"/>
                    <a:chExt cx="3998277" cy="345202"/>
                  </a:xfrm>
                </p:grpSpPr>
                <p:grpSp>
                  <p:nvGrpSpPr>
                    <p:cNvPr id="1035" name="Group 1034">
                      <a:extLst>
                        <a:ext uri="{FF2B5EF4-FFF2-40B4-BE49-F238E27FC236}">
                          <a16:creationId xmlns:a16="http://schemas.microsoft.com/office/drawing/2014/main" id="{C8451879-37AE-0F09-3662-193B36A20AA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2001831" cy="345202"/>
                      <a:chOff x="921102" y="312096"/>
                      <a:chExt cx="2001831" cy="345202"/>
                    </a:xfrm>
                  </p:grpSpPr>
                  <p:grpSp>
                    <p:nvGrpSpPr>
                      <p:cNvPr id="1083" name="Group 1082">
                        <a:extLst>
                          <a:ext uri="{FF2B5EF4-FFF2-40B4-BE49-F238E27FC236}">
                            <a16:creationId xmlns:a16="http://schemas.microsoft.com/office/drawing/2014/main" id="{2061D321-2FE8-D725-DCA3-847DD98796F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999157" cy="345202"/>
                        <a:chOff x="921102" y="312096"/>
                        <a:chExt cx="999157" cy="345202"/>
                      </a:xfrm>
                    </p:grpSpPr>
                    <p:grpSp>
                      <p:nvGrpSpPr>
                        <p:cNvPr id="1107" name="Group 1106">
                          <a:extLst>
                            <a:ext uri="{FF2B5EF4-FFF2-40B4-BE49-F238E27FC236}">
                              <a16:creationId xmlns:a16="http://schemas.microsoft.com/office/drawing/2014/main" id="{8F6173D2-9263-75EA-BA85-621B849ACAF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490994" cy="345202"/>
                          <a:chOff x="807993" y="409074"/>
                          <a:chExt cx="43352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119" name="Rectangle 1118">
                            <a:extLst>
                              <a:ext uri="{FF2B5EF4-FFF2-40B4-BE49-F238E27FC236}">
                                <a16:creationId xmlns:a16="http://schemas.microsoft.com/office/drawing/2014/main" id="{5A7047B8-7794-5385-D909-704C28C554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20" name="Rectangle 1119">
                            <a:extLst>
                              <a:ext uri="{FF2B5EF4-FFF2-40B4-BE49-F238E27FC236}">
                                <a16:creationId xmlns:a16="http://schemas.microsoft.com/office/drawing/2014/main" id="{CB5E6304-A3FF-8EDB-BAA5-3872378C64A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21" name="Rectangle 1120">
                            <a:extLst>
                              <a:ext uri="{FF2B5EF4-FFF2-40B4-BE49-F238E27FC236}">
                                <a16:creationId xmlns:a16="http://schemas.microsoft.com/office/drawing/2014/main" id="{AF0D57AF-3E7A-D18A-FF83-C06C1A1D2E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22" name="Rectangle 1121">
                            <a:extLst>
                              <a:ext uri="{FF2B5EF4-FFF2-40B4-BE49-F238E27FC236}">
                                <a16:creationId xmlns:a16="http://schemas.microsoft.com/office/drawing/2014/main" id="{18AFF3BD-0B7A-3EA5-0B8C-AE5A343A4F5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23" name="Rectangle 1122">
                            <a:extLst>
                              <a:ext uri="{FF2B5EF4-FFF2-40B4-BE49-F238E27FC236}">
                                <a16:creationId xmlns:a16="http://schemas.microsoft.com/office/drawing/2014/main" id="{05D9874C-EC7C-16DC-E9D1-EFC8387FBB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24" name="Rectangle 1123">
                            <a:extLst>
                              <a:ext uri="{FF2B5EF4-FFF2-40B4-BE49-F238E27FC236}">
                                <a16:creationId xmlns:a16="http://schemas.microsoft.com/office/drawing/2014/main" id="{80719121-E9C3-AACD-D456-32EECC0946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25" name="Rectangle 1124">
                            <a:extLst>
                              <a:ext uri="{FF2B5EF4-FFF2-40B4-BE49-F238E27FC236}">
                                <a16:creationId xmlns:a16="http://schemas.microsoft.com/office/drawing/2014/main" id="{28063E69-F07B-D657-3B0E-F8EFB7DCA3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26" name="Rectangle 1125">
                            <a:extLst>
                              <a:ext uri="{FF2B5EF4-FFF2-40B4-BE49-F238E27FC236}">
                                <a16:creationId xmlns:a16="http://schemas.microsoft.com/office/drawing/2014/main" id="{1509EA6F-77C4-0952-B630-03B3AE0868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227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27" name="Rectangle 1126">
                            <a:extLst>
                              <a:ext uri="{FF2B5EF4-FFF2-40B4-BE49-F238E27FC236}">
                                <a16:creationId xmlns:a16="http://schemas.microsoft.com/office/drawing/2014/main" id="{3A7FEBAA-B6B0-BE34-3AD4-BA40D0E27B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5679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28" name="Rectangle 1127">
                            <a:extLst>
                              <a:ext uri="{FF2B5EF4-FFF2-40B4-BE49-F238E27FC236}">
                                <a16:creationId xmlns:a16="http://schemas.microsoft.com/office/drawing/2014/main" id="{96ADCBB8-3E77-4490-E115-CC0278DE35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9580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108" name="Group 1107">
                          <a:extLst>
                            <a:ext uri="{FF2B5EF4-FFF2-40B4-BE49-F238E27FC236}">
                              <a16:creationId xmlns:a16="http://schemas.microsoft.com/office/drawing/2014/main" id="{6740B8B3-0AEC-858C-D070-C35C373EAFF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109" name="Rectangle 1108">
                            <a:extLst>
                              <a:ext uri="{FF2B5EF4-FFF2-40B4-BE49-F238E27FC236}">
                                <a16:creationId xmlns:a16="http://schemas.microsoft.com/office/drawing/2014/main" id="{FA79B830-88A7-466D-C6BC-22DB86A0E0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10" name="Rectangle 1109">
                            <a:extLst>
                              <a:ext uri="{FF2B5EF4-FFF2-40B4-BE49-F238E27FC236}">
                                <a16:creationId xmlns:a16="http://schemas.microsoft.com/office/drawing/2014/main" id="{E5621F97-097C-7C07-37AC-BFE0D5DC97D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11" name="Rectangle 1110">
                            <a:extLst>
                              <a:ext uri="{FF2B5EF4-FFF2-40B4-BE49-F238E27FC236}">
                                <a16:creationId xmlns:a16="http://schemas.microsoft.com/office/drawing/2014/main" id="{483D74E2-921F-ED52-CCCE-C1C993A6EB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12" name="Rectangle 1111">
                            <a:extLst>
                              <a:ext uri="{FF2B5EF4-FFF2-40B4-BE49-F238E27FC236}">
                                <a16:creationId xmlns:a16="http://schemas.microsoft.com/office/drawing/2014/main" id="{9F2DB1E4-3B33-71C3-82D3-4178C21B4A9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13" name="Rectangle 1112">
                            <a:extLst>
                              <a:ext uri="{FF2B5EF4-FFF2-40B4-BE49-F238E27FC236}">
                                <a16:creationId xmlns:a16="http://schemas.microsoft.com/office/drawing/2014/main" id="{8F865721-A0FC-FA1A-AED4-4E796CED37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14" name="Rectangle 1113">
                            <a:extLst>
                              <a:ext uri="{FF2B5EF4-FFF2-40B4-BE49-F238E27FC236}">
                                <a16:creationId xmlns:a16="http://schemas.microsoft.com/office/drawing/2014/main" id="{D326E656-EE6F-E8BD-1477-F20DB31DC05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15" name="Rectangle 1114">
                            <a:extLst>
                              <a:ext uri="{FF2B5EF4-FFF2-40B4-BE49-F238E27FC236}">
                                <a16:creationId xmlns:a16="http://schemas.microsoft.com/office/drawing/2014/main" id="{945F1B46-F352-7A36-6441-D4122A377D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16" name="Rectangle 1115">
                            <a:extLst>
                              <a:ext uri="{FF2B5EF4-FFF2-40B4-BE49-F238E27FC236}">
                                <a16:creationId xmlns:a16="http://schemas.microsoft.com/office/drawing/2014/main" id="{8ED0435D-93DF-FFCA-DE5B-D24757C87B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17" name="Rectangle 1116">
                            <a:extLst>
                              <a:ext uri="{FF2B5EF4-FFF2-40B4-BE49-F238E27FC236}">
                                <a16:creationId xmlns:a16="http://schemas.microsoft.com/office/drawing/2014/main" id="{7DDA75CC-FF81-27CE-D010-3EF4CD2EF7C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18" name="Rectangle 1117">
                            <a:extLst>
                              <a:ext uri="{FF2B5EF4-FFF2-40B4-BE49-F238E27FC236}">
                                <a16:creationId xmlns:a16="http://schemas.microsoft.com/office/drawing/2014/main" id="{300F6F8A-208F-3FBD-62CE-7636F327C2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1084" name="Group 1083">
                        <a:extLst>
                          <a:ext uri="{FF2B5EF4-FFF2-40B4-BE49-F238E27FC236}">
                            <a16:creationId xmlns:a16="http://schemas.microsoft.com/office/drawing/2014/main" id="{C73EE3E4-B8D1-CDB6-C0B9-522D21AB226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085" name="Group 1084">
                          <a:extLst>
                            <a:ext uri="{FF2B5EF4-FFF2-40B4-BE49-F238E27FC236}">
                              <a16:creationId xmlns:a16="http://schemas.microsoft.com/office/drawing/2014/main" id="{BCA4A1ED-BAC4-46DE-95CA-F47EF1DFAEA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097" name="Rectangle 1096">
                            <a:extLst>
                              <a:ext uri="{FF2B5EF4-FFF2-40B4-BE49-F238E27FC236}">
                                <a16:creationId xmlns:a16="http://schemas.microsoft.com/office/drawing/2014/main" id="{5470FA52-FF3C-D611-18DC-815D22CE57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98" name="Rectangle 1097">
                            <a:extLst>
                              <a:ext uri="{FF2B5EF4-FFF2-40B4-BE49-F238E27FC236}">
                                <a16:creationId xmlns:a16="http://schemas.microsoft.com/office/drawing/2014/main" id="{A2D57CC2-C01B-B7BD-19AD-D24941A13B7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99" name="Rectangle 1098">
                            <a:extLst>
                              <a:ext uri="{FF2B5EF4-FFF2-40B4-BE49-F238E27FC236}">
                                <a16:creationId xmlns:a16="http://schemas.microsoft.com/office/drawing/2014/main" id="{55CC8C2C-12A6-3857-8D5F-52268492D7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00" name="Rectangle 1099">
                            <a:extLst>
                              <a:ext uri="{FF2B5EF4-FFF2-40B4-BE49-F238E27FC236}">
                                <a16:creationId xmlns:a16="http://schemas.microsoft.com/office/drawing/2014/main" id="{D50A74C2-7F18-DB61-E34D-0B19BE5D26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01" name="Rectangle 1100">
                            <a:extLst>
                              <a:ext uri="{FF2B5EF4-FFF2-40B4-BE49-F238E27FC236}">
                                <a16:creationId xmlns:a16="http://schemas.microsoft.com/office/drawing/2014/main" id="{0A1247E1-93ED-72D6-B3BD-BBC875C181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02" name="Rectangle 1101">
                            <a:extLst>
                              <a:ext uri="{FF2B5EF4-FFF2-40B4-BE49-F238E27FC236}">
                                <a16:creationId xmlns:a16="http://schemas.microsoft.com/office/drawing/2014/main" id="{EDD79981-79DC-654E-B1EC-45BF4DCB8A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03" name="Rectangle 1102">
                            <a:extLst>
                              <a:ext uri="{FF2B5EF4-FFF2-40B4-BE49-F238E27FC236}">
                                <a16:creationId xmlns:a16="http://schemas.microsoft.com/office/drawing/2014/main" id="{4DD6DE7D-80E4-A3AE-A6E9-1152FD4540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04" name="Rectangle 1103">
                            <a:extLst>
                              <a:ext uri="{FF2B5EF4-FFF2-40B4-BE49-F238E27FC236}">
                                <a16:creationId xmlns:a16="http://schemas.microsoft.com/office/drawing/2014/main" id="{377D8BB5-E47A-DE63-2566-42DA2E4DB7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05" name="Rectangle 1104">
                            <a:extLst>
                              <a:ext uri="{FF2B5EF4-FFF2-40B4-BE49-F238E27FC236}">
                                <a16:creationId xmlns:a16="http://schemas.microsoft.com/office/drawing/2014/main" id="{5F0879C7-6FF5-A627-8436-7471CF6A67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06" name="Rectangle 1105">
                            <a:extLst>
                              <a:ext uri="{FF2B5EF4-FFF2-40B4-BE49-F238E27FC236}">
                                <a16:creationId xmlns:a16="http://schemas.microsoft.com/office/drawing/2014/main" id="{B3B2D63D-2398-DCB9-C879-3536342C73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086" name="Group 1085">
                          <a:extLst>
                            <a:ext uri="{FF2B5EF4-FFF2-40B4-BE49-F238E27FC236}">
                              <a16:creationId xmlns:a16="http://schemas.microsoft.com/office/drawing/2014/main" id="{09389BD2-8A6F-8F12-729F-FCC362C7C78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087" name="Rectangle 1086">
                            <a:extLst>
                              <a:ext uri="{FF2B5EF4-FFF2-40B4-BE49-F238E27FC236}">
                                <a16:creationId xmlns:a16="http://schemas.microsoft.com/office/drawing/2014/main" id="{CBD4FE8E-9CD6-0096-E9CC-8F52CD7A38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88" name="Rectangle 1087">
                            <a:extLst>
                              <a:ext uri="{FF2B5EF4-FFF2-40B4-BE49-F238E27FC236}">
                                <a16:creationId xmlns:a16="http://schemas.microsoft.com/office/drawing/2014/main" id="{614B4319-D5B4-BF0F-3393-257D55AE67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89" name="Rectangle 1088">
                            <a:extLst>
                              <a:ext uri="{FF2B5EF4-FFF2-40B4-BE49-F238E27FC236}">
                                <a16:creationId xmlns:a16="http://schemas.microsoft.com/office/drawing/2014/main" id="{7F2B6D89-4E3A-A764-25F7-2BE166010B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90" name="Rectangle 1089">
                            <a:extLst>
                              <a:ext uri="{FF2B5EF4-FFF2-40B4-BE49-F238E27FC236}">
                                <a16:creationId xmlns:a16="http://schemas.microsoft.com/office/drawing/2014/main" id="{F994D361-F067-895D-4AC1-B971A482BD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91" name="Rectangle 1090">
                            <a:extLst>
                              <a:ext uri="{FF2B5EF4-FFF2-40B4-BE49-F238E27FC236}">
                                <a16:creationId xmlns:a16="http://schemas.microsoft.com/office/drawing/2014/main" id="{0E6D32A4-C8A7-7816-2F01-94017CB2D1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92" name="Rectangle 1091">
                            <a:extLst>
                              <a:ext uri="{FF2B5EF4-FFF2-40B4-BE49-F238E27FC236}">
                                <a16:creationId xmlns:a16="http://schemas.microsoft.com/office/drawing/2014/main" id="{1B44E61E-6693-C1C9-ED1D-D2D1A8A592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93" name="Rectangle 1092">
                            <a:extLst>
                              <a:ext uri="{FF2B5EF4-FFF2-40B4-BE49-F238E27FC236}">
                                <a16:creationId xmlns:a16="http://schemas.microsoft.com/office/drawing/2014/main" id="{F47E9134-778F-2BA2-9C22-F8414B231E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94" name="Rectangle 1093">
                            <a:extLst>
                              <a:ext uri="{FF2B5EF4-FFF2-40B4-BE49-F238E27FC236}">
                                <a16:creationId xmlns:a16="http://schemas.microsoft.com/office/drawing/2014/main" id="{0C5780D4-BC98-BD58-2C85-0351CE6825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95" name="Rectangle 1094">
                            <a:extLst>
                              <a:ext uri="{FF2B5EF4-FFF2-40B4-BE49-F238E27FC236}">
                                <a16:creationId xmlns:a16="http://schemas.microsoft.com/office/drawing/2014/main" id="{B19E223D-7EF6-2817-4F36-1B0D809E704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96" name="Rectangle 1095">
                            <a:extLst>
                              <a:ext uri="{FF2B5EF4-FFF2-40B4-BE49-F238E27FC236}">
                                <a16:creationId xmlns:a16="http://schemas.microsoft.com/office/drawing/2014/main" id="{4A8019E5-72A8-0D36-AEEE-642D15F3E6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036" name="Group 1035">
                      <a:extLst>
                        <a:ext uri="{FF2B5EF4-FFF2-40B4-BE49-F238E27FC236}">
                          <a16:creationId xmlns:a16="http://schemas.microsoft.com/office/drawing/2014/main" id="{34295A80-98B1-DEDD-CC7B-B48E9A66B86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037" name="Group 1036">
                        <a:extLst>
                          <a:ext uri="{FF2B5EF4-FFF2-40B4-BE49-F238E27FC236}">
                            <a16:creationId xmlns:a16="http://schemas.microsoft.com/office/drawing/2014/main" id="{70EC8628-4E35-B24C-08F1-75AFF532403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1061" name="Group 1060">
                          <a:extLst>
                            <a:ext uri="{FF2B5EF4-FFF2-40B4-BE49-F238E27FC236}">
                              <a16:creationId xmlns:a16="http://schemas.microsoft.com/office/drawing/2014/main" id="{763B9E52-0CC6-9F50-015C-7F468BE6757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073" name="Rectangle 1072">
                            <a:extLst>
                              <a:ext uri="{FF2B5EF4-FFF2-40B4-BE49-F238E27FC236}">
                                <a16:creationId xmlns:a16="http://schemas.microsoft.com/office/drawing/2014/main" id="{701FFE94-2488-CDEE-532C-34D87F5D9C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74" name="Rectangle 1073">
                            <a:extLst>
                              <a:ext uri="{FF2B5EF4-FFF2-40B4-BE49-F238E27FC236}">
                                <a16:creationId xmlns:a16="http://schemas.microsoft.com/office/drawing/2014/main" id="{4ED64D61-0C07-22DA-B0E9-4414E1392C2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75" name="Rectangle 1074">
                            <a:extLst>
                              <a:ext uri="{FF2B5EF4-FFF2-40B4-BE49-F238E27FC236}">
                                <a16:creationId xmlns:a16="http://schemas.microsoft.com/office/drawing/2014/main" id="{077E4412-7C66-7A96-9514-1CC891CFB1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76" name="Rectangle 1075">
                            <a:extLst>
                              <a:ext uri="{FF2B5EF4-FFF2-40B4-BE49-F238E27FC236}">
                                <a16:creationId xmlns:a16="http://schemas.microsoft.com/office/drawing/2014/main" id="{B9316FFB-8968-B223-4CFF-C590861FD8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77" name="Rectangle 1076">
                            <a:extLst>
                              <a:ext uri="{FF2B5EF4-FFF2-40B4-BE49-F238E27FC236}">
                                <a16:creationId xmlns:a16="http://schemas.microsoft.com/office/drawing/2014/main" id="{E82B870A-3B39-483F-A8EB-DFFDD9F658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78" name="Rectangle 1077">
                            <a:extLst>
                              <a:ext uri="{FF2B5EF4-FFF2-40B4-BE49-F238E27FC236}">
                                <a16:creationId xmlns:a16="http://schemas.microsoft.com/office/drawing/2014/main" id="{B1D56F10-DDFA-54F9-0ED6-1F04B270757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79" name="Rectangle 1078">
                            <a:extLst>
                              <a:ext uri="{FF2B5EF4-FFF2-40B4-BE49-F238E27FC236}">
                                <a16:creationId xmlns:a16="http://schemas.microsoft.com/office/drawing/2014/main" id="{65A0F89B-5F4F-8E14-851F-4D86217A21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80" name="Rectangle 1079">
                            <a:extLst>
                              <a:ext uri="{FF2B5EF4-FFF2-40B4-BE49-F238E27FC236}">
                                <a16:creationId xmlns:a16="http://schemas.microsoft.com/office/drawing/2014/main" id="{3A5613B6-997B-3D00-8972-E1207D62DAF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81" name="Rectangle 1080">
                            <a:extLst>
                              <a:ext uri="{FF2B5EF4-FFF2-40B4-BE49-F238E27FC236}">
                                <a16:creationId xmlns:a16="http://schemas.microsoft.com/office/drawing/2014/main" id="{0EFB6BB6-473E-7FE3-AFC1-0D7054F5F1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82" name="Rectangle 1081">
                            <a:extLst>
                              <a:ext uri="{FF2B5EF4-FFF2-40B4-BE49-F238E27FC236}">
                                <a16:creationId xmlns:a16="http://schemas.microsoft.com/office/drawing/2014/main" id="{10093DE2-59AB-E060-ADA6-8F73852A2E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062" name="Group 1061">
                          <a:extLst>
                            <a:ext uri="{FF2B5EF4-FFF2-40B4-BE49-F238E27FC236}">
                              <a16:creationId xmlns:a16="http://schemas.microsoft.com/office/drawing/2014/main" id="{4A119F30-EAF6-B002-27A8-D81FE1B31D9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063" name="Rectangle 1062">
                            <a:extLst>
                              <a:ext uri="{FF2B5EF4-FFF2-40B4-BE49-F238E27FC236}">
                                <a16:creationId xmlns:a16="http://schemas.microsoft.com/office/drawing/2014/main" id="{0721E8F4-293C-B64F-B8EB-03B38325D5F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64" name="Rectangle 1063">
                            <a:extLst>
                              <a:ext uri="{FF2B5EF4-FFF2-40B4-BE49-F238E27FC236}">
                                <a16:creationId xmlns:a16="http://schemas.microsoft.com/office/drawing/2014/main" id="{37F48E76-2AA3-2DD8-C986-AE85E5CFA9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65" name="Rectangle 1064">
                            <a:extLst>
                              <a:ext uri="{FF2B5EF4-FFF2-40B4-BE49-F238E27FC236}">
                                <a16:creationId xmlns:a16="http://schemas.microsoft.com/office/drawing/2014/main" id="{67FE692D-56E6-ACF5-B3D0-F07E42F5A4A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66" name="Rectangle 1065">
                            <a:extLst>
                              <a:ext uri="{FF2B5EF4-FFF2-40B4-BE49-F238E27FC236}">
                                <a16:creationId xmlns:a16="http://schemas.microsoft.com/office/drawing/2014/main" id="{6328CC77-D9C5-5092-5F96-D58593A008F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67" name="Rectangle 1066">
                            <a:extLst>
                              <a:ext uri="{FF2B5EF4-FFF2-40B4-BE49-F238E27FC236}">
                                <a16:creationId xmlns:a16="http://schemas.microsoft.com/office/drawing/2014/main" id="{9EC9BB52-0BCB-2370-6950-961185DC1C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68" name="Rectangle 1067">
                            <a:extLst>
                              <a:ext uri="{FF2B5EF4-FFF2-40B4-BE49-F238E27FC236}">
                                <a16:creationId xmlns:a16="http://schemas.microsoft.com/office/drawing/2014/main" id="{94FA1822-FB8B-D7AD-4DA9-90C705FC1B6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69" name="Rectangle 1068">
                            <a:extLst>
                              <a:ext uri="{FF2B5EF4-FFF2-40B4-BE49-F238E27FC236}">
                                <a16:creationId xmlns:a16="http://schemas.microsoft.com/office/drawing/2014/main" id="{5C2A93F5-1D3B-126D-9E69-8A198F7ED6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70" name="Rectangle 1069">
                            <a:extLst>
                              <a:ext uri="{FF2B5EF4-FFF2-40B4-BE49-F238E27FC236}">
                                <a16:creationId xmlns:a16="http://schemas.microsoft.com/office/drawing/2014/main" id="{19C565E2-3AAF-A84E-0304-75F5614ABD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71" name="Rectangle 1070">
                            <a:extLst>
                              <a:ext uri="{FF2B5EF4-FFF2-40B4-BE49-F238E27FC236}">
                                <a16:creationId xmlns:a16="http://schemas.microsoft.com/office/drawing/2014/main" id="{11E706B7-A17B-B26C-1BB0-5D4CF42C99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72" name="Rectangle 1071">
                            <a:extLst>
                              <a:ext uri="{FF2B5EF4-FFF2-40B4-BE49-F238E27FC236}">
                                <a16:creationId xmlns:a16="http://schemas.microsoft.com/office/drawing/2014/main" id="{56F8076C-DC9E-26D0-9A0F-D7EEFC026D2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1038" name="Group 1037">
                        <a:extLst>
                          <a:ext uri="{FF2B5EF4-FFF2-40B4-BE49-F238E27FC236}">
                            <a16:creationId xmlns:a16="http://schemas.microsoft.com/office/drawing/2014/main" id="{AD8B82B9-7715-221D-63B5-2ED9FB8A432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039" name="Group 1038">
                          <a:extLst>
                            <a:ext uri="{FF2B5EF4-FFF2-40B4-BE49-F238E27FC236}">
                              <a16:creationId xmlns:a16="http://schemas.microsoft.com/office/drawing/2014/main" id="{DA8EBDF2-0FF0-C1DE-DB6C-6770DC305D9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051" name="Rectangle 1050">
                            <a:extLst>
                              <a:ext uri="{FF2B5EF4-FFF2-40B4-BE49-F238E27FC236}">
                                <a16:creationId xmlns:a16="http://schemas.microsoft.com/office/drawing/2014/main" id="{00EAFF7D-C437-B6E1-34A3-B35BC864F3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52" name="Rectangle 1051">
                            <a:extLst>
                              <a:ext uri="{FF2B5EF4-FFF2-40B4-BE49-F238E27FC236}">
                                <a16:creationId xmlns:a16="http://schemas.microsoft.com/office/drawing/2014/main" id="{FF5DDF2F-7243-C8EF-48C8-FFF0C4A242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53" name="Rectangle 1052">
                            <a:extLst>
                              <a:ext uri="{FF2B5EF4-FFF2-40B4-BE49-F238E27FC236}">
                                <a16:creationId xmlns:a16="http://schemas.microsoft.com/office/drawing/2014/main" id="{72FFFAFF-CFE4-E84E-F487-C8D31E67B4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54" name="Rectangle 1053">
                            <a:extLst>
                              <a:ext uri="{FF2B5EF4-FFF2-40B4-BE49-F238E27FC236}">
                                <a16:creationId xmlns:a16="http://schemas.microsoft.com/office/drawing/2014/main" id="{288F7573-314B-C251-24C5-1FD2F53C97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55" name="Rectangle 1054">
                            <a:extLst>
                              <a:ext uri="{FF2B5EF4-FFF2-40B4-BE49-F238E27FC236}">
                                <a16:creationId xmlns:a16="http://schemas.microsoft.com/office/drawing/2014/main" id="{65BB186E-699B-851C-2EF1-818C60F275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56" name="Rectangle 1055">
                            <a:extLst>
                              <a:ext uri="{FF2B5EF4-FFF2-40B4-BE49-F238E27FC236}">
                                <a16:creationId xmlns:a16="http://schemas.microsoft.com/office/drawing/2014/main" id="{3714AAB1-DB9A-7646-878C-B8B579CC3C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57" name="Rectangle 1056">
                            <a:extLst>
                              <a:ext uri="{FF2B5EF4-FFF2-40B4-BE49-F238E27FC236}">
                                <a16:creationId xmlns:a16="http://schemas.microsoft.com/office/drawing/2014/main" id="{377E40A7-6B5D-20C4-4C11-96C067032C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58" name="Rectangle 1057">
                            <a:extLst>
                              <a:ext uri="{FF2B5EF4-FFF2-40B4-BE49-F238E27FC236}">
                                <a16:creationId xmlns:a16="http://schemas.microsoft.com/office/drawing/2014/main" id="{B4EF1554-8D94-3FC3-0CEB-A5E478A24A9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59" name="Rectangle 1058">
                            <a:extLst>
                              <a:ext uri="{FF2B5EF4-FFF2-40B4-BE49-F238E27FC236}">
                                <a16:creationId xmlns:a16="http://schemas.microsoft.com/office/drawing/2014/main" id="{692465E6-B6C0-7754-1A1E-6EF79044D49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60" name="Rectangle 1059">
                            <a:extLst>
                              <a:ext uri="{FF2B5EF4-FFF2-40B4-BE49-F238E27FC236}">
                                <a16:creationId xmlns:a16="http://schemas.microsoft.com/office/drawing/2014/main" id="{A5C85DEB-2CFF-06C9-3A5F-7CA20FBC4A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040" name="Group 1039">
                          <a:extLst>
                            <a:ext uri="{FF2B5EF4-FFF2-40B4-BE49-F238E27FC236}">
                              <a16:creationId xmlns:a16="http://schemas.microsoft.com/office/drawing/2014/main" id="{69B0A06C-20CA-E094-9322-3D7337C7975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041" name="Rectangle 1040">
                            <a:extLst>
                              <a:ext uri="{FF2B5EF4-FFF2-40B4-BE49-F238E27FC236}">
                                <a16:creationId xmlns:a16="http://schemas.microsoft.com/office/drawing/2014/main" id="{A4B599AE-3C6F-59DC-19DC-7D3DBF8C51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42" name="Rectangle 1041">
                            <a:extLst>
                              <a:ext uri="{FF2B5EF4-FFF2-40B4-BE49-F238E27FC236}">
                                <a16:creationId xmlns:a16="http://schemas.microsoft.com/office/drawing/2014/main" id="{0FBBA09A-B55C-D4F6-8A03-BAED48A7C0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43" name="Rectangle 1042">
                            <a:extLst>
                              <a:ext uri="{FF2B5EF4-FFF2-40B4-BE49-F238E27FC236}">
                                <a16:creationId xmlns:a16="http://schemas.microsoft.com/office/drawing/2014/main" id="{547B67EA-4596-A470-611E-580C101593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44" name="Rectangle 1043">
                            <a:extLst>
                              <a:ext uri="{FF2B5EF4-FFF2-40B4-BE49-F238E27FC236}">
                                <a16:creationId xmlns:a16="http://schemas.microsoft.com/office/drawing/2014/main" id="{5ACADE39-9C8D-3DD2-C948-F8E23043BB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45" name="Rectangle 1044">
                            <a:extLst>
                              <a:ext uri="{FF2B5EF4-FFF2-40B4-BE49-F238E27FC236}">
                                <a16:creationId xmlns:a16="http://schemas.microsoft.com/office/drawing/2014/main" id="{1311701F-3F08-837D-2126-F4B75DDB9F9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46" name="Rectangle 1045">
                            <a:extLst>
                              <a:ext uri="{FF2B5EF4-FFF2-40B4-BE49-F238E27FC236}">
                                <a16:creationId xmlns:a16="http://schemas.microsoft.com/office/drawing/2014/main" id="{B1976E11-0874-CC34-1DF8-8B39A87F59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47" name="Rectangle 1046">
                            <a:extLst>
                              <a:ext uri="{FF2B5EF4-FFF2-40B4-BE49-F238E27FC236}">
                                <a16:creationId xmlns:a16="http://schemas.microsoft.com/office/drawing/2014/main" id="{E0B4CB9D-A73E-8ECC-8E0F-12780C67153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48" name="Rectangle 1047">
                            <a:extLst>
                              <a:ext uri="{FF2B5EF4-FFF2-40B4-BE49-F238E27FC236}">
                                <a16:creationId xmlns:a16="http://schemas.microsoft.com/office/drawing/2014/main" id="{14EC8B0A-A6A1-1CD8-05C9-15395BF592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49" name="Rectangle 1048">
                            <a:extLst>
                              <a:ext uri="{FF2B5EF4-FFF2-40B4-BE49-F238E27FC236}">
                                <a16:creationId xmlns:a16="http://schemas.microsoft.com/office/drawing/2014/main" id="{5F5A33A7-B143-A08C-03C7-5C54126679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50" name="Rectangle 1049">
                            <a:extLst>
                              <a:ext uri="{FF2B5EF4-FFF2-40B4-BE49-F238E27FC236}">
                                <a16:creationId xmlns:a16="http://schemas.microsoft.com/office/drawing/2014/main" id="{CAC5C2FA-D05A-4405-2423-F1734D4E8E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231" name="Group 1230">
                <a:extLst>
                  <a:ext uri="{FF2B5EF4-FFF2-40B4-BE49-F238E27FC236}">
                    <a16:creationId xmlns:a16="http://schemas.microsoft.com/office/drawing/2014/main" id="{22C71345-005B-005A-87B2-5E8141541B5D}"/>
                  </a:ext>
                </a:extLst>
              </p:cNvPr>
              <p:cNvGrpSpPr/>
              <p:nvPr/>
            </p:nvGrpSpPr>
            <p:grpSpPr>
              <a:xfrm>
                <a:off x="10326140" y="2953803"/>
                <a:ext cx="2001831" cy="345202"/>
                <a:chOff x="921102" y="312096"/>
                <a:chExt cx="2001831" cy="345202"/>
              </a:xfrm>
              <a:solidFill>
                <a:schemeClr val="bg2"/>
              </a:solidFill>
            </p:grpSpPr>
            <p:grpSp>
              <p:nvGrpSpPr>
                <p:cNvPr id="1232" name="Group 1231">
                  <a:extLst>
                    <a:ext uri="{FF2B5EF4-FFF2-40B4-BE49-F238E27FC236}">
                      <a16:creationId xmlns:a16="http://schemas.microsoft.com/office/drawing/2014/main" id="{43D399A0-D345-750D-6893-81737A3EB5B7}"/>
                    </a:ext>
                  </a:extLst>
                </p:cNvPr>
                <p:cNvGrpSpPr/>
                <p:nvPr/>
              </p:nvGrpSpPr>
              <p:grpSpPr>
                <a:xfrm>
                  <a:off x="921102" y="312096"/>
                  <a:ext cx="999157" cy="345202"/>
                  <a:chOff x="921102" y="312096"/>
                  <a:chExt cx="999157" cy="345202"/>
                </a:xfrm>
                <a:grpFill/>
              </p:grpSpPr>
              <p:grpSp>
                <p:nvGrpSpPr>
                  <p:cNvPr id="1256" name="Group 1255">
                    <a:extLst>
                      <a:ext uri="{FF2B5EF4-FFF2-40B4-BE49-F238E27FC236}">
                        <a16:creationId xmlns:a16="http://schemas.microsoft.com/office/drawing/2014/main" id="{055D67CF-11CE-4292-B0B7-584496A2A00A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490994" cy="345202"/>
                    <a:chOff x="807993" y="409074"/>
                    <a:chExt cx="433529" cy="304800"/>
                  </a:xfrm>
                  <a:grpFill/>
                </p:grpSpPr>
                <p:sp>
                  <p:nvSpPr>
                    <p:cNvPr id="1268" name="Rectangle 1267">
                      <a:extLst>
                        <a:ext uri="{FF2B5EF4-FFF2-40B4-BE49-F238E27FC236}">
                          <a16:creationId xmlns:a16="http://schemas.microsoft.com/office/drawing/2014/main" id="{2C688C54-488C-3DC2-DAE8-CB2957DB25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69" name="Rectangle 1268">
                      <a:extLst>
                        <a:ext uri="{FF2B5EF4-FFF2-40B4-BE49-F238E27FC236}">
                          <a16:creationId xmlns:a16="http://schemas.microsoft.com/office/drawing/2014/main" id="{35AD954C-9EF6-2983-2629-EDA2273F3A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70" name="Rectangle 1269">
                      <a:extLst>
                        <a:ext uri="{FF2B5EF4-FFF2-40B4-BE49-F238E27FC236}">
                          <a16:creationId xmlns:a16="http://schemas.microsoft.com/office/drawing/2014/main" id="{75F97BFD-11EE-654F-BB25-B2AA13C29B8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71" name="Rectangle 1270">
                      <a:extLst>
                        <a:ext uri="{FF2B5EF4-FFF2-40B4-BE49-F238E27FC236}">
                          <a16:creationId xmlns:a16="http://schemas.microsoft.com/office/drawing/2014/main" id="{3DA332BB-98A6-3827-630F-1DA3CC99FF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72" name="Rectangle 1271">
                      <a:extLst>
                        <a:ext uri="{FF2B5EF4-FFF2-40B4-BE49-F238E27FC236}">
                          <a16:creationId xmlns:a16="http://schemas.microsoft.com/office/drawing/2014/main" id="{B5524245-3323-7D75-72E6-B0678037C0A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73" name="Rectangle 1272">
                      <a:extLst>
                        <a:ext uri="{FF2B5EF4-FFF2-40B4-BE49-F238E27FC236}">
                          <a16:creationId xmlns:a16="http://schemas.microsoft.com/office/drawing/2014/main" id="{0AE34779-D86B-9CA0-33A8-0162ED73E9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74" name="Rectangle 1273">
                      <a:extLst>
                        <a:ext uri="{FF2B5EF4-FFF2-40B4-BE49-F238E27FC236}">
                          <a16:creationId xmlns:a16="http://schemas.microsoft.com/office/drawing/2014/main" id="{E97A5ECE-258F-245F-3A25-2800F65D4D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75" name="Rectangle 1274">
                      <a:extLst>
                        <a:ext uri="{FF2B5EF4-FFF2-40B4-BE49-F238E27FC236}">
                          <a16:creationId xmlns:a16="http://schemas.microsoft.com/office/drawing/2014/main" id="{CCB4BE17-F9B9-8DC9-3600-0498F5C8351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227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76" name="Rectangle 1275">
                      <a:extLst>
                        <a:ext uri="{FF2B5EF4-FFF2-40B4-BE49-F238E27FC236}">
                          <a16:creationId xmlns:a16="http://schemas.microsoft.com/office/drawing/2014/main" id="{DECC7366-48A5-635F-295D-3684D36AFB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5679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77" name="Rectangle 1276">
                      <a:extLst>
                        <a:ext uri="{FF2B5EF4-FFF2-40B4-BE49-F238E27FC236}">
                          <a16:creationId xmlns:a16="http://schemas.microsoft.com/office/drawing/2014/main" id="{F7A312FC-354F-8B75-BAFB-E11496947E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9580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  <p:grpSp>
                <p:nvGrpSpPr>
                  <p:cNvPr id="1257" name="Group 1256">
                    <a:extLst>
                      <a:ext uri="{FF2B5EF4-FFF2-40B4-BE49-F238E27FC236}">
                        <a16:creationId xmlns:a16="http://schemas.microsoft.com/office/drawing/2014/main" id="{79500C3D-EAA5-2D21-8A18-1F5E439BB555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0" cy="345202"/>
                    <a:chOff x="801033" y="409074"/>
                    <a:chExt cx="447449" cy="304800"/>
                  </a:xfrm>
                  <a:grpFill/>
                </p:grpSpPr>
                <p:sp>
                  <p:nvSpPr>
                    <p:cNvPr id="1258" name="Rectangle 1257">
                      <a:extLst>
                        <a:ext uri="{FF2B5EF4-FFF2-40B4-BE49-F238E27FC236}">
                          <a16:creationId xmlns:a16="http://schemas.microsoft.com/office/drawing/2014/main" id="{1809E64C-6299-A896-033C-74064CAF4A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59" name="Rectangle 1258">
                      <a:extLst>
                        <a:ext uri="{FF2B5EF4-FFF2-40B4-BE49-F238E27FC236}">
                          <a16:creationId xmlns:a16="http://schemas.microsoft.com/office/drawing/2014/main" id="{323DBE12-F670-192E-549A-4737ED7BC5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60" name="Rectangle 1259">
                      <a:extLst>
                        <a:ext uri="{FF2B5EF4-FFF2-40B4-BE49-F238E27FC236}">
                          <a16:creationId xmlns:a16="http://schemas.microsoft.com/office/drawing/2014/main" id="{ECDDC205-05DF-F79B-BD6F-A7AB6BBC26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61" name="Rectangle 1260">
                      <a:extLst>
                        <a:ext uri="{FF2B5EF4-FFF2-40B4-BE49-F238E27FC236}">
                          <a16:creationId xmlns:a16="http://schemas.microsoft.com/office/drawing/2014/main" id="{10B0700F-E354-50ED-8773-7BBE11CC37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62" name="Rectangle 1261">
                      <a:extLst>
                        <a:ext uri="{FF2B5EF4-FFF2-40B4-BE49-F238E27FC236}">
                          <a16:creationId xmlns:a16="http://schemas.microsoft.com/office/drawing/2014/main" id="{046803B2-D9A7-6A90-780F-FDF3351E88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6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63" name="Rectangle 1262">
                      <a:extLst>
                        <a:ext uri="{FF2B5EF4-FFF2-40B4-BE49-F238E27FC236}">
                          <a16:creationId xmlns:a16="http://schemas.microsoft.com/office/drawing/2014/main" id="{8D0EF04B-8DC3-40B1-E1E6-7502EDD074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64" name="Rectangle 1263">
                      <a:extLst>
                        <a:ext uri="{FF2B5EF4-FFF2-40B4-BE49-F238E27FC236}">
                          <a16:creationId xmlns:a16="http://schemas.microsoft.com/office/drawing/2014/main" id="{B73B6722-B751-4F54-EA5D-7C226FDE2F7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65" name="Rectangle 1264">
                      <a:extLst>
                        <a:ext uri="{FF2B5EF4-FFF2-40B4-BE49-F238E27FC236}">
                          <a16:creationId xmlns:a16="http://schemas.microsoft.com/office/drawing/2014/main" id="{16172379-AF90-0F8B-C40C-432B8AD70E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66" name="Rectangle 1265">
                      <a:extLst>
                        <a:ext uri="{FF2B5EF4-FFF2-40B4-BE49-F238E27FC236}">
                          <a16:creationId xmlns:a16="http://schemas.microsoft.com/office/drawing/2014/main" id="{AD16A933-8815-78E3-5210-D56A838DB5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67" name="Rectangle 1266">
                      <a:extLst>
                        <a:ext uri="{FF2B5EF4-FFF2-40B4-BE49-F238E27FC236}">
                          <a16:creationId xmlns:a16="http://schemas.microsoft.com/office/drawing/2014/main" id="{87D78574-0D2C-1E40-2AED-DC58EF1005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</p:grpSp>
            <p:grpSp>
              <p:nvGrpSpPr>
                <p:cNvPr id="1233" name="Group 1232">
                  <a:extLst>
                    <a:ext uri="{FF2B5EF4-FFF2-40B4-BE49-F238E27FC236}">
                      <a16:creationId xmlns:a16="http://schemas.microsoft.com/office/drawing/2014/main" id="{82AC356B-1779-1D3F-A10D-90384AF8AA3C}"/>
                    </a:ext>
                  </a:extLst>
                </p:cNvPr>
                <p:cNvGrpSpPr/>
                <p:nvPr/>
              </p:nvGrpSpPr>
              <p:grpSpPr>
                <a:xfrm>
                  <a:off x="1923775" y="312096"/>
                  <a:ext cx="999158" cy="345202"/>
                  <a:chOff x="921103" y="312096"/>
                  <a:chExt cx="999158" cy="345202"/>
                </a:xfrm>
                <a:grpFill/>
              </p:grpSpPr>
              <p:grpSp>
                <p:nvGrpSpPr>
                  <p:cNvPr id="1234" name="Group 1233">
                    <a:extLst>
                      <a:ext uri="{FF2B5EF4-FFF2-40B4-BE49-F238E27FC236}">
                        <a16:creationId xmlns:a16="http://schemas.microsoft.com/office/drawing/2014/main" id="{5589056E-95B6-3EFB-4E71-CDE67B1B8C56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246" name="Rectangle 1245">
                      <a:extLst>
                        <a:ext uri="{FF2B5EF4-FFF2-40B4-BE49-F238E27FC236}">
                          <a16:creationId xmlns:a16="http://schemas.microsoft.com/office/drawing/2014/main" id="{36459286-41C6-50FB-C65F-DA7F1C4E24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47" name="Rectangle 1246">
                      <a:extLst>
                        <a:ext uri="{FF2B5EF4-FFF2-40B4-BE49-F238E27FC236}">
                          <a16:creationId xmlns:a16="http://schemas.microsoft.com/office/drawing/2014/main" id="{0586F4E7-09DC-7663-0C87-E58664BF1B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48" name="Rectangle 1247">
                      <a:extLst>
                        <a:ext uri="{FF2B5EF4-FFF2-40B4-BE49-F238E27FC236}">
                          <a16:creationId xmlns:a16="http://schemas.microsoft.com/office/drawing/2014/main" id="{E6650490-1151-5BB4-94F7-7D104860CB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49" name="Rectangle 1248">
                      <a:extLst>
                        <a:ext uri="{FF2B5EF4-FFF2-40B4-BE49-F238E27FC236}">
                          <a16:creationId xmlns:a16="http://schemas.microsoft.com/office/drawing/2014/main" id="{5A2AA746-9CE1-7F65-E5BB-7E6691889DD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50" name="Rectangle 1249">
                      <a:extLst>
                        <a:ext uri="{FF2B5EF4-FFF2-40B4-BE49-F238E27FC236}">
                          <a16:creationId xmlns:a16="http://schemas.microsoft.com/office/drawing/2014/main" id="{CC1D75DC-0785-67C1-ABE1-FB6FF9CFE8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51" name="Rectangle 1250">
                      <a:extLst>
                        <a:ext uri="{FF2B5EF4-FFF2-40B4-BE49-F238E27FC236}">
                          <a16:creationId xmlns:a16="http://schemas.microsoft.com/office/drawing/2014/main" id="{27587E4C-7FD4-B394-4E30-BA479C86BE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52" name="Rectangle 1251">
                      <a:extLst>
                        <a:ext uri="{FF2B5EF4-FFF2-40B4-BE49-F238E27FC236}">
                          <a16:creationId xmlns:a16="http://schemas.microsoft.com/office/drawing/2014/main" id="{21A0A8FA-F921-CDFC-69D4-A4F68149B8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53" name="Rectangle 1252">
                      <a:extLst>
                        <a:ext uri="{FF2B5EF4-FFF2-40B4-BE49-F238E27FC236}">
                          <a16:creationId xmlns:a16="http://schemas.microsoft.com/office/drawing/2014/main" id="{47D3894C-FFBF-C176-CA31-4C7F8EC0B40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54" name="Rectangle 1253">
                      <a:extLst>
                        <a:ext uri="{FF2B5EF4-FFF2-40B4-BE49-F238E27FC236}">
                          <a16:creationId xmlns:a16="http://schemas.microsoft.com/office/drawing/2014/main" id="{952A38A5-AAA0-0A65-BB64-CF9F05A5C3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55" name="Rectangle 1254">
                      <a:extLst>
                        <a:ext uri="{FF2B5EF4-FFF2-40B4-BE49-F238E27FC236}">
                          <a16:creationId xmlns:a16="http://schemas.microsoft.com/office/drawing/2014/main" id="{BDFD8C74-A064-7DD6-521D-D17B84C5A9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  <p:grpSp>
                <p:nvGrpSpPr>
                  <p:cNvPr id="1235" name="Group 1234">
                    <a:extLst>
                      <a:ext uri="{FF2B5EF4-FFF2-40B4-BE49-F238E27FC236}">
                        <a16:creationId xmlns:a16="http://schemas.microsoft.com/office/drawing/2014/main" id="{DD0B22CE-DE9E-28AB-2291-0CB09A027860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236" name="Rectangle 1235">
                      <a:extLst>
                        <a:ext uri="{FF2B5EF4-FFF2-40B4-BE49-F238E27FC236}">
                          <a16:creationId xmlns:a16="http://schemas.microsoft.com/office/drawing/2014/main" id="{70867D41-6C4C-893A-6453-67BD26859C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37" name="Rectangle 1236">
                      <a:extLst>
                        <a:ext uri="{FF2B5EF4-FFF2-40B4-BE49-F238E27FC236}">
                          <a16:creationId xmlns:a16="http://schemas.microsoft.com/office/drawing/2014/main" id="{76833AA7-9355-3175-5129-B25A0E1943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38" name="Rectangle 1237">
                      <a:extLst>
                        <a:ext uri="{FF2B5EF4-FFF2-40B4-BE49-F238E27FC236}">
                          <a16:creationId xmlns:a16="http://schemas.microsoft.com/office/drawing/2014/main" id="{837C3435-8978-32D1-F75D-D78BC66FAF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39" name="Rectangle 1238">
                      <a:extLst>
                        <a:ext uri="{FF2B5EF4-FFF2-40B4-BE49-F238E27FC236}">
                          <a16:creationId xmlns:a16="http://schemas.microsoft.com/office/drawing/2014/main" id="{447C043A-B6E7-62F4-FFB7-6DF9D096F3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40" name="Rectangle 1239">
                      <a:extLst>
                        <a:ext uri="{FF2B5EF4-FFF2-40B4-BE49-F238E27FC236}">
                          <a16:creationId xmlns:a16="http://schemas.microsoft.com/office/drawing/2014/main" id="{ADF53CF8-D977-B771-D1E2-CC545862CD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41" name="Rectangle 1240">
                      <a:extLst>
                        <a:ext uri="{FF2B5EF4-FFF2-40B4-BE49-F238E27FC236}">
                          <a16:creationId xmlns:a16="http://schemas.microsoft.com/office/drawing/2014/main" id="{7FB5B63B-5189-8E33-DF90-B14DFF04090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42" name="Rectangle 1241">
                      <a:extLst>
                        <a:ext uri="{FF2B5EF4-FFF2-40B4-BE49-F238E27FC236}">
                          <a16:creationId xmlns:a16="http://schemas.microsoft.com/office/drawing/2014/main" id="{26EA1519-644D-4273-2F7E-73F139A53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43" name="Rectangle 1242">
                      <a:extLst>
                        <a:ext uri="{FF2B5EF4-FFF2-40B4-BE49-F238E27FC236}">
                          <a16:creationId xmlns:a16="http://schemas.microsoft.com/office/drawing/2014/main" id="{AE81D3D8-B477-EABC-6747-843607174E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44" name="Rectangle 1243">
                      <a:extLst>
                        <a:ext uri="{FF2B5EF4-FFF2-40B4-BE49-F238E27FC236}">
                          <a16:creationId xmlns:a16="http://schemas.microsoft.com/office/drawing/2014/main" id="{EBAE692F-FA2C-6549-12EC-11EA76E3869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45" name="Rectangle 1244">
                      <a:extLst>
                        <a:ext uri="{FF2B5EF4-FFF2-40B4-BE49-F238E27FC236}">
                          <a16:creationId xmlns:a16="http://schemas.microsoft.com/office/drawing/2014/main" id="{1C8B5192-796E-FC5C-A268-6323136517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</p:grpSp>
          </p:grpSp>
          <p:grpSp>
            <p:nvGrpSpPr>
              <p:cNvPr id="1278" name="Group 1277">
                <a:extLst>
                  <a:ext uri="{FF2B5EF4-FFF2-40B4-BE49-F238E27FC236}">
                    <a16:creationId xmlns:a16="http://schemas.microsoft.com/office/drawing/2014/main" id="{21638047-6799-85EA-A100-715C9DF1351C}"/>
                  </a:ext>
                </a:extLst>
              </p:cNvPr>
              <p:cNvGrpSpPr/>
              <p:nvPr/>
            </p:nvGrpSpPr>
            <p:grpSpPr>
              <a:xfrm>
                <a:off x="930969" y="2953803"/>
                <a:ext cx="999158" cy="345202"/>
                <a:chOff x="921103" y="312096"/>
                <a:chExt cx="999158" cy="345202"/>
              </a:xfrm>
              <a:solidFill>
                <a:schemeClr val="bg2"/>
              </a:solidFill>
            </p:grpSpPr>
            <p:grpSp>
              <p:nvGrpSpPr>
                <p:cNvPr id="1279" name="Group 1278">
                  <a:extLst>
                    <a:ext uri="{FF2B5EF4-FFF2-40B4-BE49-F238E27FC236}">
                      <a16:creationId xmlns:a16="http://schemas.microsoft.com/office/drawing/2014/main" id="{D05203CD-6F23-1636-1F3B-3252056F0020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498877" cy="345202"/>
                  <a:chOff x="807993" y="409074"/>
                  <a:chExt cx="440489" cy="304800"/>
                </a:xfrm>
                <a:grpFill/>
              </p:grpSpPr>
              <p:sp>
                <p:nvSpPr>
                  <p:cNvPr id="1291" name="Rectangle 1290">
                    <a:extLst>
                      <a:ext uri="{FF2B5EF4-FFF2-40B4-BE49-F238E27FC236}">
                        <a16:creationId xmlns:a16="http://schemas.microsoft.com/office/drawing/2014/main" id="{6B4FE1D3-1746-83F7-455A-B034F4C8AA5A}"/>
                      </a:ext>
                    </a:extLst>
                  </p:cNvPr>
                  <p:cNvSpPr/>
                  <p:nvPr/>
                </p:nvSpPr>
                <p:spPr>
                  <a:xfrm>
                    <a:off x="80799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92" name="Rectangle 1291">
                    <a:extLst>
                      <a:ext uri="{FF2B5EF4-FFF2-40B4-BE49-F238E27FC236}">
                        <a16:creationId xmlns:a16="http://schemas.microsoft.com/office/drawing/2014/main" id="{373B48C3-E33D-B578-ABA3-EA2DD6A929F2}"/>
                      </a:ext>
                    </a:extLst>
                  </p:cNvPr>
                  <p:cNvSpPr/>
                  <p:nvPr/>
                </p:nvSpPr>
                <p:spPr>
                  <a:xfrm>
                    <a:off x="85343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93" name="Rectangle 1292">
                    <a:extLst>
                      <a:ext uri="{FF2B5EF4-FFF2-40B4-BE49-F238E27FC236}">
                        <a16:creationId xmlns:a16="http://schemas.microsoft.com/office/drawing/2014/main" id="{70084223-90FF-53AB-BF0D-2BC2EEB2C2B5}"/>
                      </a:ext>
                    </a:extLst>
                  </p:cNvPr>
                  <p:cNvSpPr/>
                  <p:nvPr/>
                </p:nvSpPr>
                <p:spPr>
                  <a:xfrm>
                    <a:off x="89887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94" name="Rectangle 1293">
                    <a:extLst>
                      <a:ext uri="{FF2B5EF4-FFF2-40B4-BE49-F238E27FC236}">
                        <a16:creationId xmlns:a16="http://schemas.microsoft.com/office/drawing/2014/main" id="{1C0B56BE-4FED-0E90-FFB0-313F16799612}"/>
                      </a:ext>
                    </a:extLst>
                  </p:cNvPr>
                  <p:cNvSpPr/>
                  <p:nvPr/>
                </p:nvSpPr>
                <p:spPr>
                  <a:xfrm>
                    <a:off x="9439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95" name="Rectangle 1294">
                    <a:extLst>
                      <a:ext uri="{FF2B5EF4-FFF2-40B4-BE49-F238E27FC236}">
                        <a16:creationId xmlns:a16="http://schemas.microsoft.com/office/drawing/2014/main" id="{5C13B17B-BC73-0DC6-B4D1-A63FDD82FBFA}"/>
                      </a:ext>
                    </a:extLst>
                  </p:cNvPr>
                  <p:cNvSpPr/>
                  <p:nvPr/>
                </p:nvSpPr>
                <p:spPr>
                  <a:xfrm>
                    <a:off x="98973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96" name="Rectangle 1295">
                    <a:extLst>
                      <a:ext uri="{FF2B5EF4-FFF2-40B4-BE49-F238E27FC236}">
                        <a16:creationId xmlns:a16="http://schemas.microsoft.com/office/drawing/2014/main" id="{3D2F33ED-10D5-7EB1-B343-7D57CC571A95}"/>
                      </a:ext>
                    </a:extLst>
                  </p:cNvPr>
                  <p:cNvSpPr/>
                  <p:nvPr/>
                </p:nvSpPr>
                <p:spPr>
                  <a:xfrm>
                    <a:off x="1035169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97" name="Rectangle 1296">
                    <a:extLst>
                      <a:ext uri="{FF2B5EF4-FFF2-40B4-BE49-F238E27FC236}">
                        <a16:creationId xmlns:a16="http://schemas.microsoft.com/office/drawing/2014/main" id="{672312B7-D6E9-8B84-C085-B7291636A4FA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98" name="Rectangle 1297">
                    <a:extLst>
                      <a:ext uri="{FF2B5EF4-FFF2-40B4-BE49-F238E27FC236}">
                        <a16:creationId xmlns:a16="http://schemas.microsoft.com/office/drawing/2014/main" id="{AF52E458-E2BE-E5C8-0494-FF1EA6CEDB91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99" name="Rectangle 1298">
                    <a:extLst>
                      <a:ext uri="{FF2B5EF4-FFF2-40B4-BE49-F238E27FC236}">
                        <a16:creationId xmlns:a16="http://schemas.microsoft.com/office/drawing/2014/main" id="{2BE79164-6552-5E8D-01A2-C95A061B04C6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00" name="Rectangle 1299">
                    <a:extLst>
                      <a:ext uri="{FF2B5EF4-FFF2-40B4-BE49-F238E27FC236}">
                        <a16:creationId xmlns:a16="http://schemas.microsoft.com/office/drawing/2014/main" id="{DF31F50F-C713-7CD1-45F7-8E8EA6F4E598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</p:grpSp>
            <p:grpSp>
              <p:nvGrpSpPr>
                <p:cNvPr id="1280" name="Group 1279">
                  <a:extLst>
                    <a:ext uri="{FF2B5EF4-FFF2-40B4-BE49-F238E27FC236}">
                      <a16:creationId xmlns:a16="http://schemas.microsoft.com/office/drawing/2014/main" id="{1D77E2EB-FAA5-450C-F7E7-E6CC12C65BA0}"/>
                    </a:ext>
                  </a:extLst>
                </p:cNvPr>
                <p:cNvGrpSpPr/>
                <p:nvPr/>
              </p:nvGrpSpPr>
              <p:grpSpPr>
                <a:xfrm>
                  <a:off x="1413499" y="312096"/>
                  <a:ext cx="506762" cy="345202"/>
                  <a:chOff x="801032" y="409074"/>
                  <a:chExt cx="447450" cy="304800"/>
                </a:xfrm>
                <a:grpFill/>
              </p:grpSpPr>
              <p:sp>
                <p:nvSpPr>
                  <p:cNvPr id="1281" name="Rectangle 1280">
                    <a:extLst>
                      <a:ext uri="{FF2B5EF4-FFF2-40B4-BE49-F238E27FC236}">
                        <a16:creationId xmlns:a16="http://schemas.microsoft.com/office/drawing/2014/main" id="{AE8D2331-86B7-A57E-F963-C1D6E180910C}"/>
                      </a:ext>
                    </a:extLst>
                  </p:cNvPr>
                  <p:cNvSpPr/>
                  <p:nvPr/>
                </p:nvSpPr>
                <p:spPr>
                  <a:xfrm>
                    <a:off x="80103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82" name="Rectangle 1281">
                    <a:extLst>
                      <a:ext uri="{FF2B5EF4-FFF2-40B4-BE49-F238E27FC236}">
                        <a16:creationId xmlns:a16="http://schemas.microsoft.com/office/drawing/2014/main" id="{690793FB-624B-19B7-74A9-1608140066DA}"/>
                      </a:ext>
                    </a:extLst>
                  </p:cNvPr>
                  <p:cNvSpPr/>
                  <p:nvPr/>
                </p:nvSpPr>
                <p:spPr>
                  <a:xfrm>
                    <a:off x="8464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83" name="Rectangle 1282">
                    <a:extLst>
                      <a:ext uri="{FF2B5EF4-FFF2-40B4-BE49-F238E27FC236}">
                        <a16:creationId xmlns:a16="http://schemas.microsoft.com/office/drawing/2014/main" id="{0A8FDA2A-B8A2-4C79-9BB3-32EF9FFE7EA3}"/>
                      </a:ext>
                    </a:extLst>
                  </p:cNvPr>
                  <p:cNvSpPr/>
                  <p:nvPr/>
                </p:nvSpPr>
                <p:spPr>
                  <a:xfrm>
                    <a:off x="89191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84" name="Rectangle 1283">
                    <a:extLst>
                      <a:ext uri="{FF2B5EF4-FFF2-40B4-BE49-F238E27FC236}">
                        <a16:creationId xmlns:a16="http://schemas.microsoft.com/office/drawing/2014/main" id="{45C2D0D8-EA95-C476-3FF8-59444E5107FA}"/>
                      </a:ext>
                    </a:extLst>
                  </p:cNvPr>
                  <p:cNvSpPr/>
                  <p:nvPr/>
                </p:nvSpPr>
                <p:spPr>
                  <a:xfrm>
                    <a:off x="93701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85" name="Rectangle 1284">
                    <a:extLst>
                      <a:ext uri="{FF2B5EF4-FFF2-40B4-BE49-F238E27FC236}">
                        <a16:creationId xmlns:a16="http://schemas.microsoft.com/office/drawing/2014/main" id="{78360C93-E6DB-E52E-04FB-A47C46FAAA44}"/>
                      </a:ext>
                    </a:extLst>
                  </p:cNvPr>
                  <p:cNvSpPr/>
                  <p:nvPr/>
                </p:nvSpPr>
                <p:spPr>
                  <a:xfrm>
                    <a:off x="98277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86" name="Rectangle 1285">
                    <a:extLst>
                      <a:ext uri="{FF2B5EF4-FFF2-40B4-BE49-F238E27FC236}">
                        <a16:creationId xmlns:a16="http://schemas.microsoft.com/office/drawing/2014/main" id="{ED99B831-B2C2-799B-E393-940922C8B6C5}"/>
                      </a:ext>
                    </a:extLst>
                  </p:cNvPr>
                  <p:cNvSpPr/>
                  <p:nvPr/>
                </p:nvSpPr>
                <p:spPr>
                  <a:xfrm>
                    <a:off x="102820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87" name="Rectangle 1286">
                    <a:extLst>
                      <a:ext uri="{FF2B5EF4-FFF2-40B4-BE49-F238E27FC236}">
                        <a16:creationId xmlns:a16="http://schemas.microsoft.com/office/drawing/2014/main" id="{71F32568-259C-D1CA-C8D2-6A7BD53A3D82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88" name="Rectangle 1287">
                    <a:extLst>
                      <a:ext uri="{FF2B5EF4-FFF2-40B4-BE49-F238E27FC236}">
                        <a16:creationId xmlns:a16="http://schemas.microsoft.com/office/drawing/2014/main" id="{D78ECF55-C756-A043-AD68-80F62F13A32B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89" name="Rectangle 1288">
                    <a:extLst>
                      <a:ext uri="{FF2B5EF4-FFF2-40B4-BE49-F238E27FC236}">
                        <a16:creationId xmlns:a16="http://schemas.microsoft.com/office/drawing/2014/main" id="{1985DC3D-D7EC-D363-7E11-D43DD3903EC7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290" name="Rectangle 1289">
                    <a:extLst>
                      <a:ext uri="{FF2B5EF4-FFF2-40B4-BE49-F238E27FC236}">
                        <a16:creationId xmlns:a16="http://schemas.microsoft.com/office/drawing/2014/main" id="{5D5A0694-BA0F-23ED-F0FE-BE972A3922E6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</p:grpSp>
          </p:grpSp>
          <p:sp>
            <p:nvSpPr>
              <p:cNvPr id="1326" name="Arrow: Curved Down 1325">
                <a:extLst>
                  <a:ext uri="{FF2B5EF4-FFF2-40B4-BE49-F238E27FC236}">
                    <a16:creationId xmlns:a16="http://schemas.microsoft.com/office/drawing/2014/main" id="{2E3612BE-AD2B-583C-783F-88924C8EF20F}"/>
                  </a:ext>
                </a:extLst>
              </p:cNvPr>
              <p:cNvSpPr/>
              <p:nvPr/>
            </p:nvSpPr>
            <p:spPr>
              <a:xfrm>
                <a:off x="1938489" y="2759243"/>
                <a:ext cx="107048" cy="184484"/>
              </a:xfrm>
              <a:prstGeom prst="curvedDownArrow">
                <a:avLst/>
              </a:prstGeom>
              <a:solidFill>
                <a:schemeClr val="accent5"/>
              </a:solidFill>
              <a:ln w="3175">
                <a:solidFill>
                  <a:srgbClr val="CB6BC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29" name="Group 1328">
                <a:extLst>
                  <a:ext uri="{FF2B5EF4-FFF2-40B4-BE49-F238E27FC236}">
                    <a16:creationId xmlns:a16="http://schemas.microsoft.com/office/drawing/2014/main" id="{E8A23C12-0E1B-5EDC-C32E-B43D09757B5E}"/>
                  </a:ext>
                </a:extLst>
              </p:cNvPr>
              <p:cNvGrpSpPr/>
              <p:nvPr/>
            </p:nvGrpSpPr>
            <p:grpSpPr>
              <a:xfrm>
                <a:off x="1930151" y="3527325"/>
                <a:ext cx="8397215" cy="345202"/>
                <a:chOff x="921103" y="312096"/>
                <a:chExt cx="8397215" cy="345202"/>
              </a:xfrm>
            </p:grpSpPr>
            <p:grpSp>
              <p:nvGrpSpPr>
                <p:cNvPr id="1424" name="Group 1423">
                  <a:extLst>
                    <a:ext uri="{FF2B5EF4-FFF2-40B4-BE49-F238E27FC236}">
                      <a16:creationId xmlns:a16="http://schemas.microsoft.com/office/drawing/2014/main" id="{014BD2C9-878D-0600-A2D1-57CBEF2611F4}"/>
                    </a:ext>
                  </a:extLst>
                </p:cNvPr>
                <p:cNvGrpSpPr/>
                <p:nvPr/>
              </p:nvGrpSpPr>
              <p:grpSpPr>
                <a:xfrm>
                  <a:off x="8910063" y="312096"/>
                  <a:ext cx="408255" cy="345202"/>
                  <a:chOff x="830578" y="1668379"/>
                  <a:chExt cx="360476" cy="304800"/>
                </a:xfrm>
                <a:solidFill>
                  <a:srgbClr val="FFFC04"/>
                </a:solidFill>
              </p:grpSpPr>
              <p:sp>
                <p:nvSpPr>
                  <p:cNvPr id="1616" name="Rectangle 1615">
                    <a:extLst>
                      <a:ext uri="{FF2B5EF4-FFF2-40B4-BE49-F238E27FC236}">
                        <a16:creationId xmlns:a16="http://schemas.microsoft.com/office/drawing/2014/main" id="{2C1D802D-6DA5-6857-A8F6-00FBE2416F2D}"/>
                      </a:ext>
                    </a:extLst>
                  </p:cNvPr>
                  <p:cNvSpPr/>
                  <p:nvPr/>
                </p:nvSpPr>
                <p:spPr>
                  <a:xfrm>
                    <a:off x="830578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617" name="Rectangle 1616">
                    <a:extLst>
                      <a:ext uri="{FF2B5EF4-FFF2-40B4-BE49-F238E27FC236}">
                        <a16:creationId xmlns:a16="http://schemas.microsoft.com/office/drawing/2014/main" id="{A9D717C3-6170-3494-1C2A-98BFB273CEE2}"/>
                      </a:ext>
                    </a:extLst>
                  </p:cNvPr>
                  <p:cNvSpPr/>
                  <p:nvPr/>
                </p:nvSpPr>
                <p:spPr>
                  <a:xfrm>
                    <a:off x="87654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618" name="Rectangle 1617">
                    <a:extLst>
                      <a:ext uri="{FF2B5EF4-FFF2-40B4-BE49-F238E27FC236}">
                        <a16:creationId xmlns:a16="http://schemas.microsoft.com/office/drawing/2014/main" id="{EA4CA279-9A3C-661D-11C1-B4221CC27FB4}"/>
                      </a:ext>
                    </a:extLst>
                  </p:cNvPr>
                  <p:cNvSpPr/>
                  <p:nvPr/>
                </p:nvSpPr>
                <p:spPr>
                  <a:xfrm>
                    <a:off x="91705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619" name="Rectangle 1618">
                    <a:extLst>
                      <a:ext uri="{FF2B5EF4-FFF2-40B4-BE49-F238E27FC236}">
                        <a16:creationId xmlns:a16="http://schemas.microsoft.com/office/drawing/2014/main" id="{8487FE53-3C73-0B74-0AB9-55D409EEC8F3}"/>
                      </a:ext>
                    </a:extLst>
                  </p:cNvPr>
                  <p:cNvSpPr/>
                  <p:nvPr/>
                </p:nvSpPr>
                <p:spPr>
                  <a:xfrm>
                    <a:off x="963030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620" name="Rectangle 1619">
                    <a:extLst>
                      <a:ext uri="{FF2B5EF4-FFF2-40B4-BE49-F238E27FC236}">
                        <a16:creationId xmlns:a16="http://schemas.microsoft.com/office/drawing/2014/main" id="{8593E114-2933-A65C-8695-A2D4117B9595}"/>
                      </a:ext>
                    </a:extLst>
                  </p:cNvPr>
                  <p:cNvSpPr/>
                  <p:nvPr/>
                </p:nvSpPr>
                <p:spPr>
                  <a:xfrm>
                    <a:off x="1010366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621" name="Rectangle 1620">
                    <a:extLst>
                      <a:ext uri="{FF2B5EF4-FFF2-40B4-BE49-F238E27FC236}">
                        <a16:creationId xmlns:a16="http://schemas.microsoft.com/office/drawing/2014/main" id="{B0E6D0B4-BE50-AF60-A14B-2E37281616A9}"/>
                      </a:ext>
                    </a:extLst>
                  </p:cNvPr>
                  <p:cNvSpPr/>
                  <p:nvPr/>
                </p:nvSpPr>
                <p:spPr>
                  <a:xfrm>
                    <a:off x="1056337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622" name="Rectangle 1621">
                    <a:extLst>
                      <a:ext uri="{FF2B5EF4-FFF2-40B4-BE49-F238E27FC236}">
                        <a16:creationId xmlns:a16="http://schemas.microsoft.com/office/drawing/2014/main" id="{72A1E976-CC68-C07D-0BE3-A1C05F623508}"/>
                      </a:ext>
                    </a:extLst>
                  </p:cNvPr>
                  <p:cNvSpPr/>
                  <p:nvPr/>
                </p:nvSpPr>
                <p:spPr>
                  <a:xfrm>
                    <a:off x="1099363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623" name="Rectangle 1622">
                    <a:extLst>
                      <a:ext uri="{FF2B5EF4-FFF2-40B4-BE49-F238E27FC236}">
                        <a16:creationId xmlns:a16="http://schemas.microsoft.com/office/drawing/2014/main" id="{0678363A-9A3B-5F5F-8FC9-E8C3820E428D}"/>
                      </a:ext>
                    </a:extLst>
                  </p:cNvPr>
                  <p:cNvSpPr/>
                  <p:nvPr/>
                </p:nvSpPr>
                <p:spPr>
                  <a:xfrm>
                    <a:off x="1145335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</p:grpSp>
            <p:grpSp>
              <p:nvGrpSpPr>
                <p:cNvPr id="1425" name="Group 1424">
                  <a:extLst>
                    <a:ext uri="{FF2B5EF4-FFF2-40B4-BE49-F238E27FC236}">
                      <a16:creationId xmlns:a16="http://schemas.microsoft.com/office/drawing/2014/main" id="{C6456117-212F-9605-A39E-F549BBED2A39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7994329" cy="345202"/>
                  <a:chOff x="921103" y="312096"/>
                  <a:chExt cx="7994329" cy="345202"/>
                </a:xfrm>
              </p:grpSpPr>
              <p:grpSp>
                <p:nvGrpSpPr>
                  <p:cNvPr id="1426" name="Group 1425">
                    <a:extLst>
                      <a:ext uri="{FF2B5EF4-FFF2-40B4-BE49-F238E27FC236}">
                        <a16:creationId xmlns:a16="http://schemas.microsoft.com/office/drawing/2014/main" id="{AB467972-C3B0-32B2-0D1B-4C8905B163B5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3998276" cy="345202"/>
                    <a:chOff x="921103" y="312096"/>
                    <a:chExt cx="3998276" cy="345202"/>
                  </a:xfrm>
                </p:grpSpPr>
                <p:grpSp>
                  <p:nvGrpSpPr>
                    <p:cNvPr id="1522" name="Group 1521">
                      <a:extLst>
                        <a:ext uri="{FF2B5EF4-FFF2-40B4-BE49-F238E27FC236}">
                          <a16:creationId xmlns:a16="http://schemas.microsoft.com/office/drawing/2014/main" id="{729BDDD1-51E2-4ADF-486F-87D4F8D322F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570" name="Group 1569">
                        <a:extLst>
                          <a:ext uri="{FF2B5EF4-FFF2-40B4-BE49-F238E27FC236}">
                            <a16:creationId xmlns:a16="http://schemas.microsoft.com/office/drawing/2014/main" id="{304F50EA-2F47-4756-7108-7EDEBB1A934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5" cy="345202"/>
                        <a:chOff x="921103" y="312096"/>
                        <a:chExt cx="999155" cy="345202"/>
                      </a:xfrm>
                    </p:grpSpPr>
                    <p:grpSp>
                      <p:nvGrpSpPr>
                        <p:cNvPr id="1594" name="Group 1593">
                          <a:extLst>
                            <a:ext uri="{FF2B5EF4-FFF2-40B4-BE49-F238E27FC236}">
                              <a16:creationId xmlns:a16="http://schemas.microsoft.com/office/drawing/2014/main" id="{2B6E44D8-4F60-E587-7114-62F9C805199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606" name="Rectangle 1605">
                            <a:extLst>
                              <a:ext uri="{FF2B5EF4-FFF2-40B4-BE49-F238E27FC236}">
                                <a16:creationId xmlns:a16="http://schemas.microsoft.com/office/drawing/2014/main" id="{79C58DD1-B537-1BAC-59EF-17116B6122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chemeClr val="bg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607" name="Rectangle 1606">
                            <a:extLst>
                              <a:ext uri="{FF2B5EF4-FFF2-40B4-BE49-F238E27FC236}">
                                <a16:creationId xmlns:a16="http://schemas.microsoft.com/office/drawing/2014/main" id="{7EA5C663-9892-7F30-CECF-C87EBAD5446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chemeClr val="bg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608" name="Rectangle 1607">
                            <a:extLst>
                              <a:ext uri="{FF2B5EF4-FFF2-40B4-BE49-F238E27FC236}">
                                <a16:creationId xmlns:a16="http://schemas.microsoft.com/office/drawing/2014/main" id="{63A2B235-50D6-5C5F-AD5E-3125D902DB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609" name="Rectangle 1608">
                            <a:extLst>
                              <a:ext uri="{FF2B5EF4-FFF2-40B4-BE49-F238E27FC236}">
                                <a16:creationId xmlns:a16="http://schemas.microsoft.com/office/drawing/2014/main" id="{5564B5BD-A6D7-6CC1-EDEF-DAFDC3E10B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610" name="Rectangle 1609">
                            <a:extLst>
                              <a:ext uri="{FF2B5EF4-FFF2-40B4-BE49-F238E27FC236}">
                                <a16:creationId xmlns:a16="http://schemas.microsoft.com/office/drawing/2014/main" id="{287183A3-0E42-1418-189B-7EBB8CC6C2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611" name="Rectangle 1610">
                            <a:extLst>
                              <a:ext uri="{FF2B5EF4-FFF2-40B4-BE49-F238E27FC236}">
                                <a16:creationId xmlns:a16="http://schemas.microsoft.com/office/drawing/2014/main" id="{3A4463A6-0E5A-7714-4B55-4C90D5429B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612" name="Rectangle 1611">
                            <a:extLst>
                              <a:ext uri="{FF2B5EF4-FFF2-40B4-BE49-F238E27FC236}">
                                <a16:creationId xmlns:a16="http://schemas.microsoft.com/office/drawing/2014/main" id="{A915AD9D-F4DD-A001-E7DE-E6CB751C51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613" name="Rectangle 1612">
                            <a:extLst>
                              <a:ext uri="{FF2B5EF4-FFF2-40B4-BE49-F238E27FC236}">
                                <a16:creationId xmlns:a16="http://schemas.microsoft.com/office/drawing/2014/main" id="{CEC282DA-7E0C-8E4E-5230-8ADA59AAA8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614" name="Rectangle 1613">
                            <a:extLst>
                              <a:ext uri="{FF2B5EF4-FFF2-40B4-BE49-F238E27FC236}">
                                <a16:creationId xmlns:a16="http://schemas.microsoft.com/office/drawing/2014/main" id="{E9D6E7B7-125A-CC4B-B104-9760241B59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615" name="Rectangle 1614">
                            <a:extLst>
                              <a:ext uri="{FF2B5EF4-FFF2-40B4-BE49-F238E27FC236}">
                                <a16:creationId xmlns:a16="http://schemas.microsoft.com/office/drawing/2014/main" id="{2AB28C56-06E3-40A7-0994-9BF7A07A11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595" name="Group 1594">
                          <a:extLst>
                            <a:ext uri="{FF2B5EF4-FFF2-40B4-BE49-F238E27FC236}">
                              <a16:creationId xmlns:a16="http://schemas.microsoft.com/office/drawing/2014/main" id="{428C1B40-4D96-8513-3C77-2E3F6DE77C5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21381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596" name="Rectangle 1595">
                            <a:extLst>
                              <a:ext uri="{FF2B5EF4-FFF2-40B4-BE49-F238E27FC236}">
                                <a16:creationId xmlns:a16="http://schemas.microsoft.com/office/drawing/2014/main" id="{D9F26488-758C-94ED-9008-0462DFA37B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97" name="Rectangle 1596">
                            <a:extLst>
                              <a:ext uri="{FF2B5EF4-FFF2-40B4-BE49-F238E27FC236}">
                                <a16:creationId xmlns:a16="http://schemas.microsoft.com/office/drawing/2014/main" id="{F84387E5-13F0-CE39-FFD3-3CBA619C251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98" name="Rectangle 1597">
                            <a:extLst>
                              <a:ext uri="{FF2B5EF4-FFF2-40B4-BE49-F238E27FC236}">
                                <a16:creationId xmlns:a16="http://schemas.microsoft.com/office/drawing/2014/main" id="{5439AAFE-02A1-F9A9-004D-3DF5FC2A99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99" name="Rectangle 1598">
                            <a:extLst>
                              <a:ext uri="{FF2B5EF4-FFF2-40B4-BE49-F238E27FC236}">
                                <a16:creationId xmlns:a16="http://schemas.microsoft.com/office/drawing/2014/main" id="{678BB62E-E02A-37B9-944A-D12BD408C0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600" name="Rectangle 1599">
                            <a:extLst>
                              <a:ext uri="{FF2B5EF4-FFF2-40B4-BE49-F238E27FC236}">
                                <a16:creationId xmlns:a16="http://schemas.microsoft.com/office/drawing/2014/main" id="{0B5D62F3-6DA9-93AE-CBF5-9B9170835F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601" name="Rectangle 1600">
                            <a:extLst>
                              <a:ext uri="{FF2B5EF4-FFF2-40B4-BE49-F238E27FC236}">
                                <a16:creationId xmlns:a16="http://schemas.microsoft.com/office/drawing/2014/main" id="{BBEC9EB4-1358-0138-633C-5F015B9D79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602" name="Rectangle 1601">
                            <a:extLst>
                              <a:ext uri="{FF2B5EF4-FFF2-40B4-BE49-F238E27FC236}">
                                <a16:creationId xmlns:a16="http://schemas.microsoft.com/office/drawing/2014/main" id="{158FAA06-FEC0-FA49-D7D1-A36C7F6676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603" name="Rectangle 1602">
                            <a:extLst>
                              <a:ext uri="{FF2B5EF4-FFF2-40B4-BE49-F238E27FC236}">
                                <a16:creationId xmlns:a16="http://schemas.microsoft.com/office/drawing/2014/main" id="{00D2F7CC-8314-B0FC-2E1A-E1094888F0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604" name="Rectangle 1603">
                            <a:extLst>
                              <a:ext uri="{FF2B5EF4-FFF2-40B4-BE49-F238E27FC236}">
                                <a16:creationId xmlns:a16="http://schemas.microsoft.com/office/drawing/2014/main" id="{2C6540DB-00C3-53CF-8931-3E93441F5D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605" name="Rectangle 1604">
                            <a:extLst>
                              <a:ext uri="{FF2B5EF4-FFF2-40B4-BE49-F238E27FC236}">
                                <a16:creationId xmlns:a16="http://schemas.microsoft.com/office/drawing/2014/main" id="{F584FBFA-12C4-8419-547F-CDE525C39E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1571" name="Group 1570">
                        <a:extLst>
                          <a:ext uri="{FF2B5EF4-FFF2-40B4-BE49-F238E27FC236}">
                            <a16:creationId xmlns:a16="http://schemas.microsoft.com/office/drawing/2014/main" id="{10101F5D-3716-ACB5-3C41-1CDFC1F3C82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572" name="Group 1571">
                          <a:extLst>
                            <a:ext uri="{FF2B5EF4-FFF2-40B4-BE49-F238E27FC236}">
                              <a16:creationId xmlns:a16="http://schemas.microsoft.com/office/drawing/2014/main" id="{86E32329-F6F9-4581-3ADA-79ECB0B3CF4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584" name="Rectangle 1583">
                            <a:extLst>
                              <a:ext uri="{FF2B5EF4-FFF2-40B4-BE49-F238E27FC236}">
                                <a16:creationId xmlns:a16="http://schemas.microsoft.com/office/drawing/2014/main" id="{5B0FC916-A70F-114B-A634-5B6737F867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85" name="Rectangle 1584">
                            <a:extLst>
                              <a:ext uri="{FF2B5EF4-FFF2-40B4-BE49-F238E27FC236}">
                                <a16:creationId xmlns:a16="http://schemas.microsoft.com/office/drawing/2014/main" id="{AE7BF165-FB78-34D6-ED70-912FA8F700C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86" name="Rectangle 1585">
                            <a:extLst>
                              <a:ext uri="{FF2B5EF4-FFF2-40B4-BE49-F238E27FC236}">
                                <a16:creationId xmlns:a16="http://schemas.microsoft.com/office/drawing/2014/main" id="{53F0AD29-FB5B-2730-E4DA-BFD72A9BBA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87" name="Rectangle 1586">
                            <a:extLst>
                              <a:ext uri="{FF2B5EF4-FFF2-40B4-BE49-F238E27FC236}">
                                <a16:creationId xmlns:a16="http://schemas.microsoft.com/office/drawing/2014/main" id="{2C5A9A34-247E-C237-3D42-5F26DF0736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88" name="Rectangle 1587">
                            <a:extLst>
                              <a:ext uri="{FF2B5EF4-FFF2-40B4-BE49-F238E27FC236}">
                                <a16:creationId xmlns:a16="http://schemas.microsoft.com/office/drawing/2014/main" id="{70040E09-3663-41A6-508F-A6E0997EDD3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89" name="Rectangle 1588">
                            <a:extLst>
                              <a:ext uri="{FF2B5EF4-FFF2-40B4-BE49-F238E27FC236}">
                                <a16:creationId xmlns:a16="http://schemas.microsoft.com/office/drawing/2014/main" id="{31363190-C0AB-60F0-055D-F94EBA9F8F1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90" name="Rectangle 1589">
                            <a:extLst>
                              <a:ext uri="{FF2B5EF4-FFF2-40B4-BE49-F238E27FC236}">
                                <a16:creationId xmlns:a16="http://schemas.microsoft.com/office/drawing/2014/main" id="{633E8682-B6A2-EDB8-B44D-039637990B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91" name="Rectangle 1590">
                            <a:extLst>
                              <a:ext uri="{FF2B5EF4-FFF2-40B4-BE49-F238E27FC236}">
                                <a16:creationId xmlns:a16="http://schemas.microsoft.com/office/drawing/2014/main" id="{0DF9B4A1-A014-327D-CD37-CBED329E1C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92" name="Rectangle 1591">
                            <a:extLst>
                              <a:ext uri="{FF2B5EF4-FFF2-40B4-BE49-F238E27FC236}">
                                <a16:creationId xmlns:a16="http://schemas.microsoft.com/office/drawing/2014/main" id="{17F11114-E8F8-54E1-09C1-7C65A9C29A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93" name="Rectangle 1592">
                            <a:extLst>
                              <a:ext uri="{FF2B5EF4-FFF2-40B4-BE49-F238E27FC236}">
                                <a16:creationId xmlns:a16="http://schemas.microsoft.com/office/drawing/2014/main" id="{725C76C0-3044-B0DB-89EF-156A843B35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573" name="Group 1572">
                          <a:extLst>
                            <a:ext uri="{FF2B5EF4-FFF2-40B4-BE49-F238E27FC236}">
                              <a16:creationId xmlns:a16="http://schemas.microsoft.com/office/drawing/2014/main" id="{57A1F673-9BD2-4864-8FAB-60E0FE9EDD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574" name="Rectangle 1573">
                            <a:extLst>
                              <a:ext uri="{FF2B5EF4-FFF2-40B4-BE49-F238E27FC236}">
                                <a16:creationId xmlns:a16="http://schemas.microsoft.com/office/drawing/2014/main" id="{9A3487E2-78D6-0D3B-03EA-306F092192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75" name="Rectangle 1574">
                            <a:extLst>
                              <a:ext uri="{FF2B5EF4-FFF2-40B4-BE49-F238E27FC236}">
                                <a16:creationId xmlns:a16="http://schemas.microsoft.com/office/drawing/2014/main" id="{C154A0CE-CDBB-52E4-C4F1-E899653DCC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76" name="Rectangle 1575">
                            <a:extLst>
                              <a:ext uri="{FF2B5EF4-FFF2-40B4-BE49-F238E27FC236}">
                                <a16:creationId xmlns:a16="http://schemas.microsoft.com/office/drawing/2014/main" id="{B70ABBCA-28BB-E3FF-1DF8-2860A8B115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77" name="Rectangle 1576">
                            <a:extLst>
                              <a:ext uri="{FF2B5EF4-FFF2-40B4-BE49-F238E27FC236}">
                                <a16:creationId xmlns:a16="http://schemas.microsoft.com/office/drawing/2014/main" id="{AA7326FD-ACC5-E0E5-C860-1AAF868E03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78" name="Rectangle 1577">
                            <a:extLst>
                              <a:ext uri="{FF2B5EF4-FFF2-40B4-BE49-F238E27FC236}">
                                <a16:creationId xmlns:a16="http://schemas.microsoft.com/office/drawing/2014/main" id="{01AF22D6-7EFF-B7D5-BC90-B30ECD4CB3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79" name="Rectangle 1578">
                            <a:extLst>
                              <a:ext uri="{FF2B5EF4-FFF2-40B4-BE49-F238E27FC236}">
                                <a16:creationId xmlns:a16="http://schemas.microsoft.com/office/drawing/2014/main" id="{120C2E8F-A93E-F786-93F7-B07298EBA95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80" name="Rectangle 1579">
                            <a:extLst>
                              <a:ext uri="{FF2B5EF4-FFF2-40B4-BE49-F238E27FC236}">
                                <a16:creationId xmlns:a16="http://schemas.microsoft.com/office/drawing/2014/main" id="{82EE4A99-4144-24D8-CB53-CEBBC17548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81" name="Rectangle 1580">
                            <a:extLst>
                              <a:ext uri="{FF2B5EF4-FFF2-40B4-BE49-F238E27FC236}">
                                <a16:creationId xmlns:a16="http://schemas.microsoft.com/office/drawing/2014/main" id="{B283EE6F-4956-6147-1C45-98C5C614C11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82" name="Rectangle 1581">
                            <a:extLst>
                              <a:ext uri="{FF2B5EF4-FFF2-40B4-BE49-F238E27FC236}">
                                <a16:creationId xmlns:a16="http://schemas.microsoft.com/office/drawing/2014/main" id="{0F6AAEC0-43EF-EBD7-B08C-FF2BC1ACC0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83" name="Rectangle 1582">
                            <a:extLst>
                              <a:ext uri="{FF2B5EF4-FFF2-40B4-BE49-F238E27FC236}">
                                <a16:creationId xmlns:a16="http://schemas.microsoft.com/office/drawing/2014/main" id="{2D166CC8-C35B-816E-D1F8-43BEFA1DB9E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523" name="Group 1522">
                      <a:extLst>
                        <a:ext uri="{FF2B5EF4-FFF2-40B4-BE49-F238E27FC236}">
                          <a16:creationId xmlns:a16="http://schemas.microsoft.com/office/drawing/2014/main" id="{746A0EE8-4BFF-E909-5E80-07B4316D986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524" name="Group 1523">
                        <a:extLst>
                          <a:ext uri="{FF2B5EF4-FFF2-40B4-BE49-F238E27FC236}">
                            <a16:creationId xmlns:a16="http://schemas.microsoft.com/office/drawing/2014/main" id="{3EB96134-44F7-EDDB-2D66-C2BDE46122A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1548" name="Group 1547">
                          <a:extLst>
                            <a:ext uri="{FF2B5EF4-FFF2-40B4-BE49-F238E27FC236}">
                              <a16:creationId xmlns:a16="http://schemas.microsoft.com/office/drawing/2014/main" id="{78D7BC4F-64BF-F093-49D5-23B7A499A65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560" name="Rectangle 1559">
                            <a:extLst>
                              <a:ext uri="{FF2B5EF4-FFF2-40B4-BE49-F238E27FC236}">
                                <a16:creationId xmlns:a16="http://schemas.microsoft.com/office/drawing/2014/main" id="{BB700453-B8C0-1774-D5BC-94B060C740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61" name="Rectangle 1560">
                            <a:extLst>
                              <a:ext uri="{FF2B5EF4-FFF2-40B4-BE49-F238E27FC236}">
                                <a16:creationId xmlns:a16="http://schemas.microsoft.com/office/drawing/2014/main" id="{78BF8B97-5E8D-5540-FB8E-5FFE98DC9E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62" name="Rectangle 1561">
                            <a:extLst>
                              <a:ext uri="{FF2B5EF4-FFF2-40B4-BE49-F238E27FC236}">
                                <a16:creationId xmlns:a16="http://schemas.microsoft.com/office/drawing/2014/main" id="{D1F5F8D5-76B1-6C43-986B-A6458562305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63" name="Rectangle 1562">
                            <a:extLst>
                              <a:ext uri="{FF2B5EF4-FFF2-40B4-BE49-F238E27FC236}">
                                <a16:creationId xmlns:a16="http://schemas.microsoft.com/office/drawing/2014/main" id="{DEBFE188-287C-0B76-8F4C-138AA6F347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64" name="Rectangle 1563">
                            <a:extLst>
                              <a:ext uri="{FF2B5EF4-FFF2-40B4-BE49-F238E27FC236}">
                                <a16:creationId xmlns:a16="http://schemas.microsoft.com/office/drawing/2014/main" id="{1F5E6366-90D2-FAD8-7DE6-A933501478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65" name="Rectangle 1564">
                            <a:extLst>
                              <a:ext uri="{FF2B5EF4-FFF2-40B4-BE49-F238E27FC236}">
                                <a16:creationId xmlns:a16="http://schemas.microsoft.com/office/drawing/2014/main" id="{2169B0B0-C4C9-7DA8-DDD2-AFD7D88AEF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66" name="Rectangle 1565">
                            <a:extLst>
                              <a:ext uri="{FF2B5EF4-FFF2-40B4-BE49-F238E27FC236}">
                                <a16:creationId xmlns:a16="http://schemas.microsoft.com/office/drawing/2014/main" id="{0DC76346-8899-1F62-6CEA-442B2377780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67" name="Rectangle 1566">
                            <a:extLst>
                              <a:ext uri="{FF2B5EF4-FFF2-40B4-BE49-F238E27FC236}">
                                <a16:creationId xmlns:a16="http://schemas.microsoft.com/office/drawing/2014/main" id="{DF297D90-AA52-5B42-70EF-8A4753D2D68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68" name="Rectangle 1567">
                            <a:extLst>
                              <a:ext uri="{FF2B5EF4-FFF2-40B4-BE49-F238E27FC236}">
                                <a16:creationId xmlns:a16="http://schemas.microsoft.com/office/drawing/2014/main" id="{5B44AFEA-110C-1916-C719-55B61A12EB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69" name="Rectangle 1568">
                            <a:extLst>
                              <a:ext uri="{FF2B5EF4-FFF2-40B4-BE49-F238E27FC236}">
                                <a16:creationId xmlns:a16="http://schemas.microsoft.com/office/drawing/2014/main" id="{3FE7934F-B6E7-753B-98BC-BE61C071B24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549" name="Group 1548">
                          <a:extLst>
                            <a:ext uri="{FF2B5EF4-FFF2-40B4-BE49-F238E27FC236}">
                              <a16:creationId xmlns:a16="http://schemas.microsoft.com/office/drawing/2014/main" id="{3A28496B-AA04-DA94-420E-FF7CD5C06D0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550" name="Rectangle 1549">
                            <a:extLst>
                              <a:ext uri="{FF2B5EF4-FFF2-40B4-BE49-F238E27FC236}">
                                <a16:creationId xmlns:a16="http://schemas.microsoft.com/office/drawing/2014/main" id="{B4C328AE-467B-6B32-1E76-221D75315C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51" name="Rectangle 1550">
                            <a:extLst>
                              <a:ext uri="{FF2B5EF4-FFF2-40B4-BE49-F238E27FC236}">
                                <a16:creationId xmlns:a16="http://schemas.microsoft.com/office/drawing/2014/main" id="{50A9C645-8D84-BA59-94D6-2398F69795D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52" name="Rectangle 1551">
                            <a:extLst>
                              <a:ext uri="{FF2B5EF4-FFF2-40B4-BE49-F238E27FC236}">
                                <a16:creationId xmlns:a16="http://schemas.microsoft.com/office/drawing/2014/main" id="{53B9C093-B1E3-431B-233C-307C2DEF06A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53" name="Rectangle 1552">
                            <a:extLst>
                              <a:ext uri="{FF2B5EF4-FFF2-40B4-BE49-F238E27FC236}">
                                <a16:creationId xmlns:a16="http://schemas.microsoft.com/office/drawing/2014/main" id="{77D30DCC-40C9-8945-CE20-23536C78CB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54" name="Rectangle 1553">
                            <a:extLst>
                              <a:ext uri="{FF2B5EF4-FFF2-40B4-BE49-F238E27FC236}">
                                <a16:creationId xmlns:a16="http://schemas.microsoft.com/office/drawing/2014/main" id="{DFD64295-6571-5280-D8AE-875B60BD61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55" name="Rectangle 1554">
                            <a:extLst>
                              <a:ext uri="{FF2B5EF4-FFF2-40B4-BE49-F238E27FC236}">
                                <a16:creationId xmlns:a16="http://schemas.microsoft.com/office/drawing/2014/main" id="{EEA18729-0CC5-2376-A0DF-30AE3254B5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56" name="Rectangle 1555">
                            <a:extLst>
                              <a:ext uri="{FF2B5EF4-FFF2-40B4-BE49-F238E27FC236}">
                                <a16:creationId xmlns:a16="http://schemas.microsoft.com/office/drawing/2014/main" id="{4CC22886-997D-E67B-C5F3-1CD0FC170C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57" name="Rectangle 1556">
                            <a:extLst>
                              <a:ext uri="{FF2B5EF4-FFF2-40B4-BE49-F238E27FC236}">
                                <a16:creationId xmlns:a16="http://schemas.microsoft.com/office/drawing/2014/main" id="{75EDA9D8-EBD4-19CB-5E20-421CE97F546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58" name="Rectangle 1557">
                            <a:extLst>
                              <a:ext uri="{FF2B5EF4-FFF2-40B4-BE49-F238E27FC236}">
                                <a16:creationId xmlns:a16="http://schemas.microsoft.com/office/drawing/2014/main" id="{18AE84AB-74A9-3270-F29D-45806186F1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59" name="Rectangle 1558">
                            <a:extLst>
                              <a:ext uri="{FF2B5EF4-FFF2-40B4-BE49-F238E27FC236}">
                                <a16:creationId xmlns:a16="http://schemas.microsoft.com/office/drawing/2014/main" id="{A5B507F0-A172-99E4-3077-95070A20A4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1525" name="Group 1524">
                        <a:extLst>
                          <a:ext uri="{FF2B5EF4-FFF2-40B4-BE49-F238E27FC236}">
                            <a16:creationId xmlns:a16="http://schemas.microsoft.com/office/drawing/2014/main" id="{01D54C2F-481E-B04A-ED00-B8D31825940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526" name="Group 1525">
                          <a:extLst>
                            <a:ext uri="{FF2B5EF4-FFF2-40B4-BE49-F238E27FC236}">
                              <a16:creationId xmlns:a16="http://schemas.microsoft.com/office/drawing/2014/main" id="{140777B4-4A68-546B-2924-A58CA4B1374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538" name="Rectangle 1537">
                            <a:extLst>
                              <a:ext uri="{FF2B5EF4-FFF2-40B4-BE49-F238E27FC236}">
                                <a16:creationId xmlns:a16="http://schemas.microsoft.com/office/drawing/2014/main" id="{A03CB463-B817-0911-3762-6213039C3B2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39" name="Rectangle 1538">
                            <a:extLst>
                              <a:ext uri="{FF2B5EF4-FFF2-40B4-BE49-F238E27FC236}">
                                <a16:creationId xmlns:a16="http://schemas.microsoft.com/office/drawing/2014/main" id="{6DA29BFB-EE0F-05FC-86A6-7CA1F83CC5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40" name="Rectangle 1539">
                            <a:extLst>
                              <a:ext uri="{FF2B5EF4-FFF2-40B4-BE49-F238E27FC236}">
                                <a16:creationId xmlns:a16="http://schemas.microsoft.com/office/drawing/2014/main" id="{6689B9CA-E25E-D457-42E3-A01686E749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41" name="Rectangle 1540">
                            <a:extLst>
                              <a:ext uri="{FF2B5EF4-FFF2-40B4-BE49-F238E27FC236}">
                                <a16:creationId xmlns:a16="http://schemas.microsoft.com/office/drawing/2014/main" id="{41F30C09-7A2E-5946-8120-A1425AADD6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42" name="Rectangle 1541">
                            <a:extLst>
                              <a:ext uri="{FF2B5EF4-FFF2-40B4-BE49-F238E27FC236}">
                                <a16:creationId xmlns:a16="http://schemas.microsoft.com/office/drawing/2014/main" id="{8383CAEE-C126-30E1-7083-4C3F9F8C58E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43" name="Rectangle 1542">
                            <a:extLst>
                              <a:ext uri="{FF2B5EF4-FFF2-40B4-BE49-F238E27FC236}">
                                <a16:creationId xmlns:a16="http://schemas.microsoft.com/office/drawing/2014/main" id="{390721F9-2508-8CFF-ADB2-8F59ED793C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44" name="Rectangle 1543">
                            <a:extLst>
                              <a:ext uri="{FF2B5EF4-FFF2-40B4-BE49-F238E27FC236}">
                                <a16:creationId xmlns:a16="http://schemas.microsoft.com/office/drawing/2014/main" id="{92EF1A2E-8EA0-09CA-B144-42E8615EAA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45" name="Rectangle 1544">
                            <a:extLst>
                              <a:ext uri="{FF2B5EF4-FFF2-40B4-BE49-F238E27FC236}">
                                <a16:creationId xmlns:a16="http://schemas.microsoft.com/office/drawing/2014/main" id="{EA7F0AEA-9418-64BA-D9F9-E9FDE7B641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46" name="Rectangle 1545">
                            <a:extLst>
                              <a:ext uri="{FF2B5EF4-FFF2-40B4-BE49-F238E27FC236}">
                                <a16:creationId xmlns:a16="http://schemas.microsoft.com/office/drawing/2014/main" id="{33B09AB4-E4C8-D5B4-A5E0-13C5B80767C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47" name="Rectangle 1546">
                            <a:extLst>
                              <a:ext uri="{FF2B5EF4-FFF2-40B4-BE49-F238E27FC236}">
                                <a16:creationId xmlns:a16="http://schemas.microsoft.com/office/drawing/2014/main" id="{82BAF3F8-0547-5F0D-F451-B0264A48734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527" name="Group 1526">
                          <a:extLst>
                            <a:ext uri="{FF2B5EF4-FFF2-40B4-BE49-F238E27FC236}">
                              <a16:creationId xmlns:a16="http://schemas.microsoft.com/office/drawing/2014/main" id="{13DBA1BD-BDC7-8938-86F0-71A9241EC9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528" name="Rectangle 1527">
                            <a:extLst>
                              <a:ext uri="{FF2B5EF4-FFF2-40B4-BE49-F238E27FC236}">
                                <a16:creationId xmlns:a16="http://schemas.microsoft.com/office/drawing/2014/main" id="{C0F407F1-66B2-EBE9-2FB8-86415C8974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29" name="Rectangle 1528">
                            <a:extLst>
                              <a:ext uri="{FF2B5EF4-FFF2-40B4-BE49-F238E27FC236}">
                                <a16:creationId xmlns:a16="http://schemas.microsoft.com/office/drawing/2014/main" id="{8A30B2CA-7DB9-2EE1-9845-64A02BF600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30" name="Rectangle 1529">
                            <a:extLst>
                              <a:ext uri="{FF2B5EF4-FFF2-40B4-BE49-F238E27FC236}">
                                <a16:creationId xmlns:a16="http://schemas.microsoft.com/office/drawing/2014/main" id="{E257A52F-8EF1-AC7F-9C03-E147433931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31" name="Rectangle 1530">
                            <a:extLst>
                              <a:ext uri="{FF2B5EF4-FFF2-40B4-BE49-F238E27FC236}">
                                <a16:creationId xmlns:a16="http://schemas.microsoft.com/office/drawing/2014/main" id="{8BBEF665-5BF3-5E0D-D609-4EF41BF30F2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32" name="Rectangle 1531">
                            <a:extLst>
                              <a:ext uri="{FF2B5EF4-FFF2-40B4-BE49-F238E27FC236}">
                                <a16:creationId xmlns:a16="http://schemas.microsoft.com/office/drawing/2014/main" id="{E35C2D04-E599-1975-C03C-8231E3F1433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33" name="Rectangle 1532">
                            <a:extLst>
                              <a:ext uri="{FF2B5EF4-FFF2-40B4-BE49-F238E27FC236}">
                                <a16:creationId xmlns:a16="http://schemas.microsoft.com/office/drawing/2014/main" id="{2CCC303E-C80A-2A12-EAEB-909CCC1E1D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34" name="Rectangle 1533">
                            <a:extLst>
                              <a:ext uri="{FF2B5EF4-FFF2-40B4-BE49-F238E27FC236}">
                                <a16:creationId xmlns:a16="http://schemas.microsoft.com/office/drawing/2014/main" id="{AB836F29-53DA-D474-58A8-13BB0F87C5A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35" name="Rectangle 1534">
                            <a:extLst>
                              <a:ext uri="{FF2B5EF4-FFF2-40B4-BE49-F238E27FC236}">
                                <a16:creationId xmlns:a16="http://schemas.microsoft.com/office/drawing/2014/main" id="{FB64E14F-A266-E535-426C-7F91369A63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36" name="Rectangle 1535">
                            <a:extLst>
                              <a:ext uri="{FF2B5EF4-FFF2-40B4-BE49-F238E27FC236}">
                                <a16:creationId xmlns:a16="http://schemas.microsoft.com/office/drawing/2014/main" id="{40924C4D-F5A4-1724-C9F8-BEE98CB2A9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37" name="Rectangle 1536">
                            <a:extLst>
                              <a:ext uri="{FF2B5EF4-FFF2-40B4-BE49-F238E27FC236}">
                                <a16:creationId xmlns:a16="http://schemas.microsoft.com/office/drawing/2014/main" id="{23025AFC-B22B-F4D7-38C7-13906D75BFD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427" name="Group 1426">
                    <a:extLst>
                      <a:ext uri="{FF2B5EF4-FFF2-40B4-BE49-F238E27FC236}">
                        <a16:creationId xmlns:a16="http://schemas.microsoft.com/office/drawing/2014/main" id="{6CB77351-AAD6-8234-4FC6-1E322F2B4EC6}"/>
                      </a:ext>
                    </a:extLst>
                  </p:cNvPr>
                  <p:cNvGrpSpPr/>
                  <p:nvPr/>
                </p:nvGrpSpPr>
                <p:grpSpPr>
                  <a:xfrm>
                    <a:off x="4917155" y="312096"/>
                    <a:ext cx="3998277" cy="345202"/>
                    <a:chOff x="921102" y="312096"/>
                    <a:chExt cx="3998277" cy="345202"/>
                  </a:xfrm>
                </p:grpSpPr>
                <p:grpSp>
                  <p:nvGrpSpPr>
                    <p:cNvPr id="1428" name="Group 1427">
                      <a:extLst>
                        <a:ext uri="{FF2B5EF4-FFF2-40B4-BE49-F238E27FC236}">
                          <a16:creationId xmlns:a16="http://schemas.microsoft.com/office/drawing/2014/main" id="{281C9BBD-07AE-7C71-6CE6-1C64E6A3FAC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2001831" cy="345202"/>
                      <a:chOff x="921102" y="312096"/>
                      <a:chExt cx="2001831" cy="345202"/>
                    </a:xfrm>
                  </p:grpSpPr>
                  <p:grpSp>
                    <p:nvGrpSpPr>
                      <p:cNvPr id="1476" name="Group 1475">
                        <a:extLst>
                          <a:ext uri="{FF2B5EF4-FFF2-40B4-BE49-F238E27FC236}">
                            <a16:creationId xmlns:a16="http://schemas.microsoft.com/office/drawing/2014/main" id="{6ED41CEB-FD25-27AD-D731-C42D762BECB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999157" cy="345202"/>
                        <a:chOff x="921102" y="312096"/>
                        <a:chExt cx="999157" cy="345202"/>
                      </a:xfrm>
                    </p:grpSpPr>
                    <p:grpSp>
                      <p:nvGrpSpPr>
                        <p:cNvPr id="1500" name="Group 1499">
                          <a:extLst>
                            <a:ext uri="{FF2B5EF4-FFF2-40B4-BE49-F238E27FC236}">
                              <a16:creationId xmlns:a16="http://schemas.microsoft.com/office/drawing/2014/main" id="{EFB7629B-E0B4-BE38-6DAA-BB29798CB17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490994" cy="345202"/>
                          <a:chOff x="807993" y="409074"/>
                          <a:chExt cx="43352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512" name="Rectangle 1511">
                            <a:extLst>
                              <a:ext uri="{FF2B5EF4-FFF2-40B4-BE49-F238E27FC236}">
                                <a16:creationId xmlns:a16="http://schemas.microsoft.com/office/drawing/2014/main" id="{FC680444-3BEA-7160-4E68-288DF20452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13" name="Rectangle 1512">
                            <a:extLst>
                              <a:ext uri="{FF2B5EF4-FFF2-40B4-BE49-F238E27FC236}">
                                <a16:creationId xmlns:a16="http://schemas.microsoft.com/office/drawing/2014/main" id="{0B83D4F1-F498-A248-F299-4DFF55132FF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14" name="Rectangle 1513">
                            <a:extLst>
                              <a:ext uri="{FF2B5EF4-FFF2-40B4-BE49-F238E27FC236}">
                                <a16:creationId xmlns:a16="http://schemas.microsoft.com/office/drawing/2014/main" id="{5EE096AD-93EF-BB80-4FB5-145E952137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15" name="Rectangle 1514">
                            <a:extLst>
                              <a:ext uri="{FF2B5EF4-FFF2-40B4-BE49-F238E27FC236}">
                                <a16:creationId xmlns:a16="http://schemas.microsoft.com/office/drawing/2014/main" id="{10D21406-54F2-E52C-CECD-33E634ACD0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16" name="Rectangle 1515">
                            <a:extLst>
                              <a:ext uri="{FF2B5EF4-FFF2-40B4-BE49-F238E27FC236}">
                                <a16:creationId xmlns:a16="http://schemas.microsoft.com/office/drawing/2014/main" id="{41573AFE-A9F1-F328-91E8-7A129ACAB5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17" name="Rectangle 1516">
                            <a:extLst>
                              <a:ext uri="{FF2B5EF4-FFF2-40B4-BE49-F238E27FC236}">
                                <a16:creationId xmlns:a16="http://schemas.microsoft.com/office/drawing/2014/main" id="{C293F976-7217-8947-9644-4F98D18461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18" name="Rectangle 1517">
                            <a:extLst>
                              <a:ext uri="{FF2B5EF4-FFF2-40B4-BE49-F238E27FC236}">
                                <a16:creationId xmlns:a16="http://schemas.microsoft.com/office/drawing/2014/main" id="{592587F5-F768-277E-05AF-75468101C0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19" name="Rectangle 1518">
                            <a:extLst>
                              <a:ext uri="{FF2B5EF4-FFF2-40B4-BE49-F238E27FC236}">
                                <a16:creationId xmlns:a16="http://schemas.microsoft.com/office/drawing/2014/main" id="{73406669-BCD8-4298-24CE-F4185E1AAE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227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20" name="Rectangle 1519">
                            <a:extLst>
                              <a:ext uri="{FF2B5EF4-FFF2-40B4-BE49-F238E27FC236}">
                                <a16:creationId xmlns:a16="http://schemas.microsoft.com/office/drawing/2014/main" id="{CD9801D1-A5D4-C874-2360-536437DFB0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5679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21" name="Rectangle 1520">
                            <a:extLst>
                              <a:ext uri="{FF2B5EF4-FFF2-40B4-BE49-F238E27FC236}">
                                <a16:creationId xmlns:a16="http://schemas.microsoft.com/office/drawing/2014/main" id="{A8D609F1-BD25-F991-05A6-82E6C0C562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9580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501" name="Group 1500">
                          <a:extLst>
                            <a:ext uri="{FF2B5EF4-FFF2-40B4-BE49-F238E27FC236}">
                              <a16:creationId xmlns:a16="http://schemas.microsoft.com/office/drawing/2014/main" id="{70F2F849-C79C-5042-4B04-A649D40804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502" name="Rectangle 1501">
                            <a:extLst>
                              <a:ext uri="{FF2B5EF4-FFF2-40B4-BE49-F238E27FC236}">
                                <a16:creationId xmlns:a16="http://schemas.microsoft.com/office/drawing/2014/main" id="{1B1D46DC-D187-EA2C-396B-DBF8984D7AA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03" name="Rectangle 1502">
                            <a:extLst>
                              <a:ext uri="{FF2B5EF4-FFF2-40B4-BE49-F238E27FC236}">
                                <a16:creationId xmlns:a16="http://schemas.microsoft.com/office/drawing/2014/main" id="{10ABD67C-D977-08E8-C568-294DFC150A3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04" name="Rectangle 1503">
                            <a:extLst>
                              <a:ext uri="{FF2B5EF4-FFF2-40B4-BE49-F238E27FC236}">
                                <a16:creationId xmlns:a16="http://schemas.microsoft.com/office/drawing/2014/main" id="{00274190-6B27-B4BC-B910-B9CB0B56D8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05" name="Rectangle 1504">
                            <a:extLst>
                              <a:ext uri="{FF2B5EF4-FFF2-40B4-BE49-F238E27FC236}">
                                <a16:creationId xmlns:a16="http://schemas.microsoft.com/office/drawing/2014/main" id="{698C15D9-EE22-3C6C-6905-5AE3DB38C9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06" name="Rectangle 1505">
                            <a:extLst>
                              <a:ext uri="{FF2B5EF4-FFF2-40B4-BE49-F238E27FC236}">
                                <a16:creationId xmlns:a16="http://schemas.microsoft.com/office/drawing/2014/main" id="{6FE98751-4D8B-520B-E551-3ECBC0F4513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07" name="Rectangle 1506">
                            <a:extLst>
                              <a:ext uri="{FF2B5EF4-FFF2-40B4-BE49-F238E27FC236}">
                                <a16:creationId xmlns:a16="http://schemas.microsoft.com/office/drawing/2014/main" id="{7297F329-64C0-AB34-08B3-6E49254749B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08" name="Rectangle 1507">
                            <a:extLst>
                              <a:ext uri="{FF2B5EF4-FFF2-40B4-BE49-F238E27FC236}">
                                <a16:creationId xmlns:a16="http://schemas.microsoft.com/office/drawing/2014/main" id="{FE8E257A-134A-C383-CFC7-D892F91293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09" name="Rectangle 1508">
                            <a:extLst>
                              <a:ext uri="{FF2B5EF4-FFF2-40B4-BE49-F238E27FC236}">
                                <a16:creationId xmlns:a16="http://schemas.microsoft.com/office/drawing/2014/main" id="{560F6C07-8E9E-01D8-F44A-216BDBC798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10" name="Rectangle 1509">
                            <a:extLst>
                              <a:ext uri="{FF2B5EF4-FFF2-40B4-BE49-F238E27FC236}">
                                <a16:creationId xmlns:a16="http://schemas.microsoft.com/office/drawing/2014/main" id="{6D6521DE-64C7-2DAC-03FF-30F14F8DA7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511" name="Rectangle 1510">
                            <a:extLst>
                              <a:ext uri="{FF2B5EF4-FFF2-40B4-BE49-F238E27FC236}">
                                <a16:creationId xmlns:a16="http://schemas.microsoft.com/office/drawing/2014/main" id="{5ED08C10-46DF-2B40-B5EE-4C7DD6EF13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1477" name="Group 1476">
                        <a:extLst>
                          <a:ext uri="{FF2B5EF4-FFF2-40B4-BE49-F238E27FC236}">
                            <a16:creationId xmlns:a16="http://schemas.microsoft.com/office/drawing/2014/main" id="{BDA6B756-5129-4FFE-2D9A-146B856D6EC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478" name="Group 1477">
                          <a:extLst>
                            <a:ext uri="{FF2B5EF4-FFF2-40B4-BE49-F238E27FC236}">
                              <a16:creationId xmlns:a16="http://schemas.microsoft.com/office/drawing/2014/main" id="{FC9981F8-E15E-66D9-98A0-939BF9415B4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490" name="Rectangle 1489">
                            <a:extLst>
                              <a:ext uri="{FF2B5EF4-FFF2-40B4-BE49-F238E27FC236}">
                                <a16:creationId xmlns:a16="http://schemas.microsoft.com/office/drawing/2014/main" id="{E52CBD6C-3444-577B-BF6B-9BA0A08A91A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91" name="Rectangle 1490">
                            <a:extLst>
                              <a:ext uri="{FF2B5EF4-FFF2-40B4-BE49-F238E27FC236}">
                                <a16:creationId xmlns:a16="http://schemas.microsoft.com/office/drawing/2014/main" id="{EF9E6705-062E-D821-8DFB-6DA7B4139E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92" name="Rectangle 1491">
                            <a:extLst>
                              <a:ext uri="{FF2B5EF4-FFF2-40B4-BE49-F238E27FC236}">
                                <a16:creationId xmlns:a16="http://schemas.microsoft.com/office/drawing/2014/main" id="{61E0D623-C84E-59C7-1E34-CC37EF9635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93" name="Rectangle 1492">
                            <a:extLst>
                              <a:ext uri="{FF2B5EF4-FFF2-40B4-BE49-F238E27FC236}">
                                <a16:creationId xmlns:a16="http://schemas.microsoft.com/office/drawing/2014/main" id="{0AC91396-CEBF-AE37-B833-3D119E2472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94" name="Rectangle 1493">
                            <a:extLst>
                              <a:ext uri="{FF2B5EF4-FFF2-40B4-BE49-F238E27FC236}">
                                <a16:creationId xmlns:a16="http://schemas.microsoft.com/office/drawing/2014/main" id="{97C12C79-ECAC-6EF8-6B58-948FF8E06F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95" name="Rectangle 1494">
                            <a:extLst>
                              <a:ext uri="{FF2B5EF4-FFF2-40B4-BE49-F238E27FC236}">
                                <a16:creationId xmlns:a16="http://schemas.microsoft.com/office/drawing/2014/main" id="{21CAC0AE-83E7-7462-796F-1CB8BA7598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96" name="Rectangle 1495">
                            <a:extLst>
                              <a:ext uri="{FF2B5EF4-FFF2-40B4-BE49-F238E27FC236}">
                                <a16:creationId xmlns:a16="http://schemas.microsoft.com/office/drawing/2014/main" id="{EAFCB430-3AA5-48FF-A2D4-FC74178506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97" name="Rectangle 1496">
                            <a:extLst>
                              <a:ext uri="{FF2B5EF4-FFF2-40B4-BE49-F238E27FC236}">
                                <a16:creationId xmlns:a16="http://schemas.microsoft.com/office/drawing/2014/main" id="{531F565C-CD8E-6511-9390-9AE92A3857A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98" name="Rectangle 1497">
                            <a:extLst>
                              <a:ext uri="{FF2B5EF4-FFF2-40B4-BE49-F238E27FC236}">
                                <a16:creationId xmlns:a16="http://schemas.microsoft.com/office/drawing/2014/main" id="{70703F69-88B8-9467-4F8D-485FA9E75B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99" name="Rectangle 1498">
                            <a:extLst>
                              <a:ext uri="{FF2B5EF4-FFF2-40B4-BE49-F238E27FC236}">
                                <a16:creationId xmlns:a16="http://schemas.microsoft.com/office/drawing/2014/main" id="{E3A8ABC6-FB0F-AABD-55BC-FF4848DBAE6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479" name="Group 1478">
                          <a:extLst>
                            <a:ext uri="{FF2B5EF4-FFF2-40B4-BE49-F238E27FC236}">
                              <a16:creationId xmlns:a16="http://schemas.microsoft.com/office/drawing/2014/main" id="{E74325ED-7D3A-EDEB-8D7F-64976C0D59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480" name="Rectangle 1479">
                            <a:extLst>
                              <a:ext uri="{FF2B5EF4-FFF2-40B4-BE49-F238E27FC236}">
                                <a16:creationId xmlns:a16="http://schemas.microsoft.com/office/drawing/2014/main" id="{126DCE89-ADD8-DA00-3D99-8BC80E9D2B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81" name="Rectangle 1480">
                            <a:extLst>
                              <a:ext uri="{FF2B5EF4-FFF2-40B4-BE49-F238E27FC236}">
                                <a16:creationId xmlns:a16="http://schemas.microsoft.com/office/drawing/2014/main" id="{99C97C1F-D210-02B0-DE9D-96F216024E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82" name="Rectangle 1481">
                            <a:extLst>
                              <a:ext uri="{FF2B5EF4-FFF2-40B4-BE49-F238E27FC236}">
                                <a16:creationId xmlns:a16="http://schemas.microsoft.com/office/drawing/2014/main" id="{E73411F7-3125-CEC4-1CDD-626BB6B992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83" name="Rectangle 1482">
                            <a:extLst>
                              <a:ext uri="{FF2B5EF4-FFF2-40B4-BE49-F238E27FC236}">
                                <a16:creationId xmlns:a16="http://schemas.microsoft.com/office/drawing/2014/main" id="{C005DE36-4E85-BFC2-6960-C621D4D9B3D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84" name="Rectangle 1483">
                            <a:extLst>
                              <a:ext uri="{FF2B5EF4-FFF2-40B4-BE49-F238E27FC236}">
                                <a16:creationId xmlns:a16="http://schemas.microsoft.com/office/drawing/2014/main" id="{5C3F6965-8C1F-08B6-3EEE-82F1A90EF7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85" name="Rectangle 1484">
                            <a:extLst>
                              <a:ext uri="{FF2B5EF4-FFF2-40B4-BE49-F238E27FC236}">
                                <a16:creationId xmlns:a16="http://schemas.microsoft.com/office/drawing/2014/main" id="{EE3E2D01-5039-BBE5-E4C3-A048CEB1A9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86" name="Rectangle 1485">
                            <a:extLst>
                              <a:ext uri="{FF2B5EF4-FFF2-40B4-BE49-F238E27FC236}">
                                <a16:creationId xmlns:a16="http://schemas.microsoft.com/office/drawing/2014/main" id="{4BE72B9F-BD87-68E6-F293-989211F9B1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87" name="Rectangle 1486">
                            <a:extLst>
                              <a:ext uri="{FF2B5EF4-FFF2-40B4-BE49-F238E27FC236}">
                                <a16:creationId xmlns:a16="http://schemas.microsoft.com/office/drawing/2014/main" id="{C0E85534-3BB5-A665-6224-2512C00AF0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88" name="Rectangle 1487">
                            <a:extLst>
                              <a:ext uri="{FF2B5EF4-FFF2-40B4-BE49-F238E27FC236}">
                                <a16:creationId xmlns:a16="http://schemas.microsoft.com/office/drawing/2014/main" id="{F13B15A2-3AA0-2F9E-8177-E7CFC209537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89" name="Rectangle 1488">
                            <a:extLst>
                              <a:ext uri="{FF2B5EF4-FFF2-40B4-BE49-F238E27FC236}">
                                <a16:creationId xmlns:a16="http://schemas.microsoft.com/office/drawing/2014/main" id="{E9B3F521-CBBD-F3A9-3EC0-F04409890FB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429" name="Group 1428">
                      <a:extLst>
                        <a:ext uri="{FF2B5EF4-FFF2-40B4-BE49-F238E27FC236}">
                          <a16:creationId xmlns:a16="http://schemas.microsoft.com/office/drawing/2014/main" id="{70761349-B36B-393E-60D1-BA7A7B78F9F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430" name="Group 1429">
                        <a:extLst>
                          <a:ext uri="{FF2B5EF4-FFF2-40B4-BE49-F238E27FC236}">
                            <a16:creationId xmlns:a16="http://schemas.microsoft.com/office/drawing/2014/main" id="{B52663B6-E453-C689-9EBD-74564DAD22E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1454" name="Group 1453">
                          <a:extLst>
                            <a:ext uri="{FF2B5EF4-FFF2-40B4-BE49-F238E27FC236}">
                              <a16:creationId xmlns:a16="http://schemas.microsoft.com/office/drawing/2014/main" id="{A96091B5-CAFC-3B3D-E6E6-7833BC4497A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466" name="Rectangle 1465">
                            <a:extLst>
                              <a:ext uri="{FF2B5EF4-FFF2-40B4-BE49-F238E27FC236}">
                                <a16:creationId xmlns:a16="http://schemas.microsoft.com/office/drawing/2014/main" id="{74021198-89B6-D7FD-7B2D-739D76A5E25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67" name="Rectangle 1466">
                            <a:extLst>
                              <a:ext uri="{FF2B5EF4-FFF2-40B4-BE49-F238E27FC236}">
                                <a16:creationId xmlns:a16="http://schemas.microsoft.com/office/drawing/2014/main" id="{D0935E4F-8F5D-0640-BC79-730C4928E5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68" name="Rectangle 1467">
                            <a:extLst>
                              <a:ext uri="{FF2B5EF4-FFF2-40B4-BE49-F238E27FC236}">
                                <a16:creationId xmlns:a16="http://schemas.microsoft.com/office/drawing/2014/main" id="{EB7374E2-4325-0419-B294-BA49A0F467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69" name="Rectangle 1468">
                            <a:extLst>
                              <a:ext uri="{FF2B5EF4-FFF2-40B4-BE49-F238E27FC236}">
                                <a16:creationId xmlns:a16="http://schemas.microsoft.com/office/drawing/2014/main" id="{B67EC9B5-3211-7866-13E7-805FDC4F3D1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70" name="Rectangle 1469">
                            <a:extLst>
                              <a:ext uri="{FF2B5EF4-FFF2-40B4-BE49-F238E27FC236}">
                                <a16:creationId xmlns:a16="http://schemas.microsoft.com/office/drawing/2014/main" id="{B06B40D7-11E1-CF55-EB91-04DD159FFF6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71" name="Rectangle 1470">
                            <a:extLst>
                              <a:ext uri="{FF2B5EF4-FFF2-40B4-BE49-F238E27FC236}">
                                <a16:creationId xmlns:a16="http://schemas.microsoft.com/office/drawing/2014/main" id="{885EF375-95B8-04E8-D232-3A658B4B4E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72" name="Rectangle 1471">
                            <a:extLst>
                              <a:ext uri="{FF2B5EF4-FFF2-40B4-BE49-F238E27FC236}">
                                <a16:creationId xmlns:a16="http://schemas.microsoft.com/office/drawing/2014/main" id="{D339BEC6-3A5B-3A7C-1284-7FE28653A2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73" name="Rectangle 1472">
                            <a:extLst>
                              <a:ext uri="{FF2B5EF4-FFF2-40B4-BE49-F238E27FC236}">
                                <a16:creationId xmlns:a16="http://schemas.microsoft.com/office/drawing/2014/main" id="{0E1394D6-6BE9-13A0-2F61-613F35886C8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74" name="Rectangle 1473">
                            <a:extLst>
                              <a:ext uri="{FF2B5EF4-FFF2-40B4-BE49-F238E27FC236}">
                                <a16:creationId xmlns:a16="http://schemas.microsoft.com/office/drawing/2014/main" id="{288D33CB-0D0D-B01F-7FF9-FDECDFEF94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75" name="Rectangle 1474">
                            <a:extLst>
                              <a:ext uri="{FF2B5EF4-FFF2-40B4-BE49-F238E27FC236}">
                                <a16:creationId xmlns:a16="http://schemas.microsoft.com/office/drawing/2014/main" id="{E14B2DB8-64A9-0648-40B1-CAB8EA4D94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455" name="Group 1454">
                          <a:extLst>
                            <a:ext uri="{FF2B5EF4-FFF2-40B4-BE49-F238E27FC236}">
                              <a16:creationId xmlns:a16="http://schemas.microsoft.com/office/drawing/2014/main" id="{D6EFBBE2-5362-DEB1-C92E-338BF08FCDD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456" name="Rectangle 1455">
                            <a:extLst>
                              <a:ext uri="{FF2B5EF4-FFF2-40B4-BE49-F238E27FC236}">
                                <a16:creationId xmlns:a16="http://schemas.microsoft.com/office/drawing/2014/main" id="{FD897984-36AE-2D4D-FAC3-A8D177C88C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57" name="Rectangle 1456">
                            <a:extLst>
                              <a:ext uri="{FF2B5EF4-FFF2-40B4-BE49-F238E27FC236}">
                                <a16:creationId xmlns:a16="http://schemas.microsoft.com/office/drawing/2014/main" id="{CA3E7F77-7548-CA7B-4DC2-C08FEC079E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58" name="Rectangle 1457">
                            <a:extLst>
                              <a:ext uri="{FF2B5EF4-FFF2-40B4-BE49-F238E27FC236}">
                                <a16:creationId xmlns:a16="http://schemas.microsoft.com/office/drawing/2014/main" id="{55D2569B-7786-33CC-F330-B0A1E9B9921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59" name="Rectangle 1458">
                            <a:extLst>
                              <a:ext uri="{FF2B5EF4-FFF2-40B4-BE49-F238E27FC236}">
                                <a16:creationId xmlns:a16="http://schemas.microsoft.com/office/drawing/2014/main" id="{64FCB1A6-A9A8-769B-4F8C-8F5F9B08DC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60" name="Rectangle 1459">
                            <a:extLst>
                              <a:ext uri="{FF2B5EF4-FFF2-40B4-BE49-F238E27FC236}">
                                <a16:creationId xmlns:a16="http://schemas.microsoft.com/office/drawing/2014/main" id="{46A56949-5BA8-2DD5-FEF0-40CA52C5F0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61" name="Rectangle 1460">
                            <a:extLst>
                              <a:ext uri="{FF2B5EF4-FFF2-40B4-BE49-F238E27FC236}">
                                <a16:creationId xmlns:a16="http://schemas.microsoft.com/office/drawing/2014/main" id="{611A46CF-1F80-FA7B-FE9D-FCCC8ADEDA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62" name="Rectangle 1461">
                            <a:extLst>
                              <a:ext uri="{FF2B5EF4-FFF2-40B4-BE49-F238E27FC236}">
                                <a16:creationId xmlns:a16="http://schemas.microsoft.com/office/drawing/2014/main" id="{63924228-CE3C-19EA-CD46-3F9DE764888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63" name="Rectangle 1462">
                            <a:extLst>
                              <a:ext uri="{FF2B5EF4-FFF2-40B4-BE49-F238E27FC236}">
                                <a16:creationId xmlns:a16="http://schemas.microsoft.com/office/drawing/2014/main" id="{4FE6178D-EB52-AC54-8B1C-1ACC7868CBF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64" name="Rectangle 1463">
                            <a:extLst>
                              <a:ext uri="{FF2B5EF4-FFF2-40B4-BE49-F238E27FC236}">
                                <a16:creationId xmlns:a16="http://schemas.microsoft.com/office/drawing/2014/main" id="{499E0811-40BF-6023-1423-18ECDA2763D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65" name="Rectangle 1464">
                            <a:extLst>
                              <a:ext uri="{FF2B5EF4-FFF2-40B4-BE49-F238E27FC236}">
                                <a16:creationId xmlns:a16="http://schemas.microsoft.com/office/drawing/2014/main" id="{1E266C61-6855-8A51-D580-C61714F334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1431" name="Group 1430">
                        <a:extLst>
                          <a:ext uri="{FF2B5EF4-FFF2-40B4-BE49-F238E27FC236}">
                            <a16:creationId xmlns:a16="http://schemas.microsoft.com/office/drawing/2014/main" id="{153859D3-EC19-0A62-F629-F73ECD5D6FC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432" name="Group 1431">
                          <a:extLst>
                            <a:ext uri="{FF2B5EF4-FFF2-40B4-BE49-F238E27FC236}">
                              <a16:creationId xmlns:a16="http://schemas.microsoft.com/office/drawing/2014/main" id="{E90C3F1B-019C-5567-D9D5-8089E169743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444" name="Rectangle 1443">
                            <a:extLst>
                              <a:ext uri="{FF2B5EF4-FFF2-40B4-BE49-F238E27FC236}">
                                <a16:creationId xmlns:a16="http://schemas.microsoft.com/office/drawing/2014/main" id="{F393D6C9-6173-4541-2F08-32C2DA7BB53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45" name="Rectangle 1444">
                            <a:extLst>
                              <a:ext uri="{FF2B5EF4-FFF2-40B4-BE49-F238E27FC236}">
                                <a16:creationId xmlns:a16="http://schemas.microsoft.com/office/drawing/2014/main" id="{86C5DA85-1020-0FC9-D7B6-FF1D5A11CFD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46" name="Rectangle 1445">
                            <a:extLst>
                              <a:ext uri="{FF2B5EF4-FFF2-40B4-BE49-F238E27FC236}">
                                <a16:creationId xmlns:a16="http://schemas.microsoft.com/office/drawing/2014/main" id="{38D66A74-9E75-96A7-E8A9-1E4C5305F2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47" name="Rectangle 1446">
                            <a:extLst>
                              <a:ext uri="{FF2B5EF4-FFF2-40B4-BE49-F238E27FC236}">
                                <a16:creationId xmlns:a16="http://schemas.microsoft.com/office/drawing/2014/main" id="{5B803888-E9CA-E901-019C-2244432CB6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48" name="Rectangle 1447">
                            <a:extLst>
                              <a:ext uri="{FF2B5EF4-FFF2-40B4-BE49-F238E27FC236}">
                                <a16:creationId xmlns:a16="http://schemas.microsoft.com/office/drawing/2014/main" id="{BF9F0EEC-F518-1168-2985-052D6B6D81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49" name="Rectangle 1448">
                            <a:extLst>
                              <a:ext uri="{FF2B5EF4-FFF2-40B4-BE49-F238E27FC236}">
                                <a16:creationId xmlns:a16="http://schemas.microsoft.com/office/drawing/2014/main" id="{52673F8B-D34F-4E7F-EFEF-324C1A0B54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50" name="Rectangle 1449">
                            <a:extLst>
                              <a:ext uri="{FF2B5EF4-FFF2-40B4-BE49-F238E27FC236}">
                                <a16:creationId xmlns:a16="http://schemas.microsoft.com/office/drawing/2014/main" id="{5AC9B2D8-D850-45E5-22B0-359E943B46F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51" name="Rectangle 1450">
                            <a:extLst>
                              <a:ext uri="{FF2B5EF4-FFF2-40B4-BE49-F238E27FC236}">
                                <a16:creationId xmlns:a16="http://schemas.microsoft.com/office/drawing/2014/main" id="{2FF64E8D-DA69-FD9E-A3EF-25FE02246D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52" name="Rectangle 1451">
                            <a:extLst>
                              <a:ext uri="{FF2B5EF4-FFF2-40B4-BE49-F238E27FC236}">
                                <a16:creationId xmlns:a16="http://schemas.microsoft.com/office/drawing/2014/main" id="{0AD54AA6-AE19-21F0-F790-7E9CABB7E7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53" name="Rectangle 1452">
                            <a:extLst>
                              <a:ext uri="{FF2B5EF4-FFF2-40B4-BE49-F238E27FC236}">
                                <a16:creationId xmlns:a16="http://schemas.microsoft.com/office/drawing/2014/main" id="{F21E1A82-1E93-D4F1-9B14-7EE30187A7D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433" name="Group 1432">
                          <a:extLst>
                            <a:ext uri="{FF2B5EF4-FFF2-40B4-BE49-F238E27FC236}">
                              <a16:creationId xmlns:a16="http://schemas.microsoft.com/office/drawing/2014/main" id="{9A810C54-3500-5038-D991-37079ADC574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434" name="Rectangle 1433">
                            <a:extLst>
                              <a:ext uri="{FF2B5EF4-FFF2-40B4-BE49-F238E27FC236}">
                                <a16:creationId xmlns:a16="http://schemas.microsoft.com/office/drawing/2014/main" id="{815AD630-9B59-2DF8-7FD4-6BE019038D9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35" name="Rectangle 1434">
                            <a:extLst>
                              <a:ext uri="{FF2B5EF4-FFF2-40B4-BE49-F238E27FC236}">
                                <a16:creationId xmlns:a16="http://schemas.microsoft.com/office/drawing/2014/main" id="{4A55DA3A-4BE1-FF1C-F381-AF9831A491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36" name="Rectangle 1435">
                            <a:extLst>
                              <a:ext uri="{FF2B5EF4-FFF2-40B4-BE49-F238E27FC236}">
                                <a16:creationId xmlns:a16="http://schemas.microsoft.com/office/drawing/2014/main" id="{75DE4CC2-C20A-8256-4178-25DF161509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37" name="Rectangle 1436">
                            <a:extLst>
                              <a:ext uri="{FF2B5EF4-FFF2-40B4-BE49-F238E27FC236}">
                                <a16:creationId xmlns:a16="http://schemas.microsoft.com/office/drawing/2014/main" id="{85AFF5DA-F39C-20C2-BA55-90393920F7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38" name="Rectangle 1437">
                            <a:extLst>
                              <a:ext uri="{FF2B5EF4-FFF2-40B4-BE49-F238E27FC236}">
                                <a16:creationId xmlns:a16="http://schemas.microsoft.com/office/drawing/2014/main" id="{EFACFEA8-4780-F8D8-B7D6-9D661E6F94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39" name="Rectangle 1438">
                            <a:extLst>
                              <a:ext uri="{FF2B5EF4-FFF2-40B4-BE49-F238E27FC236}">
                                <a16:creationId xmlns:a16="http://schemas.microsoft.com/office/drawing/2014/main" id="{42CACD5F-C877-EC6C-B234-2C8EE8355F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40" name="Rectangle 1439">
                            <a:extLst>
                              <a:ext uri="{FF2B5EF4-FFF2-40B4-BE49-F238E27FC236}">
                                <a16:creationId xmlns:a16="http://schemas.microsoft.com/office/drawing/2014/main" id="{108039CB-95C8-66A4-F043-8D171EC09B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41" name="Rectangle 1440">
                            <a:extLst>
                              <a:ext uri="{FF2B5EF4-FFF2-40B4-BE49-F238E27FC236}">
                                <a16:creationId xmlns:a16="http://schemas.microsoft.com/office/drawing/2014/main" id="{170AFEA4-3AC3-F791-4FDE-1CA4A5581F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42" name="Rectangle 1441">
                            <a:extLst>
                              <a:ext uri="{FF2B5EF4-FFF2-40B4-BE49-F238E27FC236}">
                                <a16:creationId xmlns:a16="http://schemas.microsoft.com/office/drawing/2014/main" id="{0836D7F8-898E-98EC-8B7D-8545A4EB0B4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443" name="Rectangle 1442">
                            <a:extLst>
                              <a:ext uri="{FF2B5EF4-FFF2-40B4-BE49-F238E27FC236}">
                                <a16:creationId xmlns:a16="http://schemas.microsoft.com/office/drawing/2014/main" id="{F8713BF7-C46C-9240-CFCE-3DB086B193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330" name="Group 1329">
                <a:extLst>
                  <a:ext uri="{FF2B5EF4-FFF2-40B4-BE49-F238E27FC236}">
                    <a16:creationId xmlns:a16="http://schemas.microsoft.com/office/drawing/2014/main" id="{B7FDEFA7-8577-FA65-1A31-25084A7A09CB}"/>
                  </a:ext>
                </a:extLst>
              </p:cNvPr>
              <p:cNvGrpSpPr/>
              <p:nvPr/>
            </p:nvGrpSpPr>
            <p:grpSpPr>
              <a:xfrm>
                <a:off x="10326489" y="3524139"/>
                <a:ext cx="2001831" cy="345202"/>
                <a:chOff x="921102" y="312096"/>
                <a:chExt cx="2001831" cy="345202"/>
              </a:xfrm>
              <a:solidFill>
                <a:schemeClr val="bg2"/>
              </a:solidFill>
            </p:grpSpPr>
            <p:grpSp>
              <p:nvGrpSpPr>
                <p:cNvPr id="1378" name="Group 1377">
                  <a:extLst>
                    <a:ext uri="{FF2B5EF4-FFF2-40B4-BE49-F238E27FC236}">
                      <a16:creationId xmlns:a16="http://schemas.microsoft.com/office/drawing/2014/main" id="{8F226408-64EA-3590-588A-1DFE2C5C0981}"/>
                    </a:ext>
                  </a:extLst>
                </p:cNvPr>
                <p:cNvGrpSpPr/>
                <p:nvPr/>
              </p:nvGrpSpPr>
              <p:grpSpPr>
                <a:xfrm>
                  <a:off x="921102" y="312096"/>
                  <a:ext cx="999157" cy="345202"/>
                  <a:chOff x="921102" y="312096"/>
                  <a:chExt cx="999157" cy="345202"/>
                </a:xfrm>
                <a:grpFill/>
              </p:grpSpPr>
              <p:grpSp>
                <p:nvGrpSpPr>
                  <p:cNvPr id="1402" name="Group 1401">
                    <a:extLst>
                      <a:ext uri="{FF2B5EF4-FFF2-40B4-BE49-F238E27FC236}">
                        <a16:creationId xmlns:a16="http://schemas.microsoft.com/office/drawing/2014/main" id="{ECA554A9-B00B-C7C1-5477-595AB56F8885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490994" cy="345202"/>
                    <a:chOff x="807993" y="409074"/>
                    <a:chExt cx="433529" cy="304800"/>
                  </a:xfrm>
                  <a:grpFill/>
                </p:grpSpPr>
                <p:sp>
                  <p:nvSpPr>
                    <p:cNvPr id="1414" name="Rectangle 1413">
                      <a:extLst>
                        <a:ext uri="{FF2B5EF4-FFF2-40B4-BE49-F238E27FC236}">
                          <a16:creationId xmlns:a16="http://schemas.microsoft.com/office/drawing/2014/main" id="{E4669D0B-C965-F677-364E-A1995D3F4B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15" name="Rectangle 1414">
                      <a:extLst>
                        <a:ext uri="{FF2B5EF4-FFF2-40B4-BE49-F238E27FC236}">
                          <a16:creationId xmlns:a16="http://schemas.microsoft.com/office/drawing/2014/main" id="{C6B7522A-385B-9C42-1392-F0A5891E763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16" name="Rectangle 1415">
                      <a:extLst>
                        <a:ext uri="{FF2B5EF4-FFF2-40B4-BE49-F238E27FC236}">
                          <a16:creationId xmlns:a16="http://schemas.microsoft.com/office/drawing/2014/main" id="{62A2293E-676D-9035-5933-E20FDCA120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17" name="Rectangle 1416">
                      <a:extLst>
                        <a:ext uri="{FF2B5EF4-FFF2-40B4-BE49-F238E27FC236}">
                          <a16:creationId xmlns:a16="http://schemas.microsoft.com/office/drawing/2014/main" id="{59321166-8E8D-098D-9AC2-9B94531B48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18" name="Rectangle 1417">
                      <a:extLst>
                        <a:ext uri="{FF2B5EF4-FFF2-40B4-BE49-F238E27FC236}">
                          <a16:creationId xmlns:a16="http://schemas.microsoft.com/office/drawing/2014/main" id="{FF91D671-75BA-456B-4643-07857156306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19" name="Rectangle 1418">
                      <a:extLst>
                        <a:ext uri="{FF2B5EF4-FFF2-40B4-BE49-F238E27FC236}">
                          <a16:creationId xmlns:a16="http://schemas.microsoft.com/office/drawing/2014/main" id="{385832A8-20C6-E673-0EBD-89B7A71B761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20" name="Rectangle 1419">
                      <a:extLst>
                        <a:ext uri="{FF2B5EF4-FFF2-40B4-BE49-F238E27FC236}">
                          <a16:creationId xmlns:a16="http://schemas.microsoft.com/office/drawing/2014/main" id="{787EA3DE-F1BE-59C0-00DB-B92FE717C1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21" name="Rectangle 1420">
                      <a:extLst>
                        <a:ext uri="{FF2B5EF4-FFF2-40B4-BE49-F238E27FC236}">
                          <a16:creationId xmlns:a16="http://schemas.microsoft.com/office/drawing/2014/main" id="{15AA8094-5C53-7900-89C8-47D9745C4A1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227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22" name="Rectangle 1421">
                      <a:extLst>
                        <a:ext uri="{FF2B5EF4-FFF2-40B4-BE49-F238E27FC236}">
                          <a16:creationId xmlns:a16="http://schemas.microsoft.com/office/drawing/2014/main" id="{F5A15CD9-FB1B-9908-34ED-21D5430794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5679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23" name="Rectangle 1422">
                      <a:extLst>
                        <a:ext uri="{FF2B5EF4-FFF2-40B4-BE49-F238E27FC236}">
                          <a16:creationId xmlns:a16="http://schemas.microsoft.com/office/drawing/2014/main" id="{1A5D1025-A7B0-9AC9-BDBE-7F4D5FF6A4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9580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  <p:grpSp>
                <p:nvGrpSpPr>
                  <p:cNvPr id="1403" name="Group 1402">
                    <a:extLst>
                      <a:ext uri="{FF2B5EF4-FFF2-40B4-BE49-F238E27FC236}">
                        <a16:creationId xmlns:a16="http://schemas.microsoft.com/office/drawing/2014/main" id="{B0B807AC-284A-AFE8-740C-42FD12AADE1F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0" cy="345202"/>
                    <a:chOff x="801033" y="409074"/>
                    <a:chExt cx="447449" cy="304800"/>
                  </a:xfrm>
                  <a:grpFill/>
                </p:grpSpPr>
                <p:sp>
                  <p:nvSpPr>
                    <p:cNvPr id="1404" name="Rectangle 1403">
                      <a:extLst>
                        <a:ext uri="{FF2B5EF4-FFF2-40B4-BE49-F238E27FC236}">
                          <a16:creationId xmlns:a16="http://schemas.microsoft.com/office/drawing/2014/main" id="{7E31C6B5-82FD-D62C-BF7A-E1D801CEFDF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05" name="Rectangle 1404">
                      <a:extLst>
                        <a:ext uri="{FF2B5EF4-FFF2-40B4-BE49-F238E27FC236}">
                          <a16:creationId xmlns:a16="http://schemas.microsoft.com/office/drawing/2014/main" id="{32ACA5BB-42BE-91C6-8EF1-52E6E22B19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06" name="Rectangle 1405">
                      <a:extLst>
                        <a:ext uri="{FF2B5EF4-FFF2-40B4-BE49-F238E27FC236}">
                          <a16:creationId xmlns:a16="http://schemas.microsoft.com/office/drawing/2014/main" id="{DC23B90E-3F45-B0FD-CE63-3557DBD033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07" name="Rectangle 1406">
                      <a:extLst>
                        <a:ext uri="{FF2B5EF4-FFF2-40B4-BE49-F238E27FC236}">
                          <a16:creationId xmlns:a16="http://schemas.microsoft.com/office/drawing/2014/main" id="{AA46B2F7-03EE-4116-C978-14F1C993847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08" name="Rectangle 1407">
                      <a:extLst>
                        <a:ext uri="{FF2B5EF4-FFF2-40B4-BE49-F238E27FC236}">
                          <a16:creationId xmlns:a16="http://schemas.microsoft.com/office/drawing/2014/main" id="{65E0E301-E3C2-E836-0186-3A2EE3003D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6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09" name="Rectangle 1408">
                      <a:extLst>
                        <a:ext uri="{FF2B5EF4-FFF2-40B4-BE49-F238E27FC236}">
                          <a16:creationId xmlns:a16="http://schemas.microsoft.com/office/drawing/2014/main" id="{5C7BE352-0574-E9CB-427D-9CC94D9C64A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10" name="Rectangle 1409">
                      <a:extLst>
                        <a:ext uri="{FF2B5EF4-FFF2-40B4-BE49-F238E27FC236}">
                          <a16:creationId xmlns:a16="http://schemas.microsoft.com/office/drawing/2014/main" id="{DCC3EA28-0095-6BCE-E1E0-A5022657E8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11" name="Rectangle 1410">
                      <a:extLst>
                        <a:ext uri="{FF2B5EF4-FFF2-40B4-BE49-F238E27FC236}">
                          <a16:creationId xmlns:a16="http://schemas.microsoft.com/office/drawing/2014/main" id="{D6756580-92D9-2C0C-25B4-6B1940DB2FF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12" name="Rectangle 1411">
                      <a:extLst>
                        <a:ext uri="{FF2B5EF4-FFF2-40B4-BE49-F238E27FC236}">
                          <a16:creationId xmlns:a16="http://schemas.microsoft.com/office/drawing/2014/main" id="{45792499-6B1E-F9BC-B07F-EACFA2ABAA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13" name="Rectangle 1412">
                      <a:extLst>
                        <a:ext uri="{FF2B5EF4-FFF2-40B4-BE49-F238E27FC236}">
                          <a16:creationId xmlns:a16="http://schemas.microsoft.com/office/drawing/2014/main" id="{279C5756-69CD-9B2B-34EB-C3FCCFD33E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</p:grpSp>
            <p:grpSp>
              <p:nvGrpSpPr>
                <p:cNvPr id="1379" name="Group 1378">
                  <a:extLst>
                    <a:ext uri="{FF2B5EF4-FFF2-40B4-BE49-F238E27FC236}">
                      <a16:creationId xmlns:a16="http://schemas.microsoft.com/office/drawing/2014/main" id="{FF17E98F-34E2-F17D-5984-F15CAEA27CED}"/>
                    </a:ext>
                  </a:extLst>
                </p:cNvPr>
                <p:cNvGrpSpPr/>
                <p:nvPr/>
              </p:nvGrpSpPr>
              <p:grpSpPr>
                <a:xfrm>
                  <a:off x="1923775" y="312096"/>
                  <a:ext cx="999158" cy="345202"/>
                  <a:chOff x="921103" y="312096"/>
                  <a:chExt cx="999158" cy="345202"/>
                </a:xfrm>
                <a:grpFill/>
              </p:grpSpPr>
              <p:grpSp>
                <p:nvGrpSpPr>
                  <p:cNvPr id="1380" name="Group 1379">
                    <a:extLst>
                      <a:ext uri="{FF2B5EF4-FFF2-40B4-BE49-F238E27FC236}">
                        <a16:creationId xmlns:a16="http://schemas.microsoft.com/office/drawing/2014/main" id="{BA18A04F-587C-1761-1C41-B5717DFFA352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392" name="Rectangle 1391">
                      <a:extLst>
                        <a:ext uri="{FF2B5EF4-FFF2-40B4-BE49-F238E27FC236}">
                          <a16:creationId xmlns:a16="http://schemas.microsoft.com/office/drawing/2014/main" id="{4625EA0E-C982-B06A-5A83-792E5BE75C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93" name="Rectangle 1392">
                      <a:extLst>
                        <a:ext uri="{FF2B5EF4-FFF2-40B4-BE49-F238E27FC236}">
                          <a16:creationId xmlns:a16="http://schemas.microsoft.com/office/drawing/2014/main" id="{7A95CE69-F432-6BAD-D46A-C90FB7B533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94" name="Rectangle 1393">
                      <a:extLst>
                        <a:ext uri="{FF2B5EF4-FFF2-40B4-BE49-F238E27FC236}">
                          <a16:creationId xmlns:a16="http://schemas.microsoft.com/office/drawing/2014/main" id="{3B4FF42D-0773-13AB-EA92-36883EEE35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95" name="Rectangle 1394">
                      <a:extLst>
                        <a:ext uri="{FF2B5EF4-FFF2-40B4-BE49-F238E27FC236}">
                          <a16:creationId xmlns:a16="http://schemas.microsoft.com/office/drawing/2014/main" id="{7BE3D733-6A50-68AB-504B-00DC523FCA3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96" name="Rectangle 1395">
                      <a:extLst>
                        <a:ext uri="{FF2B5EF4-FFF2-40B4-BE49-F238E27FC236}">
                          <a16:creationId xmlns:a16="http://schemas.microsoft.com/office/drawing/2014/main" id="{31DC7132-FBB2-8851-D3C7-3C7B01BD3D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97" name="Rectangle 1396">
                      <a:extLst>
                        <a:ext uri="{FF2B5EF4-FFF2-40B4-BE49-F238E27FC236}">
                          <a16:creationId xmlns:a16="http://schemas.microsoft.com/office/drawing/2014/main" id="{B3186374-BA10-7ADF-A35D-86B8AE967E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98" name="Rectangle 1397">
                      <a:extLst>
                        <a:ext uri="{FF2B5EF4-FFF2-40B4-BE49-F238E27FC236}">
                          <a16:creationId xmlns:a16="http://schemas.microsoft.com/office/drawing/2014/main" id="{978CCD0F-D2F1-47DD-CE05-57359E69969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99" name="Rectangle 1398">
                      <a:extLst>
                        <a:ext uri="{FF2B5EF4-FFF2-40B4-BE49-F238E27FC236}">
                          <a16:creationId xmlns:a16="http://schemas.microsoft.com/office/drawing/2014/main" id="{E013A586-3C5C-5626-4386-AE7FC04074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00" name="Rectangle 1399">
                      <a:extLst>
                        <a:ext uri="{FF2B5EF4-FFF2-40B4-BE49-F238E27FC236}">
                          <a16:creationId xmlns:a16="http://schemas.microsoft.com/office/drawing/2014/main" id="{CD6B4503-E8FD-7F7B-BDA3-8CFEC0A4C8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01" name="Rectangle 1400">
                      <a:extLst>
                        <a:ext uri="{FF2B5EF4-FFF2-40B4-BE49-F238E27FC236}">
                          <a16:creationId xmlns:a16="http://schemas.microsoft.com/office/drawing/2014/main" id="{D206C19E-0F71-867F-6BDB-193CA77BD7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  <p:grpSp>
                <p:nvGrpSpPr>
                  <p:cNvPr id="1381" name="Group 1380">
                    <a:extLst>
                      <a:ext uri="{FF2B5EF4-FFF2-40B4-BE49-F238E27FC236}">
                        <a16:creationId xmlns:a16="http://schemas.microsoft.com/office/drawing/2014/main" id="{57C8EB4E-BE34-FAA8-2B97-DA2B24F4D2C4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382" name="Rectangle 1381">
                      <a:extLst>
                        <a:ext uri="{FF2B5EF4-FFF2-40B4-BE49-F238E27FC236}">
                          <a16:creationId xmlns:a16="http://schemas.microsoft.com/office/drawing/2014/main" id="{9CA1203A-B162-6076-D7E3-B8F6BA6D5F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83" name="Rectangle 1382">
                      <a:extLst>
                        <a:ext uri="{FF2B5EF4-FFF2-40B4-BE49-F238E27FC236}">
                          <a16:creationId xmlns:a16="http://schemas.microsoft.com/office/drawing/2014/main" id="{002DE818-C015-E72B-CC22-25CBC52D66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84" name="Rectangle 1383">
                      <a:extLst>
                        <a:ext uri="{FF2B5EF4-FFF2-40B4-BE49-F238E27FC236}">
                          <a16:creationId xmlns:a16="http://schemas.microsoft.com/office/drawing/2014/main" id="{791D16D6-58DF-5218-D868-C3BBA20D121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85" name="Rectangle 1384">
                      <a:extLst>
                        <a:ext uri="{FF2B5EF4-FFF2-40B4-BE49-F238E27FC236}">
                          <a16:creationId xmlns:a16="http://schemas.microsoft.com/office/drawing/2014/main" id="{2BF3D8F9-6E78-4148-1AEA-F74FD2093F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86" name="Rectangle 1385">
                      <a:extLst>
                        <a:ext uri="{FF2B5EF4-FFF2-40B4-BE49-F238E27FC236}">
                          <a16:creationId xmlns:a16="http://schemas.microsoft.com/office/drawing/2014/main" id="{FA3F6CC9-E40C-C6DE-0FDF-97A1DCA580A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87" name="Rectangle 1386">
                      <a:extLst>
                        <a:ext uri="{FF2B5EF4-FFF2-40B4-BE49-F238E27FC236}">
                          <a16:creationId xmlns:a16="http://schemas.microsoft.com/office/drawing/2014/main" id="{4028011D-20E8-3D52-763B-6E4EE4CF997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88" name="Rectangle 1387">
                      <a:extLst>
                        <a:ext uri="{FF2B5EF4-FFF2-40B4-BE49-F238E27FC236}">
                          <a16:creationId xmlns:a16="http://schemas.microsoft.com/office/drawing/2014/main" id="{F272A497-622B-E9B6-6AAA-4BC2D17D19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89" name="Rectangle 1388">
                      <a:extLst>
                        <a:ext uri="{FF2B5EF4-FFF2-40B4-BE49-F238E27FC236}">
                          <a16:creationId xmlns:a16="http://schemas.microsoft.com/office/drawing/2014/main" id="{0156FD81-8A8B-6FBC-B6A1-BB32CD2260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90" name="Rectangle 1389">
                      <a:extLst>
                        <a:ext uri="{FF2B5EF4-FFF2-40B4-BE49-F238E27FC236}">
                          <a16:creationId xmlns:a16="http://schemas.microsoft.com/office/drawing/2014/main" id="{47076D5E-3818-651A-E899-C80C29551E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91" name="Rectangle 1390">
                      <a:extLst>
                        <a:ext uri="{FF2B5EF4-FFF2-40B4-BE49-F238E27FC236}">
                          <a16:creationId xmlns:a16="http://schemas.microsoft.com/office/drawing/2014/main" id="{5F08270B-4D8B-2D8F-3C17-0411BF044F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</p:grpSp>
          </p:grpSp>
          <p:grpSp>
            <p:nvGrpSpPr>
              <p:cNvPr id="1331" name="Group 1330">
                <a:extLst>
                  <a:ext uri="{FF2B5EF4-FFF2-40B4-BE49-F238E27FC236}">
                    <a16:creationId xmlns:a16="http://schemas.microsoft.com/office/drawing/2014/main" id="{1B48F434-8693-6133-5E1B-197409D919C0}"/>
                  </a:ext>
                </a:extLst>
              </p:cNvPr>
              <p:cNvGrpSpPr/>
              <p:nvPr/>
            </p:nvGrpSpPr>
            <p:grpSpPr>
              <a:xfrm>
                <a:off x="931318" y="3524139"/>
                <a:ext cx="999158" cy="345202"/>
                <a:chOff x="921103" y="312096"/>
                <a:chExt cx="999158" cy="345202"/>
              </a:xfrm>
              <a:solidFill>
                <a:schemeClr val="bg2"/>
              </a:solidFill>
            </p:grpSpPr>
            <p:grpSp>
              <p:nvGrpSpPr>
                <p:cNvPr id="1356" name="Group 1355">
                  <a:extLst>
                    <a:ext uri="{FF2B5EF4-FFF2-40B4-BE49-F238E27FC236}">
                      <a16:creationId xmlns:a16="http://schemas.microsoft.com/office/drawing/2014/main" id="{13020A86-DC37-C811-E195-FC0DDF120A7C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498877" cy="345202"/>
                  <a:chOff x="807993" y="409074"/>
                  <a:chExt cx="440489" cy="304800"/>
                </a:xfrm>
                <a:grpFill/>
              </p:grpSpPr>
              <p:sp>
                <p:nvSpPr>
                  <p:cNvPr id="1368" name="Rectangle 1367">
                    <a:extLst>
                      <a:ext uri="{FF2B5EF4-FFF2-40B4-BE49-F238E27FC236}">
                        <a16:creationId xmlns:a16="http://schemas.microsoft.com/office/drawing/2014/main" id="{2CB74847-F158-EA0A-2A93-12CA590AB736}"/>
                      </a:ext>
                    </a:extLst>
                  </p:cNvPr>
                  <p:cNvSpPr/>
                  <p:nvPr/>
                </p:nvSpPr>
                <p:spPr>
                  <a:xfrm>
                    <a:off x="80799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69" name="Rectangle 1368">
                    <a:extLst>
                      <a:ext uri="{FF2B5EF4-FFF2-40B4-BE49-F238E27FC236}">
                        <a16:creationId xmlns:a16="http://schemas.microsoft.com/office/drawing/2014/main" id="{C20BC8C4-A1D4-17C3-9F6C-351CD03E26E0}"/>
                      </a:ext>
                    </a:extLst>
                  </p:cNvPr>
                  <p:cNvSpPr/>
                  <p:nvPr/>
                </p:nvSpPr>
                <p:spPr>
                  <a:xfrm>
                    <a:off x="85343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70" name="Rectangle 1369">
                    <a:extLst>
                      <a:ext uri="{FF2B5EF4-FFF2-40B4-BE49-F238E27FC236}">
                        <a16:creationId xmlns:a16="http://schemas.microsoft.com/office/drawing/2014/main" id="{B675ED12-60CB-CB0F-85AB-D5D864ADF845}"/>
                      </a:ext>
                    </a:extLst>
                  </p:cNvPr>
                  <p:cNvSpPr/>
                  <p:nvPr/>
                </p:nvSpPr>
                <p:spPr>
                  <a:xfrm>
                    <a:off x="89887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71" name="Rectangle 1370">
                    <a:extLst>
                      <a:ext uri="{FF2B5EF4-FFF2-40B4-BE49-F238E27FC236}">
                        <a16:creationId xmlns:a16="http://schemas.microsoft.com/office/drawing/2014/main" id="{2A4EE742-3A58-BC50-635B-15C0D850F5E7}"/>
                      </a:ext>
                    </a:extLst>
                  </p:cNvPr>
                  <p:cNvSpPr/>
                  <p:nvPr/>
                </p:nvSpPr>
                <p:spPr>
                  <a:xfrm>
                    <a:off x="9439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72" name="Rectangle 1371">
                    <a:extLst>
                      <a:ext uri="{FF2B5EF4-FFF2-40B4-BE49-F238E27FC236}">
                        <a16:creationId xmlns:a16="http://schemas.microsoft.com/office/drawing/2014/main" id="{F4A1C8A7-7BAE-C87B-21AE-5C85B560DE49}"/>
                      </a:ext>
                    </a:extLst>
                  </p:cNvPr>
                  <p:cNvSpPr/>
                  <p:nvPr/>
                </p:nvSpPr>
                <p:spPr>
                  <a:xfrm>
                    <a:off x="98973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73" name="Rectangle 1372">
                    <a:extLst>
                      <a:ext uri="{FF2B5EF4-FFF2-40B4-BE49-F238E27FC236}">
                        <a16:creationId xmlns:a16="http://schemas.microsoft.com/office/drawing/2014/main" id="{22CD50DE-3A42-9E4E-B484-21FA93D137A6}"/>
                      </a:ext>
                    </a:extLst>
                  </p:cNvPr>
                  <p:cNvSpPr/>
                  <p:nvPr/>
                </p:nvSpPr>
                <p:spPr>
                  <a:xfrm>
                    <a:off x="1035169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74" name="Rectangle 1373">
                    <a:extLst>
                      <a:ext uri="{FF2B5EF4-FFF2-40B4-BE49-F238E27FC236}">
                        <a16:creationId xmlns:a16="http://schemas.microsoft.com/office/drawing/2014/main" id="{40211400-4A4D-8433-2622-1A0CA367449E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75" name="Rectangle 1374">
                    <a:extLst>
                      <a:ext uri="{FF2B5EF4-FFF2-40B4-BE49-F238E27FC236}">
                        <a16:creationId xmlns:a16="http://schemas.microsoft.com/office/drawing/2014/main" id="{B8034830-5024-A0AD-0C38-E7D7132D1ABC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76" name="Rectangle 1375">
                    <a:extLst>
                      <a:ext uri="{FF2B5EF4-FFF2-40B4-BE49-F238E27FC236}">
                        <a16:creationId xmlns:a16="http://schemas.microsoft.com/office/drawing/2014/main" id="{C1A4E8F2-9CFE-6ECD-149D-410EB3CC8FAC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77" name="Rectangle 1376">
                    <a:extLst>
                      <a:ext uri="{FF2B5EF4-FFF2-40B4-BE49-F238E27FC236}">
                        <a16:creationId xmlns:a16="http://schemas.microsoft.com/office/drawing/2014/main" id="{7B5104E3-F00A-2EFD-1704-D84DA027CF96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</p:grpSp>
            <p:grpSp>
              <p:nvGrpSpPr>
                <p:cNvPr id="1357" name="Group 1356">
                  <a:extLst>
                    <a:ext uri="{FF2B5EF4-FFF2-40B4-BE49-F238E27FC236}">
                      <a16:creationId xmlns:a16="http://schemas.microsoft.com/office/drawing/2014/main" id="{891D898E-1BE3-D8BA-6D6C-DE0069B8BE64}"/>
                    </a:ext>
                  </a:extLst>
                </p:cNvPr>
                <p:cNvGrpSpPr/>
                <p:nvPr/>
              </p:nvGrpSpPr>
              <p:grpSpPr>
                <a:xfrm>
                  <a:off x="1413499" y="312096"/>
                  <a:ext cx="506762" cy="345202"/>
                  <a:chOff x="801032" y="409074"/>
                  <a:chExt cx="447450" cy="304800"/>
                </a:xfrm>
                <a:grpFill/>
              </p:grpSpPr>
              <p:sp>
                <p:nvSpPr>
                  <p:cNvPr id="1358" name="Rectangle 1357">
                    <a:extLst>
                      <a:ext uri="{FF2B5EF4-FFF2-40B4-BE49-F238E27FC236}">
                        <a16:creationId xmlns:a16="http://schemas.microsoft.com/office/drawing/2014/main" id="{4DEDE00B-C9E3-D81E-5960-CB1F8C90B11A}"/>
                      </a:ext>
                    </a:extLst>
                  </p:cNvPr>
                  <p:cNvSpPr/>
                  <p:nvPr/>
                </p:nvSpPr>
                <p:spPr>
                  <a:xfrm>
                    <a:off x="80103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59" name="Rectangle 1358">
                    <a:extLst>
                      <a:ext uri="{FF2B5EF4-FFF2-40B4-BE49-F238E27FC236}">
                        <a16:creationId xmlns:a16="http://schemas.microsoft.com/office/drawing/2014/main" id="{BFFECC08-A1E9-2854-CB1E-5A355519E299}"/>
                      </a:ext>
                    </a:extLst>
                  </p:cNvPr>
                  <p:cNvSpPr/>
                  <p:nvPr/>
                </p:nvSpPr>
                <p:spPr>
                  <a:xfrm>
                    <a:off x="8464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60" name="Rectangle 1359">
                    <a:extLst>
                      <a:ext uri="{FF2B5EF4-FFF2-40B4-BE49-F238E27FC236}">
                        <a16:creationId xmlns:a16="http://schemas.microsoft.com/office/drawing/2014/main" id="{3ED42AE0-FBC1-7246-0744-F49ADF9301F2}"/>
                      </a:ext>
                    </a:extLst>
                  </p:cNvPr>
                  <p:cNvSpPr/>
                  <p:nvPr/>
                </p:nvSpPr>
                <p:spPr>
                  <a:xfrm>
                    <a:off x="89191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61" name="Rectangle 1360">
                    <a:extLst>
                      <a:ext uri="{FF2B5EF4-FFF2-40B4-BE49-F238E27FC236}">
                        <a16:creationId xmlns:a16="http://schemas.microsoft.com/office/drawing/2014/main" id="{75F248A8-2791-22D2-5C92-63B94959CA85}"/>
                      </a:ext>
                    </a:extLst>
                  </p:cNvPr>
                  <p:cNvSpPr/>
                  <p:nvPr/>
                </p:nvSpPr>
                <p:spPr>
                  <a:xfrm>
                    <a:off x="93701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62" name="Rectangle 1361">
                    <a:extLst>
                      <a:ext uri="{FF2B5EF4-FFF2-40B4-BE49-F238E27FC236}">
                        <a16:creationId xmlns:a16="http://schemas.microsoft.com/office/drawing/2014/main" id="{3D6BD93D-9D41-5D0F-7512-720277040BD4}"/>
                      </a:ext>
                    </a:extLst>
                  </p:cNvPr>
                  <p:cNvSpPr/>
                  <p:nvPr/>
                </p:nvSpPr>
                <p:spPr>
                  <a:xfrm>
                    <a:off x="98277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63" name="Rectangle 1362">
                    <a:extLst>
                      <a:ext uri="{FF2B5EF4-FFF2-40B4-BE49-F238E27FC236}">
                        <a16:creationId xmlns:a16="http://schemas.microsoft.com/office/drawing/2014/main" id="{272CE9B1-94BA-4DB4-21C6-754A1C775BE9}"/>
                      </a:ext>
                    </a:extLst>
                  </p:cNvPr>
                  <p:cNvSpPr/>
                  <p:nvPr/>
                </p:nvSpPr>
                <p:spPr>
                  <a:xfrm>
                    <a:off x="102820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64" name="Rectangle 1363">
                    <a:extLst>
                      <a:ext uri="{FF2B5EF4-FFF2-40B4-BE49-F238E27FC236}">
                        <a16:creationId xmlns:a16="http://schemas.microsoft.com/office/drawing/2014/main" id="{37AA776F-109F-79BB-DEAD-41010A5FF838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65" name="Rectangle 1364">
                    <a:extLst>
                      <a:ext uri="{FF2B5EF4-FFF2-40B4-BE49-F238E27FC236}">
                        <a16:creationId xmlns:a16="http://schemas.microsoft.com/office/drawing/2014/main" id="{A45357C3-E4B7-D69C-E1D5-86CE8EDCB0DC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66" name="Rectangle 1365">
                    <a:extLst>
                      <a:ext uri="{FF2B5EF4-FFF2-40B4-BE49-F238E27FC236}">
                        <a16:creationId xmlns:a16="http://schemas.microsoft.com/office/drawing/2014/main" id="{471B4C5B-D209-3ED9-0479-D91E8C0383E9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67" name="Rectangle 1366">
                    <a:extLst>
                      <a:ext uri="{FF2B5EF4-FFF2-40B4-BE49-F238E27FC236}">
                        <a16:creationId xmlns:a16="http://schemas.microsoft.com/office/drawing/2014/main" id="{DF4842C3-934B-AAB9-169F-9BAA5A01D04D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</p:grpSp>
          </p:grpSp>
          <p:sp>
            <p:nvSpPr>
              <p:cNvPr id="1333" name="Arrow: Curved Down 1332">
                <a:extLst>
                  <a:ext uri="{FF2B5EF4-FFF2-40B4-BE49-F238E27FC236}">
                    <a16:creationId xmlns:a16="http://schemas.microsoft.com/office/drawing/2014/main" id="{C5914203-BE66-7EF6-FFDD-DA6ECD7F6432}"/>
                  </a:ext>
                </a:extLst>
              </p:cNvPr>
              <p:cNvSpPr/>
              <p:nvPr/>
            </p:nvSpPr>
            <p:spPr>
              <a:xfrm>
                <a:off x="1994985" y="3329579"/>
                <a:ext cx="107048" cy="184484"/>
              </a:xfrm>
              <a:prstGeom prst="curvedDownArrow">
                <a:avLst/>
              </a:prstGeom>
              <a:solidFill>
                <a:schemeClr val="accent5"/>
              </a:solidFill>
              <a:ln w="3175">
                <a:solidFill>
                  <a:srgbClr val="CB6BC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628" name="Straight Arrow Connector 1627">
              <a:extLst>
                <a:ext uri="{FF2B5EF4-FFF2-40B4-BE49-F238E27FC236}">
                  <a16:creationId xmlns:a16="http://schemas.microsoft.com/office/drawing/2014/main" id="{6212239E-1104-E0FE-4930-A781F019C892}"/>
                </a:ext>
              </a:extLst>
            </p:cNvPr>
            <p:cNvCxnSpPr>
              <a:cxnSpLocks/>
            </p:cNvCxnSpPr>
            <p:nvPr/>
          </p:nvCxnSpPr>
          <p:spPr>
            <a:xfrm>
              <a:off x="1931283" y="2053389"/>
              <a:ext cx="0" cy="309201"/>
            </a:xfrm>
            <a:prstGeom prst="straightConnector1">
              <a:avLst/>
            </a:prstGeom>
            <a:ln w="9525">
              <a:tailEnd type="triangle" w="med" len="sm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29" name="TextBox 1628">
              <a:extLst>
                <a:ext uri="{FF2B5EF4-FFF2-40B4-BE49-F238E27FC236}">
                  <a16:creationId xmlns:a16="http://schemas.microsoft.com/office/drawing/2014/main" id="{8E667EF5-421E-6F6E-EAFB-F5E894335164}"/>
                </a:ext>
              </a:extLst>
            </p:cNvPr>
            <p:cNvSpPr txBox="1"/>
            <p:nvPr/>
          </p:nvSpPr>
          <p:spPr>
            <a:xfrm>
              <a:off x="1505730" y="1579889"/>
              <a:ext cx="877163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b="1" dirty="0"/>
                <a:t>Prediction </a:t>
              </a:r>
            </a:p>
            <a:p>
              <a:pPr algn="ctr"/>
              <a:r>
                <a:rPr lang="en-US" sz="1100" b="1" dirty="0"/>
                <a:t>timepoint</a:t>
              </a:r>
            </a:p>
          </p:txBody>
        </p:sp>
        <p:sp>
          <p:nvSpPr>
            <p:cNvPr id="1630" name="TextBox 1629">
              <a:extLst>
                <a:ext uri="{FF2B5EF4-FFF2-40B4-BE49-F238E27FC236}">
                  <a16:creationId xmlns:a16="http://schemas.microsoft.com/office/drawing/2014/main" id="{5F3C7247-AAC6-5747-E43C-0349A69B9ED5}"/>
                </a:ext>
              </a:extLst>
            </p:cNvPr>
            <p:cNvSpPr txBox="1"/>
            <p:nvPr/>
          </p:nvSpPr>
          <p:spPr>
            <a:xfrm>
              <a:off x="5397256" y="1574286"/>
              <a:ext cx="1404552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b="1" dirty="0"/>
                <a:t>Prediction window </a:t>
              </a:r>
            </a:p>
            <a:p>
              <a:pPr algn="ctr"/>
              <a:r>
                <a:rPr lang="en-US" sz="1100" b="1" dirty="0"/>
                <a:t>(1 week/168 hours)</a:t>
              </a:r>
            </a:p>
          </p:txBody>
        </p:sp>
        <p:cxnSp>
          <p:nvCxnSpPr>
            <p:cNvPr id="1631" name="Straight Arrow Connector 1630">
              <a:extLst>
                <a:ext uri="{FF2B5EF4-FFF2-40B4-BE49-F238E27FC236}">
                  <a16:creationId xmlns:a16="http://schemas.microsoft.com/office/drawing/2014/main" id="{9E7F1EC7-7017-401D-CA05-47C3FD6CF7ED}"/>
                </a:ext>
              </a:extLst>
            </p:cNvPr>
            <p:cNvCxnSpPr>
              <a:cxnSpLocks/>
              <a:stCxn id="1630" idx="2"/>
            </p:cNvCxnSpPr>
            <p:nvPr/>
          </p:nvCxnSpPr>
          <p:spPr>
            <a:xfrm flipH="1">
              <a:off x="1968348" y="2005173"/>
              <a:ext cx="4131184" cy="322009"/>
            </a:xfrm>
            <a:prstGeom prst="straightConnector1">
              <a:avLst/>
            </a:prstGeom>
            <a:ln w="9525">
              <a:tailEnd type="triangle" w="med" len="sm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32" name="Straight Arrow Connector 1631">
              <a:extLst>
                <a:ext uri="{FF2B5EF4-FFF2-40B4-BE49-F238E27FC236}">
                  <a16:creationId xmlns:a16="http://schemas.microsoft.com/office/drawing/2014/main" id="{0FFE9EC9-9EB9-233A-46C1-C62B0CF30378}"/>
                </a:ext>
              </a:extLst>
            </p:cNvPr>
            <p:cNvCxnSpPr>
              <a:cxnSpLocks/>
              <a:stCxn id="1630" idx="2"/>
            </p:cNvCxnSpPr>
            <p:nvPr/>
          </p:nvCxnSpPr>
          <p:spPr>
            <a:xfrm>
              <a:off x="6099532" y="2005173"/>
              <a:ext cx="4197809" cy="328657"/>
            </a:xfrm>
            <a:prstGeom prst="straightConnector1">
              <a:avLst/>
            </a:prstGeom>
            <a:ln w="9525">
              <a:tailEnd type="triangle" w="med" len="sm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37" name="Straight Arrow Connector 1636">
              <a:extLst>
                <a:ext uri="{FF2B5EF4-FFF2-40B4-BE49-F238E27FC236}">
                  <a16:creationId xmlns:a16="http://schemas.microsoft.com/office/drawing/2014/main" id="{AA061FF2-986C-E44B-92A0-C89B3177BE0A}"/>
                </a:ext>
              </a:extLst>
            </p:cNvPr>
            <p:cNvCxnSpPr/>
            <p:nvPr/>
          </p:nvCxnSpPr>
          <p:spPr>
            <a:xfrm>
              <a:off x="930969" y="4082473"/>
              <a:ext cx="1157506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12551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20" name="Group 2319">
            <a:extLst>
              <a:ext uri="{FF2B5EF4-FFF2-40B4-BE49-F238E27FC236}">
                <a16:creationId xmlns:a16="http://schemas.microsoft.com/office/drawing/2014/main" id="{6E400797-F33E-F784-53FD-07D16EB141D1}"/>
              </a:ext>
            </a:extLst>
          </p:cNvPr>
          <p:cNvGrpSpPr/>
          <p:nvPr/>
        </p:nvGrpSpPr>
        <p:grpSpPr>
          <a:xfrm>
            <a:off x="120503" y="1574287"/>
            <a:ext cx="11577497" cy="2508187"/>
            <a:chOff x="928539" y="1574286"/>
            <a:chExt cx="11577497" cy="2508187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19178A9-D635-F1C1-DF68-E92748D37A28}"/>
                </a:ext>
              </a:extLst>
            </p:cNvPr>
            <p:cNvGrpSpPr/>
            <p:nvPr/>
          </p:nvGrpSpPr>
          <p:grpSpPr>
            <a:xfrm>
              <a:off x="936202" y="2362590"/>
              <a:ext cx="11397002" cy="348526"/>
              <a:chOff x="936202" y="2362590"/>
              <a:chExt cx="11397002" cy="348526"/>
            </a:xfrm>
          </p:grpSpPr>
          <p:grpSp>
            <p:nvGrpSpPr>
              <p:cNvPr id="768" name="Group 767">
                <a:extLst>
                  <a:ext uri="{FF2B5EF4-FFF2-40B4-BE49-F238E27FC236}">
                    <a16:creationId xmlns:a16="http://schemas.microsoft.com/office/drawing/2014/main" id="{D984068C-7890-EC13-494D-64B5AECE1B57}"/>
                  </a:ext>
                </a:extLst>
              </p:cNvPr>
              <p:cNvGrpSpPr/>
              <p:nvPr/>
            </p:nvGrpSpPr>
            <p:grpSpPr>
              <a:xfrm>
                <a:off x="1935035" y="2365914"/>
                <a:ext cx="8397215" cy="345202"/>
                <a:chOff x="921103" y="312096"/>
                <a:chExt cx="8397215" cy="345202"/>
              </a:xfrm>
            </p:grpSpPr>
            <p:grpSp>
              <p:nvGrpSpPr>
                <p:cNvPr id="180" name="Group 179">
                  <a:extLst>
                    <a:ext uri="{FF2B5EF4-FFF2-40B4-BE49-F238E27FC236}">
                      <a16:creationId xmlns:a16="http://schemas.microsoft.com/office/drawing/2014/main" id="{45291990-527D-18B9-DE48-B77089846CC1}"/>
                    </a:ext>
                  </a:extLst>
                </p:cNvPr>
                <p:cNvGrpSpPr/>
                <p:nvPr/>
              </p:nvGrpSpPr>
              <p:grpSpPr>
                <a:xfrm>
                  <a:off x="8910063" y="312096"/>
                  <a:ext cx="408255" cy="345202"/>
                  <a:chOff x="830578" y="1668379"/>
                  <a:chExt cx="360476" cy="304800"/>
                </a:xfrm>
                <a:solidFill>
                  <a:srgbClr val="FFFC04"/>
                </a:solidFill>
              </p:grpSpPr>
              <p:sp>
                <p:nvSpPr>
                  <p:cNvPr id="172" name="Rectangle 171">
                    <a:extLst>
                      <a:ext uri="{FF2B5EF4-FFF2-40B4-BE49-F238E27FC236}">
                        <a16:creationId xmlns:a16="http://schemas.microsoft.com/office/drawing/2014/main" id="{B1C88A54-BEF7-4357-416C-434A95D275E9}"/>
                      </a:ext>
                    </a:extLst>
                  </p:cNvPr>
                  <p:cNvSpPr/>
                  <p:nvPr/>
                </p:nvSpPr>
                <p:spPr>
                  <a:xfrm>
                    <a:off x="830578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3" name="Rectangle 172">
                    <a:extLst>
                      <a:ext uri="{FF2B5EF4-FFF2-40B4-BE49-F238E27FC236}">
                        <a16:creationId xmlns:a16="http://schemas.microsoft.com/office/drawing/2014/main" id="{68E89469-6F6F-F02C-52E7-62689AB290EF}"/>
                      </a:ext>
                    </a:extLst>
                  </p:cNvPr>
                  <p:cNvSpPr/>
                  <p:nvPr/>
                </p:nvSpPr>
                <p:spPr>
                  <a:xfrm>
                    <a:off x="87654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4" name="Rectangle 173">
                    <a:extLst>
                      <a:ext uri="{FF2B5EF4-FFF2-40B4-BE49-F238E27FC236}">
                        <a16:creationId xmlns:a16="http://schemas.microsoft.com/office/drawing/2014/main" id="{05A48B07-CDF5-E0DE-32F3-26B5A377614C}"/>
                      </a:ext>
                    </a:extLst>
                  </p:cNvPr>
                  <p:cNvSpPr/>
                  <p:nvPr/>
                </p:nvSpPr>
                <p:spPr>
                  <a:xfrm>
                    <a:off x="91705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5" name="Rectangle 174">
                    <a:extLst>
                      <a:ext uri="{FF2B5EF4-FFF2-40B4-BE49-F238E27FC236}">
                        <a16:creationId xmlns:a16="http://schemas.microsoft.com/office/drawing/2014/main" id="{1D195A1F-C7AE-B1B5-588D-1A08F997AE7D}"/>
                      </a:ext>
                    </a:extLst>
                  </p:cNvPr>
                  <p:cNvSpPr/>
                  <p:nvPr/>
                </p:nvSpPr>
                <p:spPr>
                  <a:xfrm>
                    <a:off x="963030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6" name="Rectangle 175">
                    <a:extLst>
                      <a:ext uri="{FF2B5EF4-FFF2-40B4-BE49-F238E27FC236}">
                        <a16:creationId xmlns:a16="http://schemas.microsoft.com/office/drawing/2014/main" id="{CBDF18A4-C751-F4F4-D1C5-A2AB89C7F984}"/>
                      </a:ext>
                    </a:extLst>
                  </p:cNvPr>
                  <p:cNvSpPr/>
                  <p:nvPr/>
                </p:nvSpPr>
                <p:spPr>
                  <a:xfrm>
                    <a:off x="1010366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7" name="Rectangle 176">
                    <a:extLst>
                      <a:ext uri="{FF2B5EF4-FFF2-40B4-BE49-F238E27FC236}">
                        <a16:creationId xmlns:a16="http://schemas.microsoft.com/office/drawing/2014/main" id="{AAB871C7-D12B-ADAA-3C6F-11A1D206E17D}"/>
                      </a:ext>
                    </a:extLst>
                  </p:cNvPr>
                  <p:cNvSpPr/>
                  <p:nvPr/>
                </p:nvSpPr>
                <p:spPr>
                  <a:xfrm>
                    <a:off x="1056337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8" name="Rectangle 177">
                    <a:extLst>
                      <a:ext uri="{FF2B5EF4-FFF2-40B4-BE49-F238E27FC236}">
                        <a16:creationId xmlns:a16="http://schemas.microsoft.com/office/drawing/2014/main" id="{29DAFA14-22BF-1F2E-1978-35F4157B620D}"/>
                      </a:ext>
                    </a:extLst>
                  </p:cNvPr>
                  <p:cNvSpPr/>
                  <p:nvPr/>
                </p:nvSpPr>
                <p:spPr>
                  <a:xfrm>
                    <a:off x="1099363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9" name="Rectangle 178">
                    <a:extLst>
                      <a:ext uri="{FF2B5EF4-FFF2-40B4-BE49-F238E27FC236}">
                        <a16:creationId xmlns:a16="http://schemas.microsoft.com/office/drawing/2014/main" id="{B14E7639-798A-AA52-C0CF-671D2F5630BC}"/>
                      </a:ext>
                    </a:extLst>
                  </p:cNvPr>
                  <p:cNvSpPr/>
                  <p:nvPr/>
                </p:nvSpPr>
                <p:spPr>
                  <a:xfrm>
                    <a:off x="1145335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</p:grpSp>
            <p:grpSp>
              <p:nvGrpSpPr>
                <p:cNvPr id="767" name="Group 766">
                  <a:extLst>
                    <a:ext uri="{FF2B5EF4-FFF2-40B4-BE49-F238E27FC236}">
                      <a16:creationId xmlns:a16="http://schemas.microsoft.com/office/drawing/2014/main" id="{ABBD2922-460F-A86F-2CA0-7548BCBD20D9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7994329" cy="345202"/>
                  <a:chOff x="921103" y="312096"/>
                  <a:chExt cx="7994329" cy="345202"/>
                </a:xfrm>
              </p:grpSpPr>
              <p:grpSp>
                <p:nvGrpSpPr>
                  <p:cNvPr id="671" name="Group 670">
                    <a:extLst>
                      <a:ext uri="{FF2B5EF4-FFF2-40B4-BE49-F238E27FC236}">
                        <a16:creationId xmlns:a16="http://schemas.microsoft.com/office/drawing/2014/main" id="{AA9CB242-E76A-541F-039C-CF027888CC36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3998276" cy="345202"/>
                    <a:chOff x="921103" y="312096"/>
                    <a:chExt cx="3998276" cy="345202"/>
                  </a:xfrm>
                </p:grpSpPr>
                <p:grpSp>
                  <p:nvGrpSpPr>
                    <p:cNvPr id="623" name="Group 622">
                      <a:extLst>
                        <a:ext uri="{FF2B5EF4-FFF2-40B4-BE49-F238E27FC236}">
                          <a16:creationId xmlns:a16="http://schemas.microsoft.com/office/drawing/2014/main" id="{D08345D3-56BB-C338-2149-8FFA9712469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599" name="Group 598">
                        <a:extLst>
                          <a:ext uri="{FF2B5EF4-FFF2-40B4-BE49-F238E27FC236}">
                            <a16:creationId xmlns:a16="http://schemas.microsoft.com/office/drawing/2014/main" id="{EA50544F-9FDB-3BCB-3120-EBE5D175353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5" cy="345202"/>
                        <a:chOff x="921103" y="312096"/>
                        <a:chExt cx="999155" cy="345202"/>
                      </a:xfrm>
                    </p:grpSpPr>
                    <p:grpSp>
                      <p:nvGrpSpPr>
                        <p:cNvPr id="24" name="Group 23">
                          <a:extLst>
                            <a:ext uri="{FF2B5EF4-FFF2-40B4-BE49-F238E27FC236}">
                              <a16:creationId xmlns:a16="http://schemas.microsoft.com/office/drawing/2014/main" id="{1F5B85BF-DB5F-5807-556C-5D35F9F9A48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4" name="Rectangle 3">
                            <a:extLst>
                              <a:ext uri="{FF2B5EF4-FFF2-40B4-BE49-F238E27FC236}">
                                <a16:creationId xmlns:a16="http://schemas.microsoft.com/office/drawing/2014/main" id="{7F147A33-7B06-1A41-FEF0-492168696E7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" name="Rectangle 4">
                            <a:extLst>
                              <a:ext uri="{FF2B5EF4-FFF2-40B4-BE49-F238E27FC236}">
                                <a16:creationId xmlns:a16="http://schemas.microsoft.com/office/drawing/2014/main" id="{B77CAA29-9584-FFB0-F81E-EEE281CAD5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" name="Rectangle 5">
                            <a:extLst>
                              <a:ext uri="{FF2B5EF4-FFF2-40B4-BE49-F238E27FC236}">
                                <a16:creationId xmlns:a16="http://schemas.microsoft.com/office/drawing/2014/main" id="{B9244D54-6B0F-B662-8C03-4661DEFA5C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" name="Rectangle 6">
                            <a:extLst>
                              <a:ext uri="{FF2B5EF4-FFF2-40B4-BE49-F238E27FC236}">
                                <a16:creationId xmlns:a16="http://schemas.microsoft.com/office/drawing/2014/main" id="{4F480108-CBD4-7F72-9EFB-7915DA8C513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" name="Rectangle 7">
                            <a:extLst>
                              <a:ext uri="{FF2B5EF4-FFF2-40B4-BE49-F238E27FC236}">
                                <a16:creationId xmlns:a16="http://schemas.microsoft.com/office/drawing/2014/main" id="{65FE10D2-3107-7048-4551-E17821BE48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9" name="Rectangle 8">
                            <a:extLst>
                              <a:ext uri="{FF2B5EF4-FFF2-40B4-BE49-F238E27FC236}">
                                <a16:creationId xmlns:a16="http://schemas.microsoft.com/office/drawing/2014/main" id="{7F2E5A33-3C5A-7150-41D4-2200F22D3E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" name="Rectangle 9">
                            <a:extLst>
                              <a:ext uri="{FF2B5EF4-FFF2-40B4-BE49-F238E27FC236}">
                                <a16:creationId xmlns:a16="http://schemas.microsoft.com/office/drawing/2014/main" id="{766A414B-54AC-9BAA-102E-62F9531C90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1" name="Rectangle 10">
                            <a:extLst>
                              <a:ext uri="{FF2B5EF4-FFF2-40B4-BE49-F238E27FC236}">
                                <a16:creationId xmlns:a16="http://schemas.microsoft.com/office/drawing/2014/main" id="{5D8AB5A2-0E46-3B65-51C5-F420D6C91C5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2" name="Rectangle 11">
                            <a:extLst>
                              <a:ext uri="{FF2B5EF4-FFF2-40B4-BE49-F238E27FC236}">
                                <a16:creationId xmlns:a16="http://schemas.microsoft.com/office/drawing/2014/main" id="{CED0AB37-D245-CE1E-F2C3-33C6B1695AD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" name="Rectangle 12">
                            <a:extLst>
                              <a:ext uri="{FF2B5EF4-FFF2-40B4-BE49-F238E27FC236}">
                                <a16:creationId xmlns:a16="http://schemas.microsoft.com/office/drawing/2014/main" id="{2486B88A-211D-6E6A-1535-DBA34D336D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588" name="Group 587">
                          <a:extLst>
                            <a:ext uri="{FF2B5EF4-FFF2-40B4-BE49-F238E27FC236}">
                              <a16:creationId xmlns:a16="http://schemas.microsoft.com/office/drawing/2014/main" id="{5EB1730E-2ECE-F018-9B2D-C96CCAD81E0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21381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589" name="Rectangle 588">
                            <a:extLst>
                              <a:ext uri="{FF2B5EF4-FFF2-40B4-BE49-F238E27FC236}">
                                <a16:creationId xmlns:a16="http://schemas.microsoft.com/office/drawing/2014/main" id="{03664F52-200D-3A24-F689-E097EFF025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90" name="Rectangle 589">
                            <a:extLst>
                              <a:ext uri="{FF2B5EF4-FFF2-40B4-BE49-F238E27FC236}">
                                <a16:creationId xmlns:a16="http://schemas.microsoft.com/office/drawing/2014/main" id="{D7CB27A6-7B29-63FA-87DF-C85AC5E59F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91" name="Rectangle 590">
                            <a:extLst>
                              <a:ext uri="{FF2B5EF4-FFF2-40B4-BE49-F238E27FC236}">
                                <a16:creationId xmlns:a16="http://schemas.microsoft.com/office/drawing/2014/main" id="{10F3FAAA-99F5-1569-46F2-C7477581868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92" name="Rectangle 591">
                            <a:extLst>
                              <a:ext uri="{FF2B5EF4-FFF2-40B4-BE49-F238E27FC236}">
                                <a16:creationId xmlns:a16="http://schemas.microsoft.com/office/drawing/2014/main" id="{E57AC435-3D05-DD4B-0129-76D3A051644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93" name="Rectangle 592">
                            <a:extLst>
                              <a:ext uri="{FF2B5EF4-FFF2-40B4-BE49-F238E27FC236}">
                                <a16:creationId xmlns:a16="http://schemas.microsoft.com/office/drawing/2014/main" id="{D0BD8737-9875-7EDD-7F73-1A940B6205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94" name="Rectangle 593">
                            <a:extLst>
                              <a:ext uri="{FF2B5EF4-FFF2-40B4-BE49-F238E27FC236}">
                                <a16:creationId xmlns:a16="http://schemas.microsoft.com/office/drawing/2014/main" id="{2C51C324-0FDA-7B26-A706-6F488B0385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95" name="Rectangle 594">
                            <a:extLst>
                              <a:ext uri="{FF2B5EF4-FFF2-40B4-BE49-F238E27FC236}">
                                <a16:creationId xmlns:a16="http://schemas.microsoft.com/office/drawing/2014/main" id="{43C01EEC-284B-2AD5-B09F-118C8E6E9F7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96" name="Rectangle 595">
                            <a:extLst>
                              <a:ext uri="{FF2B5EF4-FFF2-40B4-BE49-F238E27FC236}">
                                <a16:creationId xmlns:a16="http://schemas.microsoft.com/office/drawing/2014/main" id="{D572FE49-9540-390B-4F04-3E879D878B9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97" name="Rectangle 596">
                            <a:extLst>
                              <a:ext uri="{FF2B5EF4-FFF2-40B4-BE49-F238E27FC236}">
                                <a16:creationId xmlns:a16="http://schemas.microsoft.com/office/drawing/2014/main" id="{CCA3ECDB-EBA4-2299-21C1-333970C0B9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98" name="Rectangle 597">
                            <a:extLst>
                              <a:ext uri="{FF2B5EF4-FFF2-40B4-BE49-F238E27FC236}">
                                <a16:creationId xmlns:a16="http://schemas.microsoft.com/office/drawing/2014/main" id="{D4CC54A2-37FD-4ED8-28DB-4ECFA068A0E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600" name="Group 599">
                        <a:extLst>
                          <a:ext uri="{FF2B5EF4-FFF2-40B4-BE49-F238E27FC236}">
                            <a16:creationId xmlns:a16="http://schemas.microsoft.com/office/drawing/2014/main" id="{5D768426-E470-9106-7644-1AAE3CACBE1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601" name="Group 600">
                          <a:extLst>
                            <a:ext uri="{FF2B5EF4-FFF2-40B4-BE49-F238E27FC236}">
                              <a16:creationId xmlns:a16="http://schemas.microsoft.com/office/drawing/2014/main" id="{6BE4D1C1-80CF-BD00-FF86-7DEC420BFD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613" name="Rectangle 612">
                            <a:extLst>
                              <a:ext uri="{FF2B5EF4-FFF2-40B4-BE49-F238E27FC236}">
                                <a16:creationId xmlns:a16="http://schemas.microsoft.com/office/drawing/2014/main" id="{02F0626C-4F56-E84D-D433-6E9B2BA4F1A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14" name="Rectangle 613">
                            <a:extLst>
                              <a:ext uri="{FF2B5EF4-FFF2-40B4-BE49-F238E27FC236}">
                                <a16:creationId xmlns:a16="http://schemas.microsoft.com/office/drawing/2014/main" id="{CB374EF5-1E1E-5D63-2601-AF8CDD3116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15" name="Rectangle 614">
                            <a:extLst>
                              <a:ext uri="{FF2B5EF4-FFF2-40B4-BE49-F238E27FC236}">
                                <a16:creationId xmlns:a16="http://schemas.microsoft.com/office/drawing/2014/main" id="{0DA9E324-4289-28FD-7784-B7D95341D8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16" name="Rectangle 615">
                            <a:extLst>
                              <a:ext uri="{FF2B5EF4-FFF2-40B4-BE49-F238E27FC236}">
                                <a16:creationId xmlns:a16="http://schemas.microsoft.com/office/drawing/2014/main" id="{367E5D94-8169-286C-D87D-ADE7BF0634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17" name="Rectangle 616">
                            <a:extLst>
                              <a:ext uri="{FF2B5EF4-FFF2-40B4-BE49-F238E27FC236}">
                                <a16:creationId xmlns:a16="http://schemas.microsoft.com/office/drawing/2014/main" id="{948D5615-EA49-9F61-F360-4ADA539FFC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18" name="Rectangle 617">
                            <a:extLst>
                              <a:ext uri="{FF2B5EF4-FFF2-40B4-BE49-F238E27FC236}">
                                <a16:creationId xmlns:a16="http://schemas.microsoft.com/office/drawing/2014/main" id="{83EF5850-C61B-3C39-3FBD-60B1338EAF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19" name="Rectangle 618">
                            <a:extLst>
                              <a:ext uri="{FF2B5EF4-FFF2-40B4-BE49-F238E27FC236}">
                                <a16:creationId xmlns:a16="http://schemas.microsoft.com/office/drawing/2014/main" id="{6539BF1B-E35D-58D4-8FC7-DB9497188E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20" name="Rectangle 619">
                            <a:extLst>
                              <a:ext uri="{FF2B5EF4-FFF2-40B4-BE49-F238E27FC236}">
                                <a16:creationId xmlns:a16="http://schemas.microsoft.com/office/drawing/2014/main" id="{46859747-115D-80F1-3283-01FC018A50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21" name="Rectangle 620">
                            <a:extLst>
                              <a:ext uri="{FF2B5EF4-FFF2-40B4-BE49-F238E27FC236}">
                                <a16:creationId xmlns:a16="http://schemas.microsoft.com/office/drawing/2014/main" id="{3708718D-C5D1-773B-AB6D-5F9945B68E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22" name="Rectangle 621">
                            <a:extLst>
                              <a:ext uri="{FF2B5EF4-FFF2-40B4-BE49-F238E27FC236}">
                                <a16:creationId xmlns:a16="http://schemas.microsoft.com/office/drawing/2014/main" id="{DEB61CB4-A35C-2FD3-5481-139BDE566C9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602" name="Group 601">
                          <a:extLst>
                            <a:ext uri="{FF2B5EF4-FFF2-40B4-BE49-F238E27FC236}">
                              <a16:creationId xmlns:a16="http://schemas.microsoft.com/office/drawing/2014/main" id="{80A72019-89E8-B489-22CA-1603A7F56B4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603" name="Rectangle 602">
                            <a:extLst>
                              <a:ext uri="{FF2B5EF4-FFF2-40B4-BE49-F238E27FC236}">
                                <a16:creationId xmlns:a16="http://schemas.microsoft.com/office/drawing/2014/main" id="{EDD147DC-F7E3-EDDB-13A4-08872DA153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04" name="Rectangle 603">
                            <a:extLst>
                              <a:ext uri="{FF2B5EF4-FFF2-40B4-BE49-F238E27FC236}">
                                <a16:creationId xmlns:a16="http://schemas.microsoft.com/office/drawing/2014/main" id="{9DC6AFE9-D92D-01F6-A5AE-B0CCB10497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05" name="Rectangle 604">
                            <a:extLst>
                              <a:ext uri="{FF2B5EF4-FFF2-40B4-BE49-F238E27FC236}">
                                <a16:creationId xmlns:a16="http://schemas.microsoft.com/office/drawing/2014/main" id="{A28AC46F-DB24-9B71-2033-39EED5EAC4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06" name="Rectangle 605">
                            <a:extLst>
                              <a:ext uri="{FF2B5EF4-FFF2-40B4-BE49-F238E27FC236}">
                                <a16:creationId xmlns:a16="http://schemas.microsoft.com/office/drawing/2014/main" id="{4E6B582E-8800-0105-23B1-7ABF857000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07" name="Rectangle 606">
                            <a:extLst>
                              <a:ext uri="{FF2B5EF4-FFF2-40B4-BE49-F238E27FC236}">
                                <a16:creationId xmlns:a16="http://schemas.microsoft.com/office/drawing/2014/main" id="{411874B1-7F71-DC18-6DD5-D2517C7198F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08" name="Rectangle 607">
                            <a:extLst>
                              <a:ext uri="{FF2B5EF4-FFF2-40B4-BE49-F238E27FC236}">
                                <a16:creationId xmlns:a16="http://schemas.microsoft.com/office/drawing/2014/main" id="{536C325A-0FCB-966B-8A60-1F974168B6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09" name="Rectangle 608">
                            <a:extLst>
                              <a:ext uri="{FF2B5EF4-FFF2-40B4-BE49-F238E27FC236}">
                                <a16:creationId xmlns:a16="http://schemas.microsoft.com/office/drawing/2014/main" id="{1EF780A1-2F72-40C6-0882-E7FF53F0D2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10" name="Rectangle 609">
                            <a:extLst>
                              <a:ext uri="{FF2B5EF4-FFF2-40B4-BE49-F238E27FC236}">
                                <a16:creationId xmlns:a16="http://schemas.microsoft.com/office/drawing/2014/main" id="{3ADE2C80-5C20-A5A2-3202-7870E718ED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11" name="Rectangle 610">
                            <a:extLst>
                              <a:ext uri="{FF2B5EF4-FFF2-40B4-BE49-F238E27FC236}">
                                <a16:creationId xmlns:a16="http://schemas.microsoft.com/office/drawing/2014/main" id="{2A03B1A9-D10D-2DEA-B6AA-272C6F57FE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12" name="Rectangle 611">
                            <a:extLst>
                              <a:ext uri="{FF2B5EF4-FFF2-40B4-BE49-F238E27FC236}">
                                <a16:creationId xmlns:a16="http://schemas.microsoft.com/office/drawing/2014/main" id="{9C022667-98DA-6AAD-8309-CB75C227E7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624" name="Group 623">
                      <a:extLst>
                        <a:ext uri="{FF2B5EF4-FFF2-40B4-BE49-F238E27FC236}">
                          <a16:creationId xmlns:a16="http://schemas.microsoft.com/office/drawing/2014/main" id="{7F3C920A-DDC1-5DC8-9416-38F8B9EA8DC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625" name="Group 624">
                        <a:extLst>
                          <a:ext uri="{FF2B5EF4-FFF2-40B4-BE49-F238E27FC236}">
                            <a16:creationId xmlns:a16="http://schemas.microsoft.com/office/drawing/2014/main" id="{162882B1-65B3-295F-FF25-3D1E2C0F65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649" name="Group 648">
                          <a:extLst>
                            <a:ext uri="{FF2B5EF4-FFF2-40B4-BE49-F238E27FC236}">
                              <a16:creationId xmlns:a16="http://schemas.microsoft.com/office/drawing/2014/main" id="{80AB5709-B297-7E7B-789B-59151970916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661" name="Rectangle 660">
                            <a:extLst>
                              <a:ext uri="{FF2B5EF4-FFF2-40B4-BE49-F238E27FC236}">
                                <a16:creationId xmlns:a16="http://schemas.microsoft.com/office/drawing/2014/main" id="{F8C51DC0-856D-B7B9-7DFB-C05BE050FE6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62" name="Rectangle 661">
                            <a:extLst>
                              <a:ext uri="{FF2B5EF4-FFF2-40B4-BE49-F238E27FC236}">
                                <a16:creationId xmlns:a16="http://schemas.microsoft.com/office/drawing/2014/main" id="{C9B6791E-23DE-9ABA-5DCD-39EEB300A9A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63" name="Rectangle 662">
                            <a:extLst>
                              <a:ext uri="{FF2B5EF4-FFF2-40B4-BE49-F238E27FC236}">
                                <a16:creationId xmlns:a16="http://schemas.microsoft.com/office/drawing/2014/main" id="{85753198-99C1-2583-59CD-6C63E2BB041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64" name="Rectangle 663">
                            <a:extLst>
                              <a:ext uri="{FF2B5EF4-FFF2-40B4-BE49-F238E27FC236}">
                                <a16:creationId xmlns:a16="http://schemas.microsoft.com/office/drawing/2014/main" id="{D3AADB1B-C005-F13B-F1F2-DC281F39F0F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65" name="Rectangle 664">
                            <a:extLst>
                              <a:ext uri="{FF2B5EF4-FFF2-40B4-BE49-F238E27FC236}">
                                <a16:creationId xmlns:a16="http://schemas.microsoft.com/office/drawing/2014/main" id="{D7EEBB86-9E6E-5F9D-7ED2-418E926E4D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66" name="Rectangle 665">
                            <a:extLst>
                              <a:ext uri="{FF2B5EF4-FFF2-40B4-BE49-F238E27FC236}">
                                <a16:creationId xmlns:a16="http://schemas.microsoft.com/office/drawing/2014/main" id="{3C247294-F21E-AB26-EA2A-B58193146A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67" name="Rectangle 666">
                            <a:extLst>
                              <a:ext uri="{FF2B5EF4-FFF2-40B4-BE49-F238E27FC236}">
                                <a16:creationId xmlns:a16="http://schemas.microsoft.com/office/drawing/2014/main" id="{03FF539D-70C8-3ABB-8A95-E6F33F9D38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68" name="Rectangle 667">
                            <a:extLst>
                              <a:ext uri="{FF2B5EF4-FFF2-40B4-BE49-F238E27FC236}">
                                <a16:creationId xmlns:a16="http://schemas.microsoft.com/office/drawing/2014/main" id="{6AE36FBB-E538-266D-E19D-931A5A53AE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69" name="Rectangle 668">
                            <a:extLst>
                              <a:ext uri="{FF2B5EF4-FFF2-40B4-BE49-F238E27FC236}">
                                <a16:creationId xmlns:a16="http://schemas.microsoft.com/office/drawing/2014/main" id="{738F7CA9-E68E-2D05-5129-2A5D5B6330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70" name="Rectangle 669">
                            <a:extLst>
                              <a:ext uri="{FF2B5EF4-FFF2-40B4-BE49-F238E27FC236}">
                                <a16:creationId xmlns:a16="http://schemas.microsoft.com/office/drawing/2014/main" id="{62B766E4-4DCA-0D10-4FF3-F5FF4E54BBB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650" name="Group 649">
                          <a:extLst>
                            <a:ext uri="{FF2B5EF4-FFF2-40B4-BE49-F238E27FC236}">
                              <a16:creationId xmlns:a16="http://schemas.microsoft.com/office/drawing/2014/main" id="{0B285DBF-6F30-62F3-A768-D5501CCC7C6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651" name="Rectangle 650">
                            <a:extLst>
                              <a:ext uri="{FF2B5EF4-FFF2-40B4-BE49-F238E27FC236}">
                                <a16:creationId xmlns:a16="http://schemas.microsoft.com/office/drawing/2014/main" id="{7AB1F600-411B-2ED4-DB8D-736F9EC460A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52" name="Rectangle 651">
                            <a:extLst>
                              <a:ext uri="{FF2B5EF4-FFF2-40B4-BE49-F238E27FC236}">
                                <a16:creationId xmlns:a16="http://schemas.microsoft.com/office/drawing/2014/main" id="{D0115692-56D5-57B3-DD99-F9F140B7DB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53" name="Rectangle 652">
                            <a:extLst>
                              <a:ext uri="{FF2B5EF4-FFF2-40B4-BE49-F238E27FC236}">
                                <a16:creationId xmlns:a16="http://schemas.microsoft.com/office/drawing/2014/main" id="{F7A9B62E-C14F-6444-29FB-C8628E150D2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54" name="Rectangle 653">
                            <a:extLst>
                              <a:ext uri="{FF2B5EF4-FFF2-40B4-BE49-F238E27FC236}">
                                <a16:creationId xmlns:a16="http://schemas.microsoft.com/office/drawing/2014/main" id="{71B7A3C5-F437-DBBD-1A06-5ADC65F4024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55" name="Rectangle 654">
                            <a:extLst>
                              <a:ext uri="{FF2B5EF4-FFF2-40B4-BE49-F238E27FC236}">
                                <a16:creationId xmlns:a16="http://schemas.microsoft.com/office/drawing/2014/main" id="{FCF3A1A3-E4B4-6260-C01D-6BD82D2A8B3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56" name="Rectangle 655">
                            <a:extLst>
                              <a:ext uri="{FF2B5EF4-FFF2-40B4-BE49-F238E27FC236}">
                                <a16:creationId xmlns:a16="http://schemas.microsoft.com/office/drawing/2014/main" id="{6A6F9F00-6A4B-7DCE-6726-DA077988F6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57" name="Rectangle 656">
                            <a:extLst>
                              <a:ext uri="{FF2B5EF4-FFF2-40B4-BE49-F238E27FC236}">
                                <a16:creationId xmlns:a16="http://schemas.microsoft.com/office/drawing/2014/main" id="{C9E7CC88-7244-5825-D8E9-445688A1A7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58" name="Rectangle 657">
                            <a:extLst>
                              <a:ext uri="{FF2B5EF4-FFF2-40B4-BE49-F238E27FC236}">
                                <a16:creationId xmlns:a16="http://schemas.microsoft.com/office/drawing/2014/main" id="{5D53AF13-56DE-8531-507E-09A1057B99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59" name="Rectangle 658">
                            <a:extLst>
                              <a:ext uri="{FF2B5EF4-FFF2-40B4-BE49-F238E27FC236}">
                                <a16:creationId xmlns:a16="http://schemas.microsoft.com/office/drawing/2014/main" id="{47D2E188-64C3-1BF0-A1FA-47E3C89568D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60" name="Rectangle 659">
                            <a:extLst>
                              <a:ext uri="{FF2B5EF4-FFF2-40B4-BE49-F238E27FC236}">
                                <a16:creationId xmlns:a16="http://schemas.microsoft.com/office/drawing/2014/main" id="{E9D4752D-7767-C3A7-5700-6347274AFB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626" name="Group 625">
                        <a:extLst>
                          <a:ext uri="{FF2B5EF4-FFF2-40B4-BE49-F238E27FC236}">
                            <a16:creationId xmlns:a16="http://schemas.microsoft.com/office/drawing/2014/main" id="{3BF0FA13-911E-FBE1-2186-79B4215305D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627" name="Group 626">
                          <a:extLst>
                            <a:ext uri="{FF2B5EF4-FFF2-40B4-BE49-F238E27FC236}">
                              <a16:creationId xmlns:a16="http://schemas.microsoft.com/office/drawing/2014/main" id="{BCC54E76-8E88-A628-5867-F388EFBE904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639" name="Rectangle 638">
                            <a:extLst>
                              <a:ext uri="{FF2B5EF4-FFF2-40B4-BE49-F238E27FC236}">
                                <a16:creationId xmlns:a16="http://schemas.microsoft.com/office/drawing/2014/main" id="{19E352FC-806E-C91D-4F29-19C63D94A57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40" name="Rectangle 639">
                            <a:extLst>
                              <a:ext uri="{FF2B5EF4-FFF2-40B4-BE49-F238E27FC236}">
                                <a16:creationId xmlns:a16="http://schemas.microsoft.com/office/drawing/2014/main" id="{67C25DBA-9A52-EB67-34A2-332A1EE000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41" name="Rectangle 640">
                            <a:extLst>
                              <a:ext uri="{FF2B5EF4-FFF2-40B4-BE49-F238E27FC236}">
                                <a16:creationId xmlns:a16="http://schemas.microsoft.com/office/drawing/2014/main" id="{647127C4-E881-7716-8EA1-7298E13371A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42" name="Rectangle 641">
                            <a:extLst>
                              <a:ext uri="{FF2B5EF4-FFF2-40B4-BE49-F238E27FC236}">
                                <a16:creationId xmlns:a16="http://schemas.microsoft.com/office/drawing/2014/main" id="{8780F3EA-EED1-8E0B-511B-0EAC48EA8AA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43" name="Rectangle 642">
                            <a:extLst>
                              <a:ext uri="{FF2B5EF4-FFF2-40B4-BE49-F238E27FC236}">
                                <a16:creationId xmlns:a16="http://schemas.microsoft.com/office/drawing/2014/main" id="{CBEFBD79-983A-18AD-9CF3-F5870AB714A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44" name="Rectangle 643">
                            <a:extLst>
                              <a:ext uri="{FF2B5EF4-FFF2-40B4-BE49-F238E27FC236}">
                                <a16:creationId xmlns:a16="http://schemas.microsoft.com/office/drawing/2014/main" id="{E3099D71-3279-BC7A-03BD-1CA8A99622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45" name="Rectangle 644">
                            <a:extLst>
                              <a:ext uri="{FF2B5EF4-FFF2-40B4-BE49-F238E27FC236}">
                                <a16:creationId xmlns:a16="http://schemas.microsoft.com/office/drawing/2014/main" id="{22E216B6-33F6-553F-1255-D5C29B64CBE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46" name="Rectangle 645">
                            <a:extLst>
                              <a:ext uri="{FF2B5EF4-FFF2-40B4-BE49-F238E27FC236}">
                                <a16:creationId xmlns:a16="http://schemas.microsoft.com/office/drawing/2014/main" id="{77A2EC52-5FCE-0627-1C77-46FC5E5B5C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47" name="Rectangle 646">
                            <a:extLst>
                              <a:ext uri="{FF2B5EF4-FFF2-40B4-BE49-F238E27FC236}">
                                <a16:creationId xmlns:a16="http://schemas.microsoft.com/office/drawing/2014/main" id="{B0F9725F-50CE-1A8A-9667-1CE92AA071C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48" name="Rectangle 647">
                            <a:extLst>
                              <a:ext uri="{FF2B5EF4-FFF2-40B4-BE49-F238E27FC236}">
                                <a16:creationId xmlns:a16="http://schemas.microsoft.com/office/drawing/2014/main" id="{6E3854CA-B513-EBD0-89B3-A6448C1D9B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628" name="Group 627">
                          <a:extLst>
                            <a:ext uri="{FF2B5EF4-FFF2-40B4-BE49-F238E27FC236}">
                              <a16:creationId xmlns:a16="http://schemas.microsoft.com/office/drawing/2014/main" id="{23A6AF0D-CD9B-3D39-52DC-B2E247F87E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629" name="Rectangle 628">
                            <a:extLst>
                              <a:ext uri="{FF2B5EF4-FFF2-40B4-BE49-F238E27FC236}">
                                <a16:creationId xmlns:a16="http://schemas.microsoft.com/office/drawing/2014/main" id="{F76CEB1C-8108-A6EA-C82C-920C5C9B682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30" name="Rectangle 629">
                            <a:extLst>
                              <a:ext uri="{FF2B5EF4-FFF2-40B4-BE49-F238E27FC236}">
                                <a16:creationId xmlns:a16="http://schemas.microsoft.com/office/drawing/2014/main" id="{E93E1EDA-1714-7936-F315-2CD105B534C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31" name="Rectangle 630">
                            <a:extLst>
                              <a:ext uri="{FF2B5EF4-FFF2-40B4-BE49-F238E27FC236}">
                                <a16:creationId xmlns:a16="http://schemas.microsoft.com/office/drawing/2014/main" id="{7A71B4B6-DD06-C572-8716-AA1DDC2DF4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32" name="Rectangle 631">
                            <a:extLst>
                              <a:ext uri="{FF2B5EF4-FFF2-40B4-BE49-F238E27FC236}">
                                <a16:creationId xmlns:a16="http://schemas.microsoft.com/office/drawing/2014/main" id="{5D06244A-6D95-011F-9DD8-4306FCA284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33" name="Rectangle 632">
                            <a:extLst>
                              <a:ext uri="{FF2B5EF4-FFF2-40B4-BE49-F238E27FC236}">
                                <a16:creationId xmlns:a16="http://schemas.microsoft.com/office/drawing/2014/main" id="{1A7C45DE-815A-5288-2782-C28940DC07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34" name="Rectangle 633">
                            <a:extLst>
                              <a:ext uri="{FF2B5EF4-FFF2-40B4-BE49-F238E27FC236}">
                                <a16:creationId xmlns:a16="http://schemas.microsoft.com/office/drawing/2014/main" id="{32FDE1B0-1AD0-0BED-B877-C6C811B5518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35" name="Rectangle 634">
                            <a:extLst>
                              <a:ext uri="{FF2B5EF4-FFF2-40B4-BE49-F238E27FC236}">
                                <a16:creationId xmlns:a16="http://schemas.microsoft.com/office/drawing/2014/main" id="{71E8B7B6-6BCB-0457-91F2-D5264D2683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36" name="Rectangle 635">
                            <a:extLst>
                              <a:ext uri="{FF2B5EF4-FFF2-40B4-BE49-F238E27FC236}">
                                <a16:creationId xmlns:a16="http://schemas.microsoft.com/office/drawing/2014/main" id="{D3EB2C8E-9A45-1E56-FD74-8DD47E118BF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37" name="Rectangle 636">
                            <a:extLst>
                              <a:ext uri="{FF2B5EF4-FFF2-40B4-BE49-F238E27FC236}">
                                <a16:creationId xmlns:a16="http://schemas.microsoft.com/office/drawing/2014/main" id="{DA708BAE-8779-7D87-311A-0E9ACBC710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38" name="Rectangle 637">
                            <a:extLst>
                              <a:ext uri="{FF2B5EF4-FFF2-40B4-BE49-F238E27FC236}">
                                <a16:creationId xmlns:a16="http://schemas.microsoft.com/office/drawing/2014/main" id="{7504F593-70DE-189E-FF43-EE382355B58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672" name="Group 671">
                    <a:extLst>
                      <a:ext uri="{FF2B5EF4-FFF2-40B4-BE49-F238E27FC236}">
                        <a16:creationId xmlns:a16="http://schemas.microsoft.com/office/drawing/2014/main" id="{EFF6D263-A5D8-9233-5AF7-5119ED725B20}"/>
                      </a:ext>
                    </a:extLst>
                  </p:cNvPr>
                  <p:cNvGrpSpPr/>
                  <p:nvPr/>
                </p:nvGrpSpPr>
                <p:grpSpPr>
                  <a:xfrm>
                    <a:off x="4917155" y="312096"/>
                    <a:ext cx="3998277" cy="345202"/>
                    <a:chOff x="921102" y="312096"/>
                    <a:chExt cx="3998277" cy="345202"/>
                  </a:xfrm>
                </p:grpSpPr>
                <p:grpSp>
                  <p:nvGrpSpPr>
                    <p:cNvPr id="673" name="Group 672">
                      <a:extLst>
                        <a:ext uri="{FF2B5EF4-FFF2-40B4-BE49-F238E27FC236}">
                          <a16:creationId xmlns:a16="http://schemas.microsoft.com/office/drawing/2014/main" id="{A2CB8A94-6D61-3FDB-A5DF-DEE0862947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2001831" cy="345202"/>
                      <a:chOff x="921102" y="312096"/>
                      <a:chExt cx="2001831" cy="345202"/>
                    </a:xfrm>
                  </p:grpSpPr>
                  <p:grpSp>
                    <p:nvGrpSpPr>
                      <p:cNvPr id="721" name="Group 720">
                        <a:extLst>
                          <a:ext uri="{FF2B5EF4-FFF2-40B4-BE49-F238E27FC236}">
                            <a16:creationId xmlns:a16="http://schemas.microsoft.com/office/drawing/2014/main" id="{1AA6C8C9-1D03-E362-8361-0E22D89AB44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999157" cy="345202"/>
                        <a:chOff x="921102" y="312096"/>
                        <a:chExt cx="999157" cy="345202"/>
                      </a:xfrm>
                    </p:grpSpPr>
                    <p:grpSp>
                      <p:nvGrpSpPr>
                        <p:cNvPr id="745" name="Group 744">
                          <a:extLst>
                            <a:ext uri="{FF2B5EF4-FFF2-40B4-BE49-F238E27FC236}">
                              <a16:creationId xmlns:a16="http://schemas.microsoft.com/office/drawing/2014/main" id="{162784D2-E17B-95E7-B8D8-4686E48E30B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490994" cy="345202"/>
                          <a:chOff x="807993" y="409074"/>
                          <a:chExt cx="43352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57" name="Rectangle 756">
                            <a:extLst>
                              <a:ext uri="{FF2B5EF4-FFF2-40B4-BE49-F238E27FC236}">
                                <a16:creationId xmlns:a16="http://schemas.microsoft.com/office/drawing/2014/main" id="{437CEEB8-2046-315C-EC55-234B258FA5A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58" name="Rectangle 757">
                            <a:extLst>
                              <a:ext uri="{FF2B5EF4-FFF2-40B4-BE49-F238E27FC236}">
                                <a16:creationId xmlns:a16="http://schemas.microsoft.com/office/drawing/2014/main" id="{511C4935-F598-CB44-2B51-77A3C30E40C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59" name="Rectangle 758">
                            <a:extLst>
                              <a:ext uri="{FF2B5EF4-FFF2-40B4-BE49-F238E27FC236}">
                                <a16:creationId xmlns:a16="http://schemas.microsoft.com/office/drawing/2014/main" id="{09A8BA3F-6C41-33BD-D751-0637B01BBD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60" name="Rectangle 759">
                            <a:extLst>
                              <a:ext uri="{FF2B5EF4-FFF2-40B4-BE49-F238E27FC236}">
                                <a16:creationId xmlns:a16="http://schemas.microsoft.com/office/drawing/2014/main" id="{271EB280-F5DD-63A0-8665-05D615E063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61" name="Rectangle 760">
                            <a:extLst>
                              <a:ext uri="{FF2B5EF4-FFF2-40B4-BE49-F238E27FC236}">
                                <a16:creationId xmlns:a16="http://schemas.microsoft.com/office/drawing/2014/main" id="{06E8431F-15DD-72EA-753E-0021A9BCAE4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62" name="Rectangle 761">
                            <a:extLst>
                              <a:ext uri="{FF2B5EF4-FFF2-40B4-BE49-F238E27FC236}">
                                <a16:creationId xmlns:a16="http://schemas.microsoft.com/office/drawing/2014/main" id="{0B2EA351-510A-6F6F-AE42-45F01F5F2A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63" name="Rectangle 762">
                            <a:extLst>
                              <a:ext uri="{FF2B5EF4-FFF2-40B4-BE49-F238E27FC236}">
                                <a16:creationId xmlns:a16="http://schemas.microsoft.com/office/drawing/2014/main" id="{53D478CB-0327-DF57-0571-BFCFDE8E52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64" name="Rectangle 763">
                            <a:extLst>
                              <a:ext uri="{FF2B5EF4-FFF2-40B4-BE49-F238E27FC236}">
                                <a16:creationId xmlns:a16="http://schemas.microsoft.com/office/drawing/2014/main" id="{ACD279E5-D2A1-C270-0375-9D0E1051D8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227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65" name="Rectangle 764">
                            <a:extLst>
                              <a:ext uri="{FF2B5EF4-FFF2-40B4-BE49-F238E27FC236}">
                                <a16:creationId xmlns:a16="http://schemas.microsoft.com/office/drawing/2014/main" id="{6A93AC42-73F3-C627-A423-1BBC862F8FD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5679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66" name="Rectangle 765">
                            <a:extLst>
                              <a:ext uri="{FF2B5EF4-FFF2-40B4-BE49-F238E27FC236}">
                                <a16:creationId xmlns:a16="http://schemas.microsoft.com/office/drawing/2014/main" id="{B4A13B50-FC7B-00BE-3AE4-167D2C388D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9580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746" name="Group 745">
                          <a:extLst>
                            <a:ext uri="{FF2B5EF4-FFF2-40B4-BE49-F238E27FC236}">
                              <a16:creationId xmlns:a16="http://schemas.microsoft.com/office/drawing/2014/main" id="{670FB39C-87D3-6240-233E-885051B5375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47" name="Rectangle 746">
                            <a:extLst>
                              <a:ext uri="{FF2B5EF4-FFF2-40B4-BE49-F238E27FC236}">
                                <a16:creationId xmlns:a16="http://schemas.microsoft.com/office/drawing/2014/main" id="{203CDEB6-50AE-F91F-B951-9B905DE3A4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48" name="Rectangle 747">
                            <a:extLst>
                              <a:ext uri="{FF2B5EF4-FFF2-40B4-BE49-F238E27FC236}">
                                <a16:creationId xmlns:a16="http://schemas.microsoft.com/office/drawing/2014/main" id="{21474189-AB58-9171-35AD-3ED5B38FFB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49" name="Rectangle 748">
                            <a:extLst>
                              <a:ext uri="{FF2B5EF4-FFF2-40B4-BE49-F238E27FC236}">
                                <a16:creationId xmlns:a16="http://schemas.microsoft.com/office/drawing/2014/main" id="{1DCD6417-AC66-FA13-F5DE-7C5CB5B056C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50" name="Rectangle 749">
                            <a:extLst>
                              <a:ext uri="{FF2B5EF4-FFF2-40B4-BE49-F238E27FC236}">
                                <a16:creationId xmlns:a16="http://schemas.microsoft.com/office/drawing/2014/main" id="{EBBC559D-B1E3-87D1-A7C5-0BE0443221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51" name="Rectangle 750">
                            <a:extLst>
                              <a:ext uri="{FF2B5EF4-FFF2-40B4-BE49-F238E27FC236}">
                                <a16:creationId xmlns:a16="http://schemas.microsoft.com/office/drawing/2014/main" id="{37D61DB9-1246-D597-44A1-4C670B9D6D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52" name="Rectangle 751">
                            <a:extLst>
                              <a:ext uri="{FF2B5EF4-FFF2-40B4-BE49-F238E27FC236}">
                                <a16:creationId xmlns:a16="http://schemas.microsoft.com/office/drawing/2014/main" id="{61935E93-4AB8-1882-8C05-77A6AA356C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53" name="Rectangle 752">
                            <a:extLst>
                              <a:ext uri="{FF2B5EF4-FFF2-40B4-BE49-F238E27FC236}">
                                <a16:creationId xmlns:a16="http://schemas.microsoft.com/office/drawing/2014/main" id="{16A21676-2009-5CF9-93AB-618B327848D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54" name="Rectangle 753">
                            <a:extLst>
                              <a:ext uri="{FF2B5EF4-FFF2-40B4-BE49-F238E27FC236}">
                                <a16:creationId xmlns:a16="http://schemas.microsoft.com/office/drawing/2014/main" id="{7F85F3C4-4A0C-4DDC-C7CC-7358BFAFED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55" name="Rectangle 754">
                            <a:extLst>
                              <a:ext uri="{FF2B5EF4-FFF2-40B4-BE49-F238E27FC236}">
                                <a16:creationId xmlns:a16="http://schemas.microsoft.com/office/drawing/2014/main" id="{A823D28E-33C3-B9A1-D3EA-2C4B3E76E3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56" name="Rectangle 755">
                            <a:extLst>
                              <a:ext uri="{FF2B5EF4-FFF2-40B4-BE49-F238E27FC236}">
                                <a16:creationId xmlns:a16="http://schemas.microsoft.com/office/drawing/2014/main" id="{A95B39D8-CEB3-28D2-725C-83509551E11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722" name="Group 721">
                        <a:extLst>
                          <a:ext uri="{FF2B5EF4-FFF2-40B4-BE49-F238E27FC236}">
                            <a16:creationId xmlns:a16="http://schemas.microsoft.com/office/drawing/2014/main" id="{34227C40-0C1E-24E7-074E-14F3C807430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723" name="Group 722">
                          <a:extLst>
                            <a:ext uri="{FF2B5EF4-FFF2-40B4-BE49-F238E27FC236}">
                              <a16:creationId xmlns:a16="http://schemas.microsoft.com/office/drawing/2014/main" id="{308C883B-A5CB-8709-F909-FD6D6E241F9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35" name="Rectangle 734">
                            <a:extLst>
                              <a:ext uri="{FF2B5EF4-FFF2-40B4-BE49-F238E27FC236}">
                                <a16:creationId xmlns:a16="http://schemas.microsoft.com/office/drawing/2014/main" id="{2E3E72B9-C8BA-BAA5-1AC9-868745A305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36" name="Rectangle 735">
                            <a:extLst>
                              <a:ext uri="{FF2B5EF4-FFF2-40B4-BE49-F238E27FC236}">
                                <a16:creationId xmlns:a16="http://schemas.microsoft.com/office/drawing/2014/main" id="{F9B3C592-8CDB-BEC4-D281-8BA044B119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37" name="Rectangle 736">
                            <a:extLst>
                              <a:ext uri="{FF2B5EF4-FFF2-40B4-BE49-F238E27FC236}">
                                <a16:creationId xmlns:a16="http://schemas.microsoft.com/office/drawing/2014/main" id="{3CFE07C3-764D-A2DA-B158-F9814BA103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38" name="Rectangle 737">
                            <a:extLst>
                              <a:ext uri="{FF2B5EF4-FFF2-40B4-BE49-F238E27FC236}">
                                <a16:creationId xmlns:a16="http://schemas.microsoft.com/office/drawing/2014/main" id="{6A9DC2C7-A782-746D-A366-85EF91699E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39" name="Rectangle 738">
                            <a:extLst>
                              <a:ext uri="{FF2B5EF4-FFF2-40B4-BE49-F238E27FC236}">
                                <a16:creationId xmlns:a16="http://schemas.microsoft.com/office/drawing/2014/main" id="{8924328C-1A46-B063-959D-BA76B83BFB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40" name="Rectangle 739">
                            <a:extLst>
                              <a:ext uri="{FF2B5EF4-FFF2-40B4-BE49-F238E27FC236}">
                                <a16:creationId xmlns:a16="http://schemas.microsoft.com/office/drawing/2014/main" id="{AF9D6E08-921D-4CB1-6E4C-F4DD727E4A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41" name="Rectangle 740">
                            <a:extLst>
                              <a:ext uri="{FF2B5EF4-FFF2-40B4-BE49-F238E27FC236}">
                                <a16:creationId xmlns:a16="http://schemas.microsoft.com/office/drawing/2014/main" id="{D41FB4A2-DE76-0F1E-B38E-A13B9F2BC04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42" name="Rectangle 741">
                            <a:extLst>
                              <a:ext uri="{FF2B5EF4-FFF2-40B4-BE49-F238E27FC236}">
                                <a16:creationId xmlns:a16="http://schemas.microsoft.com/office/drawing/2014/main" id="{2BAB78B3-80F5-F04B-D406-C3E5E23BF7F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43" name="Rectangle 742">
                            <a:extLst>
                              <a:ext uri="{FF2B5EF4-FFF2-40B4-BE49-F238E27FC236}">
                                <a16:creationId xmlns:a16="http://schemas.microsoft.com/office/drawing/2014/main" id="{B3CE92A0-9306-3AB5-3063-54B4CF82F8B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44" name="Rectangle 743">
                            <a:extLst>
                              <a:ext uri="{FF2B5EF4-FFF2-40B4-BE49-F238E27FC236}">
                                <a16:creationId xmlns:a16="http://schemas.microsoft.com/office/drawing/2014/main" id="{AD2ED8A4-9AF9-166C-06E9-DA0BA0EAC9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724" name="Group 723">
                          <a:extLst>
                            <a:ext uri="{FF2B5EF4-FFF2-40B4-BE49-F238E27FC236}">
                              <a16:creationId xmlns:a16="http://schemas.microsoft.com/office/drawing/2014/main" id="{32B27BE3-0FBA-5F7F-167D-7292C9AFE2D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25" name="Rectangle 724">
                            <a:extLst>
                              <a:ext uri="{FF2B5EF4-FFF2-40B4-BE49-F238E27FC236}">
                                <a16:creationId xmlns:a16="http://schemas.microsoft.com/office/drawing/2014/main" id="{C99FE993-E24B-0743-F359-47687CA42E6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26" name="Rectangle 725">
                            <a:extLst>
                              <a:ext uri="{FF2B5EF4-FFF2-40B4-BE49-F238E27FC236}">
                                <a16:creationId xmlns:a16="http://schemas.microsoft.com/office/drawing/2014/main" id="{97CEC1A3-B1B3-421D-F56C-4352F72A1A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27" name="Rectangle 726">
                            <a:extLst>
                              <a:ext uri="{FF2B5EF4-FFF2-40B4-BE49-F238E27FC236}">
                                <a16:creationId xmlns:a16="http://schemas.microsoft.com/office/drawing/2014/main" id="{70A67E01-7246-E755-783E-BE1BD1FBD3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28" name="Rectangle 727">
                            <a:extLst>
                              <a:ext uri="{FF2B5EF4-FFF2-40B4-BE49-F238E27FC236}">
                                <a16:creationId xmlns:a16="http://schemas.microsoft.com/office/drawing/2014/main" id="{64C842E4-D291-ECAF-2F51-3A919C1A90B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29" name="Rectangle 728">
                            <a:extLst>
                              <a:ext uri="{FF2B5EF4-FFF2-40B4-BE49-F238E27FC236}">
                                <a16:creationId xmlns:a16="http://schemas.microsoft.com/office/drawing/2014/main" id="{2D8024D8-0C55-EE59-429B-63AE62387B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30" name="Rectangle 729">
                            <a:extLst>
                              <a:ext uri="{FF2B5EF4-FFF2-40B4-BE49-F238E27FC236}">
                                <a16:creationId xmlns:a16="http://schemas.microsoft.com/office/drawing/2014/main" id="{CC72BF53-DF0D-A166-DECF-7C83D39B01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31" name="Rectangle 730">
                            <a:extLst>
                              <a:ext uri="{FF2B5EF4-FFF2-40B4-BE49-F238E27FC236}">
                                <a16:creationId xmlns:a16="http://schemas.microsoft.com/office/drawing/2014/main" id="{BCB6AB09-7B5F-87E9-3395-83C752ECA8C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32" name="Rectangle 731">
                            <a:extLst>
                              <a:ext uri="{FF2B5EF4-FFF2-40B4-BE49-F238E27FC236}">
                                <a16:creationId xmlns:a16="http://schemas.microsoft.com/office/drawing/2014/main" id="{DBC89395-76D7-7602-38E6-BFC124861C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33" name="Rectangle 732">
                            <a:extLst>
                              <a:ext uri="{FF2B5EF4-FFF2-40B4-BE49-F238E27FC236}">
                                <a16:creationId xmlns:a16="http://schemas.microsoft.com/office/drawing/2014/main" id="{6862BC5D-E1B3-4563-4A41-A19400E767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34" name="Rectangle 733">
                            <a:extLst>
                              <a:ext uri="{FF2B5EF4-FFF2-40B4-BE49-F238E27FC236}">
                                <a16:creationId xmlns:a16="http://schemas.microsoft.com/office/drawing/2014/main" id="{2021E22B-BC20-0459-7262-015306BA05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674" name="Group 673">
                      <a:extLst>
                        <a:ext uri="{FF2B5EF4-FFF2-40B4-BE49-F238E27FC236}">
                          <a16:creationId xmlns:a16="http://schemas.microsoft.com/office/drawing/2014/main" id="{B0C72F1C-1C81-4763-3267-625E3F425CF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675" name="Group 674">
                        <a:extLst>
                          <a:ext uri="{FF2B5EF4-FFF2-40B4-BE49-F238E27FC236}">
                            <a16:creationId xmlns:a16="http://schemas.microsoft.com/office/drawing/2014/main" id="{F4FB4E5A-C026-E090-20F7-2C2E07BD21D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699" name="Group 698">
                          <a:extLst>
                            <a:ext uri="{FF2B5EF4-FFF2-40B4-BE49-F238E27FC236}">
                              <a16:creationId xmlns:a16="http://schemas.microsoft.com/office/drawing/2014/main" id="{166065EB-A379-A913-095F-5428657154A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11" name="Rectangle 710">
                            <a:extLst>
                              <a:ext uri="{FF2B5EF4-FFF2-40B4-BE49-F238E27FC236}">
                                <a16:creationId xmlns:a16="http://schemas.microsoft.com/office/drawing/2014/main" id="{77B53CA4-619C-41B7-75D2-B6689426370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12" name="Rectangle 711">
                            <a:extLst>
                              <a:ext uri="{FF2B5EF4-FFF2-40B4-BE49-F238E27FC236}">
                                <a16:creationId xmlns:a16="http://schemas.microsoft.com/office/drawing/2014/main" id="{F13A83B3-320C-0AA8-58D3-9E518750E2D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13" name="Rectangle 712">
                            <a:extLst>
                              <a:ext uri="{FF2B5EF4-FFF2-40B4-BE49-F238E27FC236}">
                                <a16:creationId xmlns:a16="http://schemas.microsoft.com/office/drawing/2014/main" id="{1E00F2F2-3E32-F799-397A-3E49A8834B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14" name="Rectangle 713">
                            <a:extLst>
                              <a:ext uri="{FF2B5EF4-FFF2-40B4-BE49-F238E27FC236}">
                                <a16:creationId xmlns:a16="http://schemas.microsoft.com/office/drawing/2014/main" id="{AB455D3B-E6F5-3B09-B61B-3BF39D52D8B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15" name="Rectangle 714">
                            <a:extLst>
                              <a:ext uri="{FF2B5EF4-FFF2-40B4-BE49-F238E27FC236}">
                                <a16:creationId xmlns:a16="http://schemas.microsoft.com/office/drawing/2014/main" id="{4445CF6A-1F01-4628-3AF2-7B6E2EAC13A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16" name="Rectangle 715">
                            <a:extLst>
                              <a:ext uri="{FF2B5EF4-FFF2-40B4-BE49-F238E27FC236}">
                                <a16:creationId xmlns:a16="http://schemas.microsoft.com/office/drawing/2014/main" id="{36A7F3F2-EDCD-CA46-EB0C-81947D31229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17" name="Rectangle 716">
                            <a:extLst>
                              <a:ext uri="{FF2B5EF4-FFF2-40B4-BE49-F238E27FC236}">
                                <a16:creationId xmlns:a16="http://schemas.microsoft.com/office/drawing/2014/main" id="{C3FD57FB-4DB4-3259-3853-67ABC8E492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18" name="Rectangle 717">
                            <a:extLst>
                              <a:ext uri="{FF2B5EF4-FFF2-40B4-BE49-F238E27FC236}">
                                <a16:creationId xmlns:a16="http://schemas.microsoft.com/office/drawing/2014/main" id="{26CEEDA3-91F1-C354-39E5-FA31379FD0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19" name="Rectangle 718">
                            <a:extLst>
                              <a:ext uri="{FF2B5EF4-FFF2-40B4-BE49-F238E27FC236}">
                                <a16:creationId xmlns:a16="http://schemas.microsoft.com/office/drawing/2014/main" id="{6844CC3F-FD4F-80EC-FC76-E8D6E8DE100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20" name="Rectangle 719">
                            <a:extLst>
                              <a:ext uri="{FF2B5EF4-FFF2-40B4-BE49-F238E27FC236}">
                                <a16:creationId xmlns:a16="http://schemas.microsoft.com/office/drawing/2014/main" id="{4F8B0A7C-6542-4126-1A38-DEF7207D03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700" name="Group 699">
                          <a:extLst>
                            <a:ext uri="{FF2B5EF4-FFF2-40B4-BE49-F238E27FC236}">
                              <a16:creationId xmlns:a16="http://schemas.microsoft.com/office/drawing/2014/main" id="{94ED7B8B-E61C-E7BE-C069-3A8BD9350A8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01" name="Rectangle 700">
                            <a:extLst>
                              <a:ext uri="{FF2B5EF4-FFF2-40B4-BE49-F238E27FC236}">
                                <a16:creationId xmlns:a16="http://schemas.microsoft.com/office/drawing/2014/main" id="{59499A6D-0717-40F0-65B0-F6EE9ADDDC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02" name="Rectangle 701">
                            <a:extLst>
                              <a:ext uri="{FF2B5EF4-FFF2-40B4-BE49-F238E27FC236}">
                                <a16:creationId xmlns:a16="http://schemas.microsoft.com/office/drawing/2014/main" id="{80C6E259-633A-5644-8640-F7EEB2AA2D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03" name="Rectangle 702">
                            <a:extLst>
                              <a:ext uri="{FF2B5EF4-FFF2-40B4-BE49-F238E27FC236}">
                                <a16:creationId xmlns:a16="http://schemas.microsoft.com/office/drawing/2014/main" id="{B21AABDA-B47A-940C-F326-84ED7E66E92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04" name="Rectangle 703">
                            <a:extLst>
                              <a:ext uri="{FF2B5EF4-FFF2-40B4-BE49-F238E27FC236}">
                                <a16:creationId xmlns:a16="http://schemas.microsoft.com/office/drawing/2014/main" id="{5CA9102B-57D1-3F52-DD64-519BCC110C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05" name="Rectangle 704">
                            <a:extLst>
                              <a:ext uri="{FF2B5EF4-FFF2-40B4-BE49-F238E27FC236}">
                                <a16:creationId xmlns:a16="http://schemas.microsoft.com/office/drawing/2014/main" id="{79E961AA-92B9-BD6A-228E-AE6FD55565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06" name="Rectangle 705">
                            <a:extLst>
                              <a:ext uri="{FF2B5EF4-FFF2-40B4-BE49-F238E27FC236}">
                                <a16:creationId xmlns:a16="http://schemas.microsoft.com/office/drawing/2014/main" id="{569D4DAE-7ACB-3C87-9750-420C59C846F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07" name="Rectangle 706">
                            <a:extLst>
                              <a:ext uri="{FF2B5EF4-FFF2-40B4-BE49-F238E27FC236}">
                                <a16:creationId xmlns:a16="http://schemas.microsoft.com/office/drawing/2014/main" id="{395E1212-D651-A157-99C9-0481E21193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08" name="Rectangle 707">
                            <a:extLst>
                              <a:ext uri="{FF2B5EF4-FFF2-40B4-BE49-F238E27FC236}">
                                <a16:creationId xmlns:a16="http://schemas.microsoft.com/office/drawing/2014/main" id="{6CC9A8CA-A39D-D993-2D6C-B7DA43D770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09" name="Rectangle 708">
                            <a:extLst>
                              <a:ext uri="{FF2B5EF4-FFF2-40B4-BE49-F238E27FC236}">
                                <a16:creationId xmlns:a16="http://schemas.microsoft.com/office/drawing/2014/main" id="{97D44626-7D6D-B84F-7CE4-C8F7DA8FE1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10" name="Rectangle 709">
                            <a:extLst>
                              <a:ext uri="{FF2B5EF4-FFF2-40B4-BE49-F238E27FC236}">
                                <a16:creationId xmlns:a16="http://schemas.microsoft.com/office/drawing/2014/main" id="{ECE12B0E-3127-37D7-9913-751E3539DB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676" name="Group 675">
                        <a:extLst>
                          <a:ext uri="{FF2B5EF4-FFF2-40B4-BE49-F238E27FC236}">
                            <a16:creationId xmlns:a16="http://schemas.microsoft.com/office/drawing/2014/main" id="{C0D6D242-61C3-D35E-A757-02CF629796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677" name="Group 676">
                          <a:extLst>
                            <a:ext uri="{FF2B5EF4-FFF2-40B4-BE49-F238E27FC236}">
                              <a16:creationId xmlns:a16="http://schemas.microsoft.com/office/drawing/2014/main" id="{3F7CB464-8FE4-E679-E3BC-6381FCE808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689" name="Rectangle 688">
                            <a:extLst>
                              <a:ext uri="{FF2B5EF4-FFF2-40B4-BE49-F238E27FC236}">
                                <a16:creationId xmlns:a16="http://schemas.microsoft.com/office/drawing/2014/main" id="{B87E0B62-D74F-1362-F7D6-A65FD62431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90" name="Rectangle 689">
                            <a:extLst>
                              <a:ext uri="{FF2B5EF4-FFF2-40B4-BE49-F238E27FC236}">
                                <a16:creationId xmlns:a16="http://schemas.microsoft.com/office/drawing/2014/main" id="{DBA8D52B-8533-B5C4-2504-B3D22105245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91" name="Rectangle 690">
                            <a:extLst>
                              <a:ext uri="{FF2B5EF4-FFF2-40B4-BE49-F238E27FC236}">
                                <a16:creationId xmlns:a16="http://schemas.microsoft.com/office/drawing/2014/main" id="{6B836A76-C47E-0D4A-8736-2B5DCEC78B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92" name="Rectangle 691">
                            <a:extLst>
                              <a:ext uri="{FF2B5EF4-FFF2-40B4-BE49-F238E27FC236}">
                                <a16:creationId xmlns:a16="http://schemas.microsoft.com/office/drawing/2014/main" id="{3B3E73C4-1296-60CF-3EFA-3B77C1C03A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93" name="Rectangle 692">
                            <a:extLst>
                              <a:ext uri="{FF2B5EF4-FFF2-40B4-BE49-F238E27FC236}">
                                <a16:creationId xmlns:a16="http://schemas.microsoft.com/office/drawing/2014/main" id="{724930E1-4F43-A671-6977-9A3405AA29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94" name="Rectangle 693">
                            <a:extLst>
                              <a:ext uri="{FF2B5EF4-FFF2-40B4-BE49-F238E27FC236}">
                                <a16:creationId xmlns:a16="http://schemas.microsoft.com/office/drawing/2014/main" id="{60EAE71C-622E-D596-085E-4DA95BC1542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95" name="Rectangle 694">
                            <a:extLst>
                              <a:ext uri="{FF2B5EF4-FFF2-40B4-BE49-F238E27FC236}">
                                <a16:creationId xmlns:a16="http://schemas.microsoft.com/office/drawing/2014/main" id="{D90DB6B1-F980-3D6C-1C3A-93AD4D8C657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96" name="Rectangle 695">
                            <a:extLst>
                              <a:ext uri="{FF2B5EF4-FFF2-40B4-BE49-F238E27FC236}">
                                <a16:creationId xmlns:a16="http://schemas.microsoft.com/office/drawing/2014/main" id="{E06E4B45-882F-FC69-8AC1-4CEDCF34CAB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97" name="Rectangle 696">
                            <a:extLst>
                              <a:ext uri="{FF2B5EF4-FFF2-40B4-BE49-F238E27FC236}">
                                <a16:creationId xmlns:a16="http://schemas.microsoft.com/office/drawing/2014/main" id="{F15B6299-17F9-3D74-B8FC-64C7B39499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98" name="Rectangle 697">
                            <a:extLst>
                              <a:ext uri="{FF2B5EF4-FFF2-40B4-BE49-F238E27FC236}">
                                <a16:creationId xmlns:a16="http://schemas.microsoft.com/office/drawing/2014/main" id="{36633F3A-C729-E365-124B-3DFF8CFF30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678" name="Group 677">
                          <a:extLst>
                            <a:ext uri="{FF2B5EF4-FFF2-40B4-BE49-F238E27FC236}">
                              <a16:creationId xmlns:a16="http://schemas.microsoft.com/office/drawing/2014/main" id="{E599F85F-3808-81AE-8F55-B7AF7A5035F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679" name="Rectangle 678">
                            <a:extLst>
                              <a:ext uri="{FF2B5EF4-FFF2-40B4-BE49-F238E27FC236}">
                                <a16:creationId xmlns:a16="http://schemas.microsoft.com/office/drawing/2014/main" id="{57936D60-1515-A8F8-969B-11C10A54C81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80" name="Rectangle 679">
                            <a:extLst>
                              <a:ext uri="{FF2B5EF4-FFF2-40B4-BE49-F238E27FC236}">
                                <a16:creationId xmlns:a16="http://schemas.microsoft.com/office/drawing/2014/main" id="{F06A670E-17C9-C2F9-ADC1-536D95B849F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81" name="Rectangle 680">
                            <a:extLst>
                              <a:ext uri="{FF2B5EF4-FFF2-40B4-BE49-F238E27FC236}">
                                <a16:creationId xmlns:a16="http://schemas.microsoft.com/office/drawing/2014/main" id="{03409D37-FFE1-38F3-0274-8FC2BBE28F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82" name="Rectangle 681">
                            <a:extLst>
                              <a:ext uri="{FF2B5EF4-FFF2-40B4-BE49-F238E27FC236}">
                                <a16:creationId xmlns:a16="http://schemas.microsoft.com/office/drawing/2014/main" id="{0877F99B-D818-1A4F-B8BE-6544767A4D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83" name="Rectangle 682">
                            <a:extLst>
                              <a:ext uri="{FF2B5EF4-FFF2-40B4-BE49-F238E27FC236}">
                                <a16:creationId xmlns:a16="http://schemas.microsoft.com/office/drawing/2014/main" id="{F85D7ADD-E0EB-614F-A35B-7437D4DC21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84" name="Rectangle 683">
                            <a:extLst>
                              <a:ext uri="{FF2B5EF4-FFF2-40B4-BE49-F238E27FC236}">
                                <a16:creationId xmlns:a16="http://schemas.microsoft.com/office/drawing/2014/main" id="{5DE1D10A-4A38-14A0-54C7-03382B7425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85" name="Rectangle 684">
                            <a:extLst>
                              <a:ext uri="{FF2B5EF4-FFF2-40B4-BE49-F238E27FC236}">
                                <a16:creationId xmlns:a16="http://schemas.microsoft.com/office/drawing/2014/main" id="{26FE7527-4C2B-95E5-EEBD-3658537CE1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86" name="Rectangle 685">
                            <a:extLst>
                              <a:ext uri="{FF2B5EF4-FFF2-40B4-BE49-F238E27FC236}">
                                <a16:creationId xmlns:a16="http://schemas.microsoft.com/office/drawing/2014/main" id="{A2CE813E-865C-7C5A-FC1D-23EAEA46DCC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87" name="Rectangle 686">
                            <a:extLst>
                              <a:ext uri="{FF2B5EF4-FFF2-40B4-BE49-F238E27FC236}">
                                <a16:creationId xmlns:a16="http://schemas.microsoft.com/office/drawing/2014/main" id="{B023893D-8FFC-1FA6-18D7-3C11FCB1EF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688" name="Rectangle 687">
                            <a:extLst>
                              <a:ext uri="{FF2B5EF4-FFF2-40B4-BE49-F238E27FC236}">
                                <a16:creationId xmlns:a16="http://schemas.microsoft.com/office/drawing/2014/main" id="{D54B4C4B-8A49-69AF-C689-D0044574C6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777" name="Group 776">
                <a:extLst>
                  <a:ext uri="{FF2B5EF4-FFF2-40B4-BE49-F238E27FC236}">
                    <a16:creationId xmlns:a16="http://schemas.microsoft.com/office/drawing/2014/main" id="{7222642C-CD74-7B7A-EB08-662D817B10E2}"/>
                  </a:ext>
                </a:extLst>
              </p:cNvPr>
              <p:cNvGrpSpPr/>
              <p:nvPr/>
            </p:nvGrpSpPr>
            <p:grpSpPr>
              <a:xfrm>
                <a:off x="10331373" y="2362590"/>
                <a:ext cx="2001831" cy="345202"/>
                <a:chOff x="921102" y="312096"/>
                <a:chExt cx="2001831" cy="345202"/>
              </a:xfrm>
              <a:solidFill>
                <a:schemeClr val="bg2"/>
              </a:solidFill>
            </p:grpSpPr>
            <p:grpSp>
              <p:nvGrpSpPr>
                <p:cNvPr id="825" name="Group 824">
                  <a:extLst>
                    <a:ext uri="{FF2B5EF4-FFF2-40B4-BE49-F238E27FC236}">
                      <a16:creationId xmlns:a16="http://schemas.microsoft.com/office/drawing/2014/main" id="{35551AE9-94A2-DEA0-71C3-3E58835E3D05}"/>
                    </a:ext>
                  </a:extLst>
                </p:cNvPr>
                <p:cNvGrpSpPr/>
                <p:nvPr/>
              </p:nvGrpSpPr>
              <p:grpSpPr>
                <a:xfrm>
                  <a:off x="921102" y="312096"/>
                  <a:ext cx="999157" cy="345202"/>
                  <a:chOff x="921102" y="312096"/>
                  <a:chExt cx="999157" cy="345202"/>
                </a:xfrm>
                <a:grpFill/>
              </p:grpSpPr>
              <p:grpSp>
                <p:nvGrpSpPr>
                  <p:cNvPr id="849" name="Group 848">
                    <a:extLst>
                      <a:ext uri="{FF2B5EF4-FFF2-40B4-BE49-F238E27FC236}">
                        <a16:creationId xmlns:a16="http://schemas.microsoft.com/office/drawing/2014/main" id="{96CECBA2-8396-72A0-2FD9-429C81EB0116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490994" cy="345202"/>
                    <a:chOff x="807993" y="409074"/>
                    <a:chExt cx="433529" cy="304800"/>
                  </a:xfrm>
                  <a:grpFill/>
                </p:grpSpPr>
                <p:sp>
                  <p:nvSpPr>
                    <p:cNvPr id="861" name="Rectangle 860">
                      <a:extLst>
                        <a:ext uri="{FF2B5EF4-FFF2-40B4-BE49-F238E27FC236}">
                          <a16:creationId xmlns:a16="http://schemas.microsoft.com/office/drawing/2014/main" id="{C64E5C3F-5ACB-56E6-51DE-EC61C3AF1B8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62" name="Rectangle 861">
                      <a:extLst>
                        <a:ext uri="{FF2B5EF4-FFF2-40B4-BE49-F238E27FC236}">
                          <a16:creationId xmlns:a16="http://schemas.microsoft.com/office/drawing/2014/main" id="{0AA6B4E2-11D3-2824-8130-065CACDFDD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63" name="Rectangle 862">
                      <a:extLst>
                        <a:ext uri="{FF2B5EF4-FFF2-40B4-BE49-F238E27FC236}">
                          <a16:creationId xmlns:a16="http://schemas.microsoft.com/office/drawing/2014/main" id="{43EE370D-8BF9-18A9-BED8-E6C1C4D46A8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64" name="Rectangle 863">
                      <a:extLst>
                        <a:ext uri="{FF2B5EF4-FFF2-40B4-BE49-F238E27FC236}">
                          <a16:creationId xmlns:a16="http://schemas.microsoft.com/office/drawing/2014/main" id="{74679826-8F35-63BB-826C-11F4710B7E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65" name="Rectangle 864">
                      <a:extLst>
                        <a:ext uri="{FF2B5EF4-FFF2-40B4-BE49-F238E27FC236}">
                          <a16:creationId xmlns:a16="http://schemas.microsoft.com/office/drawing/2014/main" id="{5B268368-90CA-7589-FBAC-0B2C3BF779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66" name="Rectangle 865">
                      <a:extLst>
                        <a:ext uri="{FF2B5EF4-FFF2-40B4-BE49-F238E27FC236}">
                          <a16:creationId xmlns:a16="http://schemas.microsoft.com/office/drawing/2014/main" id="{9E387B89-EBA5-DFF7-9D13-E1EBDBF1AD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67" name="Rectangle 866">
                      <a:extLst>
                        <a:ext uri="{FF2B5EF4-FFF2-40B4-BE49-F238E27FC236}">
                          <a16:creationId xmlns:a16="http://schemas.microsoft.com/office/drawing/2014/main" id="{D15EE0C4-D27C-7876-CA81-E0E97D2CCA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68" name="Rectangle 867">
                      <a:extLst>
                        <a:ext uri="{FF2B5EF4-FFF2-40B4-BE49-F238E27FC236}">
                          <a16:creationId xmlns:a16="http://schemas.microsoft.com/office/drawing/2014/main" id="{2538932E-5A4E-ED99-35F6-346C59ED7E5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2275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69" name="Rectangle 868">
                      <a:extLst>
                        <a:ext uri="{FF2B5EF4-FFF2-40B4-BE49-F238E27FC236}">
                          <a16:creationId xmlns:a16="http://schemas.microsoft.com/office/drawing/2014/main" id="{F13C6AA9-ADFC-39CF-204E-D0BF419F45C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56792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70" name="Rectangle 869">
                      <a:extLst>
                        <a:ext uri="{FF2B5EF4-FFF2-40B4-BE49-F238E27FC236}">
                          <a16:creationId xmlns:a16="http://schemas.microsoft.com/office/drawing/2014/main" id="{3808963B-2D04-6FB2-CCDD-87DAD9CED83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9580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  <p:grpSp>
                <p:nvGrpSpPr>
                  <p:cNvPr id="850" name="Group 849">
                    <a:extLst>
                      <a:ext uri="{FF2B5EF4-FFF2-40B4-BE49-F238E27FC236}">
                        <a16:creationId xmlns:a16="http://schemas.microsoft.com/office/drawing/2014/main" id="{0C03408E-A16D-8377-A63A-ADEBEDDE4817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0" cy="345202"/>
                    <a:chOff x="801033" y="409074"/>
                    <a:chExt cx="447449" cy="304800"/>
                  </a:xfrm>
                  <a:grpFill/>
                </p:grpSpPr>
                <p:sp>
                  <p:nvSpPr>
                    <p:cNvPr id="851" name="Rectangle 850">
                      <a:extLst>
                        <a:ext uri="{FF2B5EF4-FFF2-40B4-BE49-F238E27FC236}">
                          <a16:creationId xmlns:a16="http://schemas.microsoft.com/office/drawing/2014/main" id="{2680A398-4E1E-E8FD-5B90-AB18ED9A3A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52" name="Rectangle 851">
                      <a:extLst>
                        <a:ext uri="{FF2B5EF4-FFF2-40B4-BE49-F238E27FC236}">
                          <a16:creationId xmlns:a16="http://schemas.microsoft.com/office/drawing/2014/main" id="{8D45E455-FB34-671B-BBEF-5769C436AC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53" name="Rectangle 852">
                      <a:extLst>
                        <a:ext uri="{FF2B5EF4-FFF2-40B4-BE49-F238E27FC236}">
                          <a16:creationId xmlns:a16="http://schemas.microsoft.com/office/drawing/2014/main" id="{E2D132B7-1385-C1A1-6097-45F37FC789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54" name="Rectangle 853">
                      <a:extLst>
                        <a:ext uri="{FF2B5EF4-FFF2-40B4-BE49-F238E27FC236}">
                          <a16:creationId xmlns:a16="http://schemas.microsoft.com/office/drawing/2014/main" id="{EA9F2C7C-5FD0-D363-AFD4-0B309C9F576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55" name="Rectangle 854">
                      <a:extLst>
                        <a:ext uri="{FF2B5EF4-FFF2-40B4-BE49-F238E27FC236}">
                          <a16:creationId xmlns:a16="http://schemas.microsoft.com/office/drawing/2014/main" id="{65A7490F-8E5B-9C0C-F48F-CC2B98CCB2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6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56" name="Rectangle 855">
                      <a:extLst>
                        <a:ext uri="{FF2B5EF4-FFF2-40B4-BE49-F238E27FC236}">
                          <a16:creationId xmlns:a16="http://schemas.microsoft.com/office/drawing/2014/main" id="{0159CF17-F0A3-8745-B26F-4F86481FF5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57" name="Rectangle 856">
                      <a:extLst>
                        <a:ext uri="{FF2B5EF4-FFF2-40B4-BE49-F238E27FC236}">
                          <a16:creationId xmlns:a16="http://schemas.microsoft.com/office/drawing/2014/main" id="{62A2E509-359E-9F5B-89F6-5176815766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58" name="Rectangle 857">
                      <a:extLst>
                        <a:ext uri="{FF2B5EF4-FFF2-40B4-BE49-F238E27FC236}">
                          <a16:creationId xmlns:a16="http://schemas.microsoft.com/office/drawing/2014/main" id="{D7A337FA-E688-B79B-8A65-A8AAB01F0B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59" name="Rectangle 858">
                      <a:extLst>
                        <a:ext uri="{FF2B5EF4-FFF2-40B4-BE49-F238E27FC236}">
                          <a16:creationId xmlns:a16="http://schemas.microsoft.com/office/drawing/2014/main" id="{72866B91-AD67-32E6-E617-95BD73CB8CF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60" name="Rectangle 859">
                      <a:extLst>
                        <a:ext uri="{FF2B5EF4-FFF2-40B4-BE49-F238E27FC236}">
                          <a16:creationId xmlns:a16="http://schemas.microsoft.com/office/drawing/2014/main" id="{5E12FFC1-B951-36FC-2D04-E45A5B8D10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</p:grpSp>
            <p:grpSp>
              <p:nvGrpSpPr>
                <p:cNvPr id="826" name="Group 825">
                  <a:extLst>
                    <a:ext uri="{FF2B5EF4-FFF2-40B4-BE49-F238E27FC236}">
                      <a16:creationId xmlns:a16="http://schemas.microsoft.com/office/drawing/2014/main" id="{D1CD6D2C-9994-6512-2012-53A1D1F3C3E1}"/>
                    </a:ext>
                  </a:extLst>
                </p:cNvPr>
                <p:cNvGrpSpPr/>
                <p:nvPr/>
              </p:nvGrpSpPr>
              <p:grpSpPr>
                <a:xfrm>
                  <a:off x="1923775" y="312096"/>
                  <a:ext cx="999158" cy="345202"/>
                  <a:chOff x="921103" y="312096"/>
                  <a:chExt cx="999158" cy="345202"/>
                </a:xfrm>
                <a:grpFill/>
              </p:grpSpPr>
              <p:grpSp>
                <p:nvGrpSpPr>
                  <p:cNvPr id="827" name="Group 826">
                    <a:extLst>
                      <a:ext uri="{FF2B5EF4-FFF2-40B4-BE49-F238E27FC236}">
                        <a16:creationId xmlns:a16="http://schemas.microsoft.com/office/drawing/2014/main" id="{09195CFF-F5CB-5A9F-6AF7-4E3F1C6AE3FC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839" name="Rectangle 838">
                      <a:extLst>
                        <a:ext uri="{FF2B5EF4-FFF2-40B4-BE49-F238E27FC236}">
                          <a16:creationId xmlns:a16="http://schemas.microsoft.com/office/drawing/2014/main" id="{039307CB-D660-F47F-BBD9-1A4F454DC2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40" name="Rectangle 839">
                      <a:extLst>
                        <a:ext uri="{FF2B5EF4-FFF2-40B4-BE49-F238E27FC236}">
                          <a16:creationId xmlns:a16="http://schemas.microsoft.com/office/drawing/2014/main" id="{BB0EB516-AF6A-2ED4-79FE-333887D271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41" name="Rectangle 840">
                      <a:extLst>
                        <a:ext uri="{FF2B5EF4-FFF2-40B4-BE49-F238E27FC236}">
                          <a16:creationId xmlns:a16="http://schemas.microsoft.com/office/drawing/2014/main" id="{A59750CD-84A4-1BF6-9CE8-703C7D1E19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42" name="Rectangle 841">
                      <a:extLst>
                        <a:ext uri="{FF2B5EF4-FFF2-40B4-BE49-F238E27FC236}">
                          <a16:creationId xmlns:a16="http://schemas.microsoft.com/office/drawing/2014/main" id="{D63323FE-B0D4-F42D-38A8-6D2890CE4A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43" name="Rectangle 842">
                      <a:extLst>
                        <a:ext uri="{FF2B5EF4-FFF2-40B4-BE49-F238E27FC236}">
                          <a16:creationId xmlns:a16="http://schemas.microsoft.com/office/drawing/2014/main" id="{E1ED94EB-0C45-1D65-9BDF-B3DD80F848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44" name="Rectangle 843">
                      <a:extLst>
                        <a:ext uri="{FF2B5EF4-FFF2-40B4-BE49-F238E27FC236}">
                          <a16:creationId xmlns:a16="http://schemas.microsoft.com/office/drawing/2014/main" id="{0737F3BE-0111-9200-2E04-A7DC6A8BA8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45" name="Rectangle 844">
                      <a:extLst>
                        <a:ext uri="{FF2B5EF4-FFF2-40B4-BE49-F238E27FC236}">
                          <a16:creationId xmlns:a16="http://schemas.microsoft.com/office/drawing/2014/main" id="{A9D38B28-8595-8F39-CAF9-C44C492CEE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46" name="Rectangle 845">
                      <a:extLst>
                        <a:ext uri="{FF2B5EF4-FFF2-40B4-BE49-F238E27FC236}">
                          <a16:creationId xmlns:a16="http://schemas.microsoft.com/office/drawing/2014/main" id="{4DD32386-79F0-7DFE-539D-8185CD50BA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47" name="Rectangle 846">
                      <a:extLst>
                        <a:ext uri="{FF2B5EF4-FFF2-40B4-BE49-F238E27FC236}">
                          <a16:creationId xmlns:a16="http://schemas.microsoft.com/office/drawing/2014/main" id="{79D909D4-101A-C444-8E21-9B96CC570A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48" name="Rectangle 847">
                      <a:extLst>
                        <a:ext uri="{FF2B5EF4-FFF2-40B4-BE49-F238E27FC236}">
                          <a16:creationId xmlns:a16="http://schemas.microsoft.com/office/drawing/2014/main" id="{073D3D7D-7735-F6B6-3D2C-C68B8D7B87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  <p:grpSp>
                <p:nvGrpSpPr>
                  <p:cNvPr id="828" name="Group 827">
                    <a:extLst>
                      <a:ext uri="{FF2B5EF4-FFF2-40B4-BE49-F238E27FC236}">
                        <a16:creationId xmlns:a16="http://schemas.microsoft.com/office/drawing/2014/main" id="{E3D2CB95-725B-23CD-8E05-3AF31B67EDFA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829" name="Rectangle 828">
                      <a:extLst>
                        <a:ext uri="{FF2B5EF4-FFF2-40B4-BE49-F238E27FC236}">
                          <a16:creationId xmlns:a16="http://schemas.microsoft.com/office/drawing/2014/main" id="{3E2A3B5C-2A12-1DAB-816D-4246A3A9DE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30" name="Rectangle 829">
                      <a:extLst>
                        <a:ext uri="{FF2B5EF4-FFF2-40B4-BE49-F238E27FC236}">
                          <a16:creationId xmlns:a16="http://schemas.microsoft.com/office/drawing/2014/main" id="{F5676593-F2E3-9443-1016-75DE54EBA1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31" name="Rectangle 830">
                      <a:extLst>
                        <a:ext uri="{FF2B5EF4-FFF2-40B4-BE49-F238E27FC236}">
                          <a16:creationId xmlns:a16="http://schemas.microsoft.com/office/drawing/2014/main" id="{CBD11E19-50F7-6D7B-9372-1BFA79C7CC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32" name="Rectangle 831">
                      <a:extLst>
                        <a:ext uri="{FF2B5EF4-FFF2-40B4-BE49-F238E27FC236}">
                          <a16:creationId xmlns:a16="http://schemas.microsoft.com/office/drawing/2014/main" id="{898CB8D5-FBA7-337D-08B7-C37391DAEE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33" name="Rectangle 832">
                      <a:extLst>
                        <a:ext uri="{FF2B5EF4-FFF2-40B4-BE49-F238E27FC236}">
                          <a16:creationId xmlns:a16="http://schemas.microsoft.com/office/drawing/2014/main" id="{48688B73-A262-6595-18C8-B9BF858E94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34" name="Rectangle 833">
                      <a:extLst>
                        <a:ext uri="{FF2B5EF4-FFF2-40B4-BE49-F238E27FC236}">
                          <a16:creationId xmlns:a16="http://schemas.microsoft.com/office/drawing/2014/main" id="{AB199E79-2642-461D-CE3C-A41EFE70D1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35" name="Rectangle 834">
                      <a:extLst>
                        <a:ext uri="{FF2B5EF4-FFF2-40B4-BE49-F238E27FC236}">
                          <a16:creationId xmlns:a16="http://schemas.microsoft.com/office/drawing/2014/main" id="{9930924C-1B39-C85E-8B09-11D318F2D2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36" name="Rectangle 835">
                      <a:extLst>
                        <a:ext uri="{FF2B5EF4-FFF2-40B4-BE49-F238E27FC236}">
                          <a16:creationId xmlns:a16="http://schemas.microsoft.com/office/drawing/2014/main" id="{8A1219CD-3AB0-CC8B-EC2F-46DB5627870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37" name="Rectangle 836">
                      <a:extLst>
                        <a:ext uri="{FF2B5EF4-FFF2-40B4-BE49-F238E27FC236}">
                          <a16:creationId xmlns:a16="http://schemas.microsoft.com/office/drawing/2014/main" id="{5AF5B69C-7B03-EF71-146C-BCF37EACF7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838" name="Rectangle 837">
                      <a:extLst>
                        <a:ext uri="{FF2B5EF4-FFF2-40B4-BE49-F238E27FC236}">
                          <a16:creationId xmlns:a16="http://schemas.microsoft.com/office/drawing/2014/main" id="{04C87F5E-64A3-16D6-B339-BE4BD33C9A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</p:grpSp>
          </p:grpSp>
          <p:grpSp>
            <p:nvGrpSpPr>
              <p:cNvPr id="973" name="Group 972">
                <a:extLst>
                  <a:ext uri="{FF2B5EF4-FFF2-40B4-BE49-F238E27FC236}">
                    <a16:creationId xmlns:a16="http://schemas.microsoft.com/office/drawing/2014/main" id="{D427F9E2-B99C-4B26-AC89-25F8E9B883FF}"/>
                  </a:ext>
                </a:extLst>
              </p:cNvPr>
              <p:cNvGrpSpPr/>
              <p:nvPr/>
            </p:nvGrpSpPr>
            <p:grpSpPr>
              <a:xfrm>
                <a:off x="936202" y="2362590"/>
                <a:ext cx="999158" cy="345202"/>
                <a:chOff x="921103" y="312096"/>
                <a:chExt cx="999158" cy="345202"/>
              </a:xfrm>
              <a:solidFill>
                <a:schemeClr val="bg2"/>
              </a:solidFill>
            </p:grpSpPr>
            <p:grpSp>
              <p:nvGrpSpPr>
                <p:cNvPr id="974" name="Group 973">
                  <a:extLst>
                    <a:ext uri="{FF2B5EF4-FFF2-40B4-BE49-F238E27FC236}">
                      <a16:creationId xmlns:a16="http://schemas.microsoft.com/office/drawing/2014/main" id="{9A6741D9-427A-7EB0-B843-661447393E7A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498877" cy="345202"/>
                  <a:chOff x="807993" y="409074"/>
                  <a:chExt cx="440489" cy="304800"/>
                </a:xfrm>
                <a:grpFill/>
              </p:grpSpPr>
              <p:sp>
                <p:nvSpPr>
                  <p:cNvPr id="986" name="Rectangle 985">
                    <a:extLst>
                      <a:ext uri="{FF2B5EF4-FFF2-40B4-BE49-F238E27FC236}">
                        <a16:creationId xmlns:a16="http://schemas.microsoft.com/office/drawing/2014/main" id="{9D4253FA-C867-8FA8-58C6-2102CB5DDD62}"/>
                      </a:ext>
                    </a:extLst>
                  </p:cNvPr>
                  <p:cNvSpPr/>
                  <p:nvPr/>
                </p:nvSpPr>
                <p:spPr>
                  <a:xfrm>
                    <a:off x="80799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87" name="Rectangle 986">
                    <a:extLst>
                      <a:ext uri="{FF2B5EF4-FFF2-40B4-BE49-F238E27FC236}">
                        <a16:creationId xmlns:a16="http://schemas.microsoft.com/office/drawing/2014/main" id="{A1E2921E-E6D9-20DE-1F22-F7627E287C11}"/>
                      </a:ext>
                    </a:extLst>
                  </p:cNvPr>
                  <p:cNvSpPr/>
                  <p:nvPr/>
                </p:nvSpPr>
                <p:spPr>
                  <a:xfrm>
                    <a:off x="85343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88" name="Rectangle 987">
                    <a:extLst>
                      <a:ext uri="{FF2B5EF4-FFF2-40B4-BE49-F238E27FC236}">
                        <a16:creationId xmlns:a16="http://schemas.microsoft.com/office/drawing/2014/main" id="{5CA0DB7C-915D-17D1-0F9C-94AF511E9BAE}"/>
                      </a:ext>
                    </a:extLst>
                  </p:cNvPr>
                  <p:cNvSpPr/>
                  <p:nvPr/>
                </p:nvSpPr>
                <p:spPr>
                  <a:xfrm>
                    <a:off x="89887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89" name="Rectangle 988">
                    <a:extLst>
                      <a:ext uri="{FF2B5EF4-FFF2-40B4-BE49-F238E27FC236}">
                        <a16:creationId xmlns:a16="http://schemas.microsoft.com/office/drawing/2014/main" id="{5C9C0724-21FF-D995-0A76-5BF87FA5F401}"/>
                      </a:ext>
                    </a:extLst>
                  </p:cNvPr>
                  <p:cNvSpPr/>
                  <p:nvPr/>
                </p:nvSpPr>
                <p:spPr>
                  <a:xfrm>
                    <a:off x="9439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90" name="Rectangle 989">
                    <a:extLst>
                      <a:ext uri="{FF2B5EF4-FFF2-40B4-BE49-F238E27FC236}">
                        <a16:creationId xmlns:a16="http://schemas.microsoft.com/office/drawing/2014/main" id="{94D199E7-594A-7DCE-645F-9F49906FED20}"/>
                      </a:ext>
                    </a:extLst>
                  </p:cNvPr>
                  <p:cNvSpPr/>
                  <p:nvPr/>
                </p:nvSpPr>
                <p:spPr>
                  <a:xfrm>
                    <a:off x="98973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91" name="Rectangle 990">
                    <a:extLst>
                      <a:ext uri="{FF2B5EF4-FFF2-40B4-BE49-F238E27FC236}">
                        <a16:creationId xmlns:a16="http://schemas.microsoft.com/office/drawing/2014/main" id="{049FAA76-F66B-0942-A9B6-202690583463}"/>
                      </a:ext>
                    </a:extLst>
                  </p:cNvPr>
                  <p:cNvSpPr/>
                  <p:nvPr/>
                </p:nvSpPr>
                <p:spPr>
                  <a:xfrm>
                    <a:off x="1035169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92" name="Rectangle 991">
                    <a:extLst>
                      <a:ext uri="{FF2B5EF4-FFF2-40B4-BE49-F238E27FC236}">
                        <a16:creationId xmlns:a16="http://schemas.microsoft.com/office/drawing/2014/main" id="{4861E486-4A7E-ACFC-B442-D61F2CFDA3B6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93" name="Rectangle 992">
                    <a:extLst>
                      <a:ext uri="{FF2B5EF4-FFF2-40B4-BE49-F238E27FC236}">
                        <a16:creationId xmlns:a16="http://schemas.microsoft.com/office/drawing/2014/main" id="{5061B7C7-D5B4-30DE-DC36-A620F011BF5D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94" name="Rectangle 993">
                    <a:extLst>
                      <a:ext uri="{FF2B5EF4-FFF2-40B4-BE49-F238E27FC236}">
                        <a16:creationId xmlns:a16="http://schemas.microsoft.com/office/drawing/2014/main" id="{73C6668A-38D4-8FA5-2BC9-E0EF2DEBC3E1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95" name="Rectangle 994">
                    <a:extLst>
                      <a:ext uri="{FF2B5EF4-FFF2-40B4-BE49-F238E27FC236}">
                        <a16:creationId xmlns:a16="http://schemas.microsoft.com/office/drawing/2014/main" id="{34F6CBBD-8569-01FD-AAF9-0426425478B7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</p:grpSp>
            <p:grpSp>
              <p:nvGrpSpPr>
                <p:cNvPr id="975" name="Group 974">
                  <a:extLst>
                    <a:ext uri="{FF2B5EF4-FFF2-40B4-BE49-F238E27FC236}">
                      <a16:creationId xmlns:a16="http://schemas.microsoft.com/office/drawing/2014/main" id="{63C0E4E4-84DF-3FDD-52BE-A99BC6A553EC}"/>
                    </a:ext>
                  </a:extLst>
                </p:cNvPr>
                <p:cNvGrpSpPr/>
                <p:nvPr/>
              </p:nvGrpSpPr>
              <p:grpSpPr>
                <a:xfrm>
                  <a:off x="1413499" y="312096"/>
                  <a:ext cx="506762" cy="345202"/>
                  <a:chOff x="801032" y="409074"/>
                  <a:chExt cx="447450" cy="304800"/>
                </a:xfrm>
                <a:grpFill/>
              </p:grpSpPr>
              <p:sp>
                <p:nvSpPr>
                  <p:cNvPr id="976" name="Rectangle 975">
                    <a:extLst>
                      <a:ext uri="{FF2B5EF4-FFF2-40B4-BE49-F238E27FC236}">
                        <a16:creationId xmlns:a16="http://schemas.microsoft.com/office/drawing/2014/main" id="{4A013D5E-EF60-5517-88F1-4E8300C6553C}"/>
                      </a:ext>
                    </a:extLst>
                  </p:cNvPr>
                  <p:cNvSpPr/>
                  <p:nvPr/>
                </p:nvSpPr>
                <p:spPr>
                  <a:xfrm>
                    <a:off x="80103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77" name="Rectangle 976">
                    <a:extLst>
                      <a:ext uri="{FF2B5EF4-FFF2-40B4-BE49-F238E27FC236}">
                        <a16:creationId xmlns:a16="http://schemas.microsoft.com/office/drawing/2014/main" id="{931BFCF4-4A6A-CA03-E070-346ED53882B8}"/>
                      </a:ext>
                    </a:extLst>
                  </p:cNvPr>
                  <p:cNvSpPr/>
                  <p:nvPr/>
                </p:nvSpPr>
                <p:spPr>
                  <a:xfrm>
                    <a:off x="8464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78" name="Rectangle 977">
                    <a:extLst>
                      <a:ext uri="{FF2B5EF4-FFF2-40B4-BE49-F238E27FC236}">
                        <a16:creationId xmlns:a16="http://schemas.microsoft.com/office/drawing/2014/main" id="{B1F14955-620A-3574-1431-B23EF16F98A6}"/>
                      </a:ext>
                    </a:extLst>
                  </p:cNvPr>
                  <p:cNvSpPr/>
                  <p:nvPr/>
                </p:nvSpPr>
                <p:spPr>
                  <a:xfrm>
                    <a:off x="89191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79" name="Rectangle 978">
                    <a:extLst>
                      <a:ext uri="{FF2B5EF4-FFF2-40B4-BE49-F238E27FC236}">
                        <a16:creationId xmlns:a16="http://schemas.microsoft.com/office/drawing/2014/main" id="{2B22BC4A-B896-C568-702E-56B9EE33A740}"/>
                      </a:ext>
                    </a:extLst>
                  </p:cNvPr>
                  <p:cNvSpPr/>
                  <p:nvPr/>
                </p:nvSpPr>
                <p:spPr>
                  <a:xfrm>
                    <a:off x="93701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80" name="Rectangle 979">
                    <a:extLst>
                      <a:ext uri="{FF2B5EF4-FFF2-40B4-BE49-F238E27FC236}">
                        <a16:creationId xmlns:a16="http://schemas.microsoft.com/office/drawing/2014/main" id="{58A66F33-D906-FE03-5520-01B4642508CD}"/>
                      </a:ext>
                    </a:extLst>
                  </p:cNvPr>
                  <p:cNvSpPr/>
                  <p:nvPr/>
                </p:nvSpPr>
                <p:spPr>
                  <a:xfrm>
                    <a:off x="98277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81" name="Rectangle 980">
                    <a:extLst>
                      <a:ext uri="{FF2B5EF4-FFF2-40B4-BE49-F238E27FC236}">
                        <a16:creationId xmlns:a16="http://schemas.microsoft.com/office/drawing/2014/main" id="{BFE7D4A8-CD68-EFE5-945D-73E705098E73}"/>
                      </a:ext>
                    </a:extLst>
                  </p:cNvPr>
                  <p:cNvSpPr/>
                  <p:nvPr/>
                </p:nvSpPr>
                <p:spPr>
                  <a:xfrm>
                    <a:off x="102820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82" name="Rectangle 981">
                    <a:extLst>
                      <a:ext uri="{FF2B5EF4-FFF2-40B4-BE49-F238E27FC236}">
                        <a16:creationId xmlns:a16="http://schemas.microsoft.com/office/drawing/2014/main" id="{EB220036-EA37-A38C-928C-E0DD79928813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83" name="Rectangle 982">
                    <a:extLst>
                      <a:ext uri="{FF2B5EF4-FFF2-40B4-BE49-F238E27FC236}">
                        <a16:creationId xmlns:a16="http://schemas.microsoft.com/office/drawing/2014/main" id="{2C13FB91-0552-E743-177C-31B6691AA4E1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84" name="Rectangle 983">
                    <a:extLst>
                      <a:ext uri="{FF2B5EF4-FFF2-40B4-BE49-F238E27FC236}">
                        <a16:creationId xmlns:a16="http://schemas.microsoft.com/office/drawing/2014/main" id="{96AD36F5-13FF-7449-06D1-3423417204EF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985" name="Rectangle 984">
                    <a:extLst>
                      <a:ext uri="{FF2B5EF4-FFF2-40B4-BE49-F238E27FC236}">
                        <a16:creationId xmlns:a16="http://schemas.microsoft.com/office/drawing/2014/main" id="{C46EA631-78D2-7990-6AA8-1C72DF8DEE5A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</p:grpSp>
          </p:grpSp>
        </p:grpSp>
        <p:cxnSp>
          <p:nvCxnSpPr>
            <p:cNvPr id="1021" name="Straight Arrow Connector 1020">
              <a:extLst>
                <a:ext uri="{FF2B5EF4-FFF2-40B4-BE49-F238E27FC236}">
                  <a16:creationId xmlns:a16="http://schemas.microsoft.com/office/drawing/2014/main" id="{92CD5D0A-2534-E78D-63E1-A7F52F0F1F90}"/>
                </a:ext>
              </a:extLst>
            </p:cNvPr>
            <p:cNvCxnSpPr>
              <a:cxnSpLocks/>
            </p:cNvCxnSpPr>
            <p:nvPr/>
          </p:nvCxnSpPr>
          <p:spPr>
            <a:xfrm>
              <a:off x="1931283" y="2053389"/>
              <a:ext cx="0" cy="309201"/>
            </a:xfrm>
            <a:prstGeom prst="straightConnector1">
              <a:avLst/>
            </a:prstGeom>
            <a:ln w="9525">
              <a:tailEnd type="triangle" w="med" len="sm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22" name="TextBox 1021">
              <a:extLst>
                <a:ext uri="{FF2B5EF4-FFF2-40B4-BE49-F238E27FC236}">
                  <a16:creationId xmlns:a16="http://schemas.microsoft.com/office/drawing/2014/main" id="{527AA87E-9893-6BD4-11B3-37AFE062641B}"/>
                </a:ext>
              </a:extLst>
            </p:cNvPr>
            <p:cNvSpPr txBox="1"/>
            <p:nvPr/>
          </p:nvSpPr>
          <p:spPr>
            <a:xfrm>
              <a:off x="1505730" y="1579889"/>
              <a:ext cx="877163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b="1" dirty="0"/>
                <a:t>Prediction </a:t>
              </a:r>
            </a:p>
            <a:p>
              <a:pPr algn="ctr"/>
              <a:r>
                <a:rPr lang="en-US" sz="1100" b="1" dirty="0"/>
                <a:t>timepoint</a:t>
              </a:r>
            </a:p>
          </p:txBody>
        </p:sp>
        <p:sp>
          <p:nvSpPr>
            <p:cNvPr id="1023" name="TextBox 1022">
              <a:extLst>
                <a:ext uri="{FF2B5EF4-FFF2-40B4-BE49-F238E27FC236}">
                  <a16:creationId xmlns:a16="http://schemas.microsoft.com/office/drawing/2014/main" id="{9CAAB4BF-C4DB-122B-7CB3-8D1328EBA6B0}"/>
                </a:ext>
              </a:extLst>
            </p:cNvPr>
            <p:cNvSpPr txBox="1"/>
            <p:nvPr/>
          </p:nvSpPr>
          <p:spPr>
            <a:xfrm>
              <a:off x="6588700" y="1574286"/>
              <a:ext cx="1404552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b="1" dirty="0"/>
                <a:t>Prediction window </a:t>
              </a:r>
            </a:p>
            <a:p>
              <a:pPr algn="ctr"/>
              <a:r>
                <a:rPr lang="en-US" sz="1100" b="1" dirty="0"/>
                <a:t>(1 week/168 hours)</a:t>
              </a:r>
            </a:p>
          </p:txBody>
        </p:sp>
        <p:cxnSp>
          <p:nvCxnSpPr>
            <p:cNvPr id="1025" name="Straight Arrow Connector 1024">
              <a:extLst>
                <a:ext uri="{FF2B5EF4-FFF2-40B4-BE49-F238E27FC236}">
                  <a16:creationId xmlns:a16="http://schemas.microsoft.com/office/drawing/2014/main" id="{D7710048-1D07-97C1-3DC1-B2D0B6C47653}"/>
                </a:ext>
              </a:extLst>
            </p:cNvPr>
            <p:cNvCxnSpPr>
              <a:cxnSpLocks/>
              <a:stCxn id="1023" idx="2"/>
            </p:cNvCxnSpPr>
            <p:nvPr/>
          </p:nvCxnSpPr>
          <p:spPr>
            <a:xfrm flipH="1">
              <a:off x="3159792" y="2005173"/>
              <a:ext cx="4131184" cy="322009"/>
            </a:xfrm>
            <a:prstGeom prst="straightConnector1">
              <a:avLst/>
            </a:prstGeom>
            <a:ln w="9525">
              <a:tailEnd type="triangle" w="med" len="sm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28" name="Straight Arrow Connector 1027">
              <a:extLst>
                <a:ext uri="{FF2B5EF4-FFF2-40B4-BE49-F238E27FC236}">
                  <a16:creationId xmlns:a16="http://schemas.microsoft.com/office/drawing/2014/main" id="{2E09A21E-E5A1-53BE-A9EC-5A77631A1333}"/>
                </a:ext>
              </a:extLst>
            </p:cNvPr>
            <p:cNvCxnSpPr>
              <a:cxnSpLocks/>
              <a:stCxn id="1023" idx="2"/>
            </p:cNvCxnSpPr>
            <p:nvPr/>
          </p:nvCxnSpPr>
          <p:spPr>
            <a:xfrm>
              <a:off x="7290976" y="2005173"/>
              <a:ext cx="4197809" cy="328657"/>
            </a:xfrm>
            <a:prstGeom prst="straightConnector1">
              <a:avLst/>
            </a:prstGeom>
            <a:ln w="9525">
              <a:tailEnd type="triangle" w="med" len="sm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6" name="Arrow: Curved Down 1325">
              <a:extLst>
                <a:ext uri="{FF2B5EF4-FFF2-40B4-BE49-F238E27FC236}">
                  <a16:creationId xmlns:a16="http://schemas.microsoft.com/office/drawing/2014/main" id="{2E3612BE-AD2B-583C-783F-88924C8EF20F}"/>
                </a:ext>
              </a:extLst>
            </p:cNvPr>
            <p:cNvSpPr/>
            <p:nvPr/>
          </p:nvSpPr>
          <p:spPr>
            <a:xfrm>
              <a:off x="1938489" y="2751360"/>
              <a:ext cx="107048" cy="184484"/>
            </a:xfrm>
            <a:prstGeom prst="curvedDownArrow">
              <a:avLst/>
            </a:prstGeom>
            <a:solidFill>
              <a:srgbClr val="CB6BCE"/>
            </a:solidFill>
            <a:ln w="3175">
              <a:solidFill>
                <a:srgbClr val="CB6BC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3" name="Arrow: Curved Down 1332">
              <a:extLst>
                <a:ext uri="{FF2B5EF4-FFF2-40B4-BE49-F238E27FC236}">
                  <a16:creationId xmlns:a16="http://schemas.microsoft.com/office/drawing/2014/main" id="{C5914203-BE66-7EF6-FFDD-DA6ECD7F6432}"/>
                </a:ext>
              </a:extLst>
            </p:cNvPr>
            <p:cNvSpPr/>
            <p:nvPr/>
          </p:nvSpPr>
          <p:spPr>
            <a:xfrm>
              <a:off x="1994985" y="3329579"/>
              <a:ext cx="107048" cy="184484"/>
            </a:xfrm>
            <a:prstGeom prst="curvedDownArrow">
              <a:avLst/>
            </a:prstGeom>
            <a:solidFill>
              <a:srgbClr val="CB6BCE"/>
            </a:solidFill>
            <a:ln w="3175">
              <a:solidFill>
                <a:srgbClr val="CB6BC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65" name="Group 1764">
              <a:extLst>
                <a:ext uri="{FF2B5EF4-FFF2-40B4-BE49-F238E27FC236}">
                  <a16:creationId xmlns:a16="http://schemas.microsoft.com/office/drawing/2014/main" id="{4A39D371-E59A-69F7-3AFC-3B2A9E478AC3}"/>
                </a:ext>
              </a:extLst>
            </p:cNvPr>
            <p:cNvGrpSpPr/>
            <p:nvPr/>
          </p:nvGrpSpPr>
          <p:grpSpPr>
            <a:xfrm>
              <a:off x="934434" y="2962608"/>
              <a:ext cx="11397002" cy="348526"/>
              <a:chOff x="936202" y="2362590"/>
              <a:chExt cx="11397002" cy="348526"/>
            </a:xfrm>
          </p:grpSpPr>
          <p:grpSp>
            <p:nvGrpSpPr>
              <p:cNvPr id="1766" name="Group 1765">
                <a:extLst>
                  <a:ext uri="{FF2B5EF4-FFF2-40B4-BE49-F238E27FC236}">
                    <a16:creationId xmlns:a16="http://schemas.microsoft.com/office/drawing/2014/main" id="{BDC37C79-F22F-FA49-0937-3539D95AE6FB}"/>
                  </a:ext>
                </a:extLst>
              </p:cNvPr>
              <p:cNvGrpSpPr/>
              <p:nvPr/>
            </p:nvGrpSpPr>
            <p:grpSpPr>
              <a:xfrm>
                <a:off x="1935035" y="2365914"/>
                <a:ext cx="8397215" cy="345202"/>
                <a:chOff x="921103" y="312096"/>
                <a:chExt cx="8397215" cy="345202"/>
              </a:xfrm>
            </p:grpSpPr>
            <p:grpSp>
              <p:nvGrpSpPr>
                <p:cNvPr id="1837" name="Group 1836">
                  <a:extLst>
                    <a:ext uri="{FF2B5EF4-FFF2-40B4-BE49-F238E27FC236}">
                      <a16:creationId xmlns:a16="http://schemas.microsoft.com/office/drawing/2014/main" id="{78801DC0-58AD-E1D4-29FC-00DC259C8380}"/>
                    </a:ext>
                  </a:extLst>
                </p:cNvPr>
                <p:cNvGrpSpPr/>
                <p:nvPr/>
              </p:nvGrpSpPr>
              <p:grpSpPr>
                <a:xfrm>
                  <a:off x="8910063" y="312096"/>
                  <a:ext cx="408255" cy="345202"/>
                  <a:chOff x="830578" y="1668379"/>
                  <a:chExt cx="360476" cy="304800"/>
                </a:xfrm>
                <a:solidFill>
                  <a:srgbClr val="FFFC04"/>
                </a:solidFill>
              </p:grpSpPr>
              <p:sp>
                <p:nvSpPr>
                  <p:cNvPr id="2029" name="Rectangle 2028">
                    <a:extLst>
                      <a:ext uri="{FF2B5EF4-FFF2-40B4-BE49-F238E27FC236}">
                        <a16:creationId xmlns:a16="http://schemas.microsoft.com/office/drawing/2014/main" id="{AC3778FD-0805-4A1C-267F-4B2CCD8534FC}"/>
                      </a:ext>
                    </a:extLst>
                  </p:cNvPr>
                  <p:cNvSpPr/>
                  <p:nvPr/>
                </p:nvSpPr>
                <p:spPr>
                  <a:xfrm>
                    <a:off x="830578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30" name="Rectangle 2029">
                    <a:extLst>
                      <a:ext uri="{FF2B5EF4-FFF2-40B4-BE49-F238E27FC236}">
                        <a16:creationId xmlns:a16="http://schemas.microsoft.com/office/drawing/2014/main" id="{4608466A-BE92-A4F5-DB79-424D5D106D74}"/>
                      </a:ext>
                    </a:extLst>
                  </p:cNvPr>
                  <p:cNvSpPr/>
                  <p:nvPr/>
                </p:nvSpPr>
                <p:spPr>
                  <a:xfrm>
                    <a:off x="87654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31" name="Rectangle 2030">
                    <a:extLst>
                      <a:ext uri="{FF2B5EF4-FFF2-40B4-BE49-F238E27FC236}">
                        <a16:creationId xmlns:a16="http://schemas.microsoft.com/office/drawing/2014/main" id="{C03EEB4C-9C96-E7B0-94E3-E922C59E4FD2}"/>
                      </a:ext>
                    </a:extLst>
                  </p:cNvPr>
                  <p:cNvSpPr/>
                  <p:nvPr/>
                </p:nvSpPr>
                <p:spPr>
                  <a:xfrm>
                    <a:off x="91705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32" name="Rectangle 2031">
                    <a:extLst>
                      <a:ext uri="{FF2B5EF4-FFF2-40B4-BE49-F238E27FC236}">
                        <a16:creationId xmlns:a16="http://schemas.microsoft.com/office/drawing/2014/main" id="{74C7643E-7DCB-3E49-8221-DA3931F4EC76}"/>
                      </a:ext>
                    </a:extLst>
                  </p:cNvPr>
                  <p:cNvSpPr/>
                  <p:nvPr/>
                </p:nvSpPr>
                <p:spPr>
                  <a:xfrm>
                    <a:off x="963030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33" name="Rectangle 2032">
                    <a:extLst>
                      <a:ext uri="{FF2B5EF4-FFF2-40B4-BE49-F238E27FC236}">
                        <a16:creationId xmlns:a16="http://schemas.microsoft.com/office/drawing/2014/main" id="{7DA08EBE-0FB7-74AC-9D48-BCE9D343B843}"/>
                      </a:ext>
                    </a:extLst>
                  </p:cNvPr>
                  <p:cNvSpPr/>
                  <p:nvPr/>
                </p:nvSpPr>
                <p:spPr>
                  <a:xfrm>
                    <a:off x="1010366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34" name="Rectangle 2033">
                    <a:extLst>
                      <a:ext uri="{FF2B5EF4-FFF2-40B4-BE49-F238E27FC236}">
                        <a16:creationId xmlns:a16="http://schemas.microsoft.com/office/drawing/2014/main" id="{2A454F45-A7BF-6EC8-3BDC-F1F1576A3FE4}"/>
                      </a:ext>
                    </a:extLst>
                  </p:cNvPr>
                  <p:cNvSpPr/>
                  <p:nvPr/>
                </p:nvSpPr>
                <p:spPr>
                  <a:xfrm>
                    <a:off x="1056337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35" name="Rectangle 2034">
                    <a:extLst>
                      <a:ext uri="{FF2B5EF4-FFF2-40B4-BE49-F238E27FC236}">
                        <a16:creationId xmlns:a16="http://schemas.microsoft.com/office/drawing/2014/main" id="{77EC8ABC-B393-C11A-DF0D-C3930CBD67FD}"/>
                      </a:ext>
                    </a:extLst>
                  </p:cNvPr>
                  <p:cNvSpPr/>
                  <p:nvPr/>
                </p:nvSpPr>
                <p:spPr>
                  <a:xfrm>
                    <a:off x="1099363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36" name="Rectangle 2035">
                    <a:extLst>
                      <a:ext uri="{FF2B5EF4-FFF2-40B4-BE49-F238E27FC236}">
                        <a16:creationId xmlns:a16="http://schemas.microsoft.com/office/drawing/2014/main" id="{CF9627F5-8638-2101-1BE6-322ED2514A3E}"/>
                      </a:ext>
                    </a:extLst>
                  </p:cNvPr>
                  <p:cNvSpPr/>
                  <p:nvPr/>
                </p:nvSpPr>
                <p:spPr>
                  <a:xfrm>
                    <a:off x="1145335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</p:grpSp>
            <p:grpSp>
              <p:nvGrpSpPr>
                <p:cNvPr id="1838" name="Group 1837">
                  <a:extLst>
                    <a:ext uri="{FF2B5EF4-FFF2-40B4-BE49-F238E27FC236}">
                      <a16:creationId xmlns:a16="http://schemas.microsoft.com/office/drawing/2014/main" id="{09850952-0A0C-E094-57FB-CF682676B9EA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7994329" cy="345202"/>
                  <a:chOff x="921103" y="312096"/>
                  <a:chExt cx="7994329" cy="345202"/>
                </a:xfrm>
              </p:grpSpPr>
              <p:grpSp>
                <p:nvGrpSpPr>
                  <p:cNvPr id="1839" name="Group 1838">
                    <a:extLst>
                      <a:ext uri="{FF2B5EF4-FFF2-40B4-BE49-F238E27FC236}">
                        <a16:creationId xmlns:a16="http://schemas.microsoft.com/office/drawing/2014/main" id="{E8DD3183-C895-9E26-C5F9-F91ECB426B50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3998276" cy="345202"/>
                    <a:chOff x="921103" y="312096"/>
                    <a:chExt cx="3998276" cy="345202"/>
                  </a:xfrm>
                </p:grpSpPr>
                <p:grpSp>
                  <p:nvGrpSpPr>
                    <p:cNvPr id="1935" name="Group 1934">
                      <a:extLst>
                        <a:ext uri="{FF2B5EF4-FFF2-40B4-BE49-F238E27FC236}">
                          <a16:creationId xmlns:a16="http://schemas.microsoft.com/office/drawing/2014/main" id="{F493556C-A122-5F15-C9F4-0DF3DF11D1C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983" name="Group 1982">
                        <a:extLst>
                          <a:ext uri="{FF2B5EF4-FFF2-40B4-BE49-F238E27FC236}">
                            <a16:creationId xmlns:a16="http://schemas.microsoft.com/office/drawing/2014/main" id="{393354F3-23E6-7C64-038D-6E39E4B784E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5" cy="345202"/>
                        <a:chOff x="921103" y="312096"/>
                        <a:chExt cx="999155" cy="345202"/>
                      </a:xfrm>
                    </p:grpSpPr>
                    <p:grpSp>
                      <p:nvGrpSpPr>
                        <p:cNvPr id="2007" name="Group 2006">
                          <a:extLst>
                            <a:ext uri="{FF2B5EF4-FFF2-40B4-BE49-F238E27FC236}">
                              <a16:creationId xmlns:a16="http://schemas.microsoft.com/office/drawing/2014/main" id="{FCCD1FAC-F46E-EAD7-08F4-1C1D0CA67FA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2019" name="Rectangle 2018">
                            <a:extLst>
                              <a:ext uri="{FF2B5EF4-FFF2-40B4-BE49-F238E27FC236}">
                                <a16:creationId xmlns:a16="http://schemas.microsoft.com/office/drawing/2014/main" id="{FBD4FB84-5A82-8F00-16EC-4EF0CC620D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chemeClr val="bg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20" name="Rectangle 2019">
                            <a:extLst>
                              <a:ext uri="{FF2B5EF4-FFF2-40B4-BE49-F238E27FC236}">
                                <a16:creationId xmlns:a16="http://schemas.microsoft.com/office/drawing/2014/main" id="{9A852052-92C9-36F9-A779-8A06D9E7CB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21" name="Rectangle 2020">
                            <a:extLst>
                              <a:ext uri="{FF2B5EF4-FFF2-40B4-BE49-F238E27FC236}">
                                <a16:creationId xmlns:a16="http://schemas.microsoft.com/office/drawing/2014/main" id="{63C0B87F-F594-73DF-530D-28B7A4F3C3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22" name="Rectangle 2021">
                            <a:extLst>
                              <a:ext uri="{FF2B5EF4-FFF2-40B4-BE49-F238E27FC236}">
                                <a16:creationId xmlns:a16="http://schemas.microsoft.com/office/drawing/2014/main" id="{BD7DA0B8-1972-DA68-0C94-658F77A11A9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23" name="Rectangle 2022">
                            <a:extLst>
                              <a:ext uri="{FF2B5EF4-FFF2-40B4-BE49-F238E27FC236}">
                                <a16:creationId xmlns:a16="http://schemas.microsoft.com/office/drawing/2014/main" id="{E4FAD9E9-F75F-A6E7-1AAA-4B01518BE66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24" name="Rectangle 2023">
                            <a:extLst>
                              <a:ext uri="{FF2B5EF4-FFF2-40B4-BE49-F238E27FC236}">
                                <a16:creationId xmlns:a16="http://schemas.microsoft.com/office/drawing/2014/main" id="{C30427D3-35CC-4772-B642-6643AF11C2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25" name="Rectangle 2024">
                            <a:extLst>
                              <a:ext uri="{FF2B5EF4-FFF2-40B4-BE49-F238E27FC236}">
                                <a16:creationId xmlns:a16="http://schemas.microsoft.com/office/drawing/2014/main" id="{D87FEBFA-9136-1D62-9BEA-0A7403869C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26" name="Rectangle 2025">
                            <a:extLst>
                              <a:ext uri="{FF2B5EF4-FFF2-40B4-BE49-F238E27FC236}">
                                <a16:creationId xmlns:a16="http://schemas.microsoft.com/office/drawing/2014/main" id="{95E1998B-BE7D-8A22-A0DB-012A36AFAF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27" name="Rectangle 2026">
                            <a:extLst>
                              <a:ext uri="{FF2B5EF4-FFF2-40B4-BE49-F238E27FC236}">
                                <a16:creationId xmlns:a16="http://schemas.microsoft.com/office/drawing/2014/main" id="{35CF0E6F-8EA2-8CC9-685C-655BD64935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28" name="Rectangle 2027">
                            <a:extLst>
                              <a:ext uri="{FF2B5EF4-FFF2-40B4-BE49-F238E27FC236}">
                                <a16:creationId xmlns:a16="http://schemas.microsoft.com/office/drawing/2014/main" id="{DFB593F7-0B0E-8514-41F7-D43B156805D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2008" name="Group 2007">
                          <a:extLst>
                            <a:ext uri="{FF2B5EF4-FFF2-40B4-BE49-F238E27FC236}">
                              <a16:creationId xmlns:a16="http://schemas.microsoft.com/office/drawing/2014/main" id="{32B4C109-E9EE-F0DB-61F5-69447158527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21381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2009" name="Rectangle 2008">
                            <a:extLst>
                              <a:ext uri="{FF2B5EF4-FFF2-40B4-BE49-F238E27FC236}">
                                <a16:creationId xmlns:a16="http://schemas.microsoft.com/office/drawing/2014/main" id="{F6680CFF-07A1-C88F-966C-C20FBA9A64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10" name="Rectangle 2009">
                            <a:extLst>
                              <a:ext uri="{FF2B5EF4-FFF2-40B4-BE49-F238E27FC236}">
                                <a16:creationId xmlns:a16="http://schemas.microsoft.com/office/drawing/2014/main" id="{DD4900B6-74A2-96A4-E858-7C554E413FD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11" name="Rectangle 2010">
                            <a:extLst>
                              <a:ext uri="{FF2B5EF4-FFF2-40B4-BE49-F238E27FC236}">
                                <a16:creationId xmlns:a16="http://schemas.microsoft.com/office/drawing/2014/main" id="{0A9EF2E6-F1C5-D193-E22F-6991F466C8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12" name="Rectangle 2011">
                            <a:extLst>
                              <a:ext uri="{FF2B5EF4-FFF2-40B4-BE49-F238E27FC236}">
                                <a16:creationId xmlns:a16="http://schemas.microsoft.com/office/drawing/2014/main" id="{3BCCA15A-4952-55B7-4109-ED682CF0826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13" name="Rectangle 2012">
                            <a:extLst>
                              <a:ext uri="{FF2B5EF4-FFF2-40B4-BE49-F238E27FC236}">
                                <a16:creationId xmlns:a16="http://schemas.microsoft.com/office/drawing/2014/main" id="{88F0EF04-259F-DFAB-BFB2-FEB23632C1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14" name="Rectangle 2013">
                            <a:extLst>
                              <a:ext uri="{FF2B5EF4-FFF2-40B4-BE49-F238E27FC236}">
                                <a16:creationId xmlns:a16="http://schemas.microsoft.com/office/drawing/2014/main" id="{E088D047-EC0E-B5BD-2B4A-0E66D96FDF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15" name="Rectangle 2014">
                            <a:extLst>
                              <a:ext uri="{FF2B5EF4-FFF2-40B4-BE49-F238E27FC236}">
                                <a16:creationId xmlns:a16="http://schemas.microsoft.com/office/drawing/2014/main" id="{7014D8D1-B07C-1C43-6380-80594D305F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16" name="Rectangle 2015">
                            <a:extLst>
                              <a:ext uri="{FF2B5EF4-FFF2-40B4-BE49-F238E27FC236}">
                                <a16:creationId xmlns:a16="http://schemas.microsoft.com/office/drawing/2014/main" id="{62E34324-6324-9C35-A12D-C5B1BD28D4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17" name="Rectangle 2016">
                            <a:extLst>
                              <a:ext uri="{FF2B5EF4-FFF2-40B4-BE49-F238E27FC236}">
                                <a16:creationId xmlns:a16="http://schemas.microsoft.com/office/drawing/2014/main" id="{8882E997-ACA6-D45F-53FE-2CFEC3535C9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18" name="Rectangle 2017">
                            <a:extLst>
                              <a:ext uri="{FF2B5EF4-FFF2-40B4-BE49-F238E27FC236}">
                                <a16:creationId xmlns:a16="http://schemas.microsoft.com/office/drawing/2014/main" id="{FEAF0065-16A9-BED7-AC95-D133494768A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1984" name="Group 1983">
                        <a:extLst>
                          <a:ext uri="{FF2B5EF4-FFF2-40B4-BE49-F238E27FC236}">
                            <a16:creationId xmlns:a16="http://schemas.microsoft.com/office/drawing/2014/main" id="{B7ECABBF-59F7-5353-AC59-E534A20BB04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985" name="Group 1984">
                          <a:extLst>
                            <a:ext uri="{FF2B5EF4-FFF2-40B4-BE49-F238E27FC236}">
                              <a16:creationId xmlns:a16="http://schemas.microsoft.com/office/drawing/2014/main" id="{9E0862F6-5D12-7101-E16E-194570070E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997" name="Rectangle 1996">
                            <a:extLst>
                              <a:ext uri="{FF2B5EF4-FFF2-40B4-BE49-F238E27FC236}">
                                <a16:creationId xmlns:a16="http://schemas.microsoft.com/office/drawing/2014/main" id="{EBC0203B-5EF2-2E40-8906-3AD686F2383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98" name="Rectangle 1997">
                            <a:extLst>
                              <a:ext uri="{FF2B5EF4-FFF2-40B4-BE49-F238E27FC236}">
                                <a16:creationId xmlns:a16="http://schemas.microsoft.com/office/drawing/2014/main" id="{A2DC8027-43DC-AC78-353D-8B35283EFF6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99" name="Rectangle 1998">
                            <a:extLst>
                              <a:ext uri="{FF2B5EF4-FFF2-40B4-BE49-F238E27FC236}">
                                <a16:creationId xmlns:a16="http://schemas.microsoft.com/office/drawing/2014/main" id="{E2A67A59-54DA-1E7A-4D95-437AE10FB57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00" name="Rectangle 1999">
                            <a:extLst>
                              <a:ext uri="{FF2B5EF4-FFF2-40B4-BE49-F238E27FC236}">
                                <a16:creationId xmlns:a16="http://schemas.microsoft.com/office/drawing/2014/main" id="{086EA4A4-235C-E267-0F53-3163BCB1DC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01" name="Rectangle 2000">
                            <a:extLst>
                              <a:ext uri="{FF2B5EF4-FFF2-40B4-BE49-F238E27FC236}">
                                <a16:creationId xmlns:a16="http://schemas.microsoft.com/office/drawing/2014/main" id="{F03C1061-FA72-9D85-80CE-F6D61E2429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02" name="Rectangle 2001">
                            <a:extLst>
                              <a:ext uri="{FF2B5EF4-FFF2-40B4-BE49-F238E27FC236}">
                                <a16:creationId xmlns:a16="http://schemas.microsoft.com/office/drawing/2014/main" id="{26876D41-C85B-9B27-2894-D8FA1E8FD7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03" name="Rectangle 2002">
                            <a:extLst>
                              <a:ext uri="{FF2B5EF4-FFF2-40B4-BE49-F238E27FC236}">
                                <a16:creationId xmlns:a16="http://schemas.microsoft.com/office/drawing/2014/main" id="{7BAB29EB-9C94-9C25-33A5-AD44C5A822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04" name="Rectangle 2003">
                            <a:extLst>
                              <a:ext uri="{FF2B5EF4-FFF2-40B4-BE49-F238E27FC236}">
                                <a16:creationId xmlns:a16="http://schemas.microsoft.com/office/drawing/2014/main" id="{1B616E7A-4A98-F218-4415-C7FDB91E46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05" name="Rectangle 2004">
                            <a:extLst>
                              <a:ext uri="{FF2B5EF4-FFF2-40B4-BE49-F238E27FC236}">
                                <a16:creationId xmlns:a16="http://schemas.microsoft.com/office/drawing/2014/main" id="{A2FA5CA5-9E6D-293D-4E38-CBE1371B5C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2006" name="Rectangle 2005">
                            <a:extLst>
                              <a:ext uri="{FF2B5EF4-FFF2-40B4-BE49-F238E27FC236}">
                                <a16:creationId xmlns:a16="http://schemas.microsoft.com/office/drawing/2014/main" id="{70EAF98E-0702-817B-FAD8-3C16CBE251E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986" name="Group 1985">
                          <a:extLst>
                            <a:ext uri="{FF2B5EF4-FFF2-40B4-BE49-F238E27FC236}">
                              <a16:creationId xmlns:a16="http://schemas.microsoft.com/office/drawing/2014/main" id="{E1F1882A-9D27-92E2-BA2B-2D1B9385372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987" name="Rectangle 1986">
                            <a:extLst>
                              <a:ext uri="{FF2B5EF4-FFF2-40B4-BE49-F238E27FC236}">
                                <a16:creationId xmlns:a16="http://schemas.microsoft.com/office/drawing/2014/main" id="{69BB56F5-FD32-E843-222A-C1D4C52CDF9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88" name="Rectangle 1987">
                            <a:extLst>
                              <a:ext uri="{FF2B5EF4-FFF2-40B4-BE49-F238E27FC236}">
                                <a16:creationId xmlns:a16="http://schemas.microsoft.com/office/drawing/2014/main" id="{F9C2E968-02D2-115E-FA04-677C6E798C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89" name="Rectangle 1988">
                            <a:extLst>
                              <a:ext uri="{FF2B5EF4-FFF2-40B4-BE49-F238E27FC236}">
                                <a16:creationId xmlns:a16="http://schemas.microsoft.com/office/drawing/2014/main" id="{74DF2E19-1C0F-9A73-B653-A75EC497F2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90" name="Rectangle 1989">
                            <a:extLst>
                              <a:ext uri="{FF2B5EF4-FFF2-40B4-BE49-F238E27FC236}">
                                <a16:creationId xmlns:a16="http://schemas.microsoft.com/office/drawing/2014/main" id="{A669075B-E70C-A4F0-F6B7-2EDB4B23AC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91" name="Rectangle 1990">
                            <a:extLst>
                              <a:ext uri="{FF2B5EF4-FFF2-40B4-BE49-F238E27FC236}">
                                <a16:creationId xmlns:a16="http://schemas.microsoft.com/office/drawing/2014/main" id="{7F3763CB-14B5-5B92-1195-D27926E9338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92" name="Rectangle 1991">
                            <a:extLst>
                              <a:ext uri="{FF2B5EF4-FFF2-40B4-BE49-F238E27FC236}">
                                <a16:creationId xmlns:a16="http://schemas.microsoft.com/office/drawing/2014/main" id="{EC351F5F-9F8E-3ACF-E05E-4BDD82F1B6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93" name="Rectangle 1992">
                            <a:extLst>
                              <a:ext uri="{FF2B5EF4-FFF2-40B4-BE49-F238E27FC236}">
                                <a16:creationId xmlns:a16="http://schemas.microsoft.com/office/drawing/2014/main" id="{5A875342-C5F3-7104-9468-67F76D9146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94" name="Rectangle 1993">
                            <a:extLst>
                              <a:ext uri="{FF2B5EF4-FFF2-40B4-BE49-F238E27FC236}">
                                <a16:creationId xmlns:a16="http://schemas.microsoft.com/office/drawing/2014/main" id="{C8BC2AE0-6FF3-C087-C34C-30DA8628710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95" name="Rectangle 1994">
                            <a:extLst>
                              <a:ext uri="{FF2B5EF4-FFF2-40B4-BE49-F238E27FC236}">
                                <a16:creationId xmlns:a16="http://schemas.microsoft.com/office/drawing/2014/main" id="{E9D38065-E347-B7BF-37A1-77361A8CD5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96" name="Rectangle 1995">
                            <a:extLst>
                              <a:ext uri="{FF2B5EF4-FFF2-40B4-BE49-F238E27FC236}">
                                <a16:creationId xmlns:a16="http://schemas.microsoft.com/office/drawing/2014/main" id="{E176A290-74A1-5E44-8BB4-C1E372CEE33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936" name="Group 1935">
                      <a:extLst>
                        <a:ext uri="{FF2B5EF4-FFF2-40B4-BE49-F238E27FC236}">
                          <a16:creationId xmlns:a16="http://schemas.microsoft.com/office/drawing/2014/main" id="{110B12A1-3730-B2D5-52AD-EBEAF94E940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937" name="Group 1936">
                        <a:extLst>
                          <a:ext uri="{FF2B5EF4-FFF2-40B4-BE49-F238E27FC236}">
                            <a16:creationId xmlns:a16="http://schemas.microsoft.com/office/drawing/2014/main" id="{4D8A6475-68DB-5219-8BF7-AB27A57DF67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1961" name="Group 1960">
                          <a:extLst>
                            <a:ext uri="{FF2B5EF4-FFF2-40B4-BE49-F238E27FC236}">
                              <a16:creationId xmlns:a16="http://schemas.microsoft.com/office/drawing/2014/main" id="{3AF7A6B7-81B1-F5A9-EC28-782AE113CF1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973" name="Rectangle 1972">
                            <a:extLst>
                              <a:ext uri="{FF2B5EF4-FFF2-40B4-BE49-F238E27FC236}">
                                <a16:creationId xmlns:a16="http://schemas.microsoft.com/office/drawing/2014/main" id="{8FCB66B7-7A58-1A91-6B19-EA9540EC41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74" name="Rectangle 1973">
                            <a:extLst>
                              <a:ext uri="{FF2B5EF4-FFF2-40B4-BE49-F238E27FC236}">
                                <a16:creationId xmlns:a16="http://schemas.microsoft.com/office/drawing/2014/main" id="{F77D622F-75DE-66F0-922B-A8832771BA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75" name="Rectangle 1974">
                            <a:extLst>
                              <a:ext uri="{FF2B5EF4-FFF2-40B4-BE49-F238E27FC236}">
                                <a16:creationId xmlns:a16="http://schemas.microsoft.com/office/drawing/2014/main" id="{DA63E5D1-FE3D-78BF-AC4B-4DE3AFE76E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76" name="Rectangle 1975">
                            <a:extLst>
                              <a:ext uri="{FF2B5EF4-FFF2-40B4-BE49-F238E27FC236}">
                                <a16:creationId xmlns:a16="http://schemas.microsoft.com/office/drawing/2014/main" id="{D89835F7-4742-78A3-0D27-E6D152F2A1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77" name="Rectangle 1976">
                            <a:extLst>
                              <a:ext uri="{FF2B5EF4-FFF2-40B4-BE49-F238E27FC236}">
                                <a16:creationId xmlns:a16="http://schemas.microsoft.com/office/drawing/2014/main" id="{C8CE9137-0FF2-E9C1-81BC-CE9B56835C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78" name="Rectangle 1977">
                            <a:extLst>
                              <a:ext uri="{FF2B5EF4-FFF2-40B4-BE49-F238E27FC236}">
                                <a16:creationId xmlns:a16="http://schemas.microsoft.com/office/drawing/2014/main" id="{48AB5E90-08E6-82EC-4BC8-F9EB27BD865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79" name="Rectangle 1978">
                            <a:extLst>
                              <a:ext uri="{FF2B5EF4-FFF2-40B4-BE49-F238E27FC236}">
                                <a16:creationId xmlns:a16="http://schemas.microsoft.com/office/drawing/2014/main" id="{F353702B-2705-4E26-EA0B-F0A8C11CA8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80" name="Rectangle 1979">
                            <a:extLst>
                              <a:ext uri="{FF2B5EF4-FFF2-40B4-BE49-F238E27FC236}">
                                <a16:creationId xmlns:a16="http://schemas.microsoft.com/office/drawing/2014/main" id="{AAA6F71D-2F54-A2A0-20A8-975141BCC5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81" name="Rectangle 1980">
                            <a:extLst>
                              <a:ext uri="{FF2B5EF4-FFF2-40B4-BE49-F238E27FC236}">
                                <a16:creationId xmlns:a16="http://schemas.microsoft.com/office/drawing/2014/main" id="{C1DE45FF-822F-4712-5607-30BF3455BA9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82" name="Rectangle 1981">
                            <a:extLst>
                              <a:ext uri="{FF2B5EF4-FFF2-40B4-BE49-F238E27FC236}">
                                <a16:creationId xmlns:a16="http://schemas.microsoft.com/office/drawing/2014/main" id="{EA92678E-2D9F-0685-878D-94A05FB7A84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962" name="Group 1961">
                          <a:extLst>
                            <a:ext uri="{FF2B5EF4-FFF2-40B4-BE49-F238E27FC236}">
                              <a16:creationId xmlns:a16="http://schemas.microsoft.com/office/drawing/2014/main" id="{0251BE70-CA17-81E8-6EED-D0BA9877B9D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963" name="Rectangle 1962">
                            <a:extLst>
                              <a:ext uri="{FF2B5EF4-FFF2-40B4-BE49-F238E27FC236}">
                                <a16:creationId xmlns:a16="http://schemas.microsoft.com/office/drawing/2014/main" id="{61F6291C-99BA-CDC2-6E02-3C8FED7736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64" name="Rectangle 1963">
                            <a:extLst>
                              <a:ext uri="{FF2B5EF4-FFF2-40B4-BE49-F238E27FC236}">
                                <a16:creationId xmlns:a16="http://schemas.microsoft.com/office/drawing/2014/main" id="{85778307-457E-4379-2915-2E0BEAEC3F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65" name="Rectangle 1964">
                            <a:extLst>
                              <a:ext uri="{FF2B5EF4-FFF2-40B4-BE49-F238E27FC236}">
                                <a16:creationId xmlns:a16="http://schemas.microsoft.com/office/drawing/2014/main" id="{D9F02977-3D9F-AA72-3C4A-AA759884201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66" name="Rectangle 1965">
                            <a:extLst>
                              <a:ext uri="{FF2B5EF4-FFF2-40B4-BE49-F238E27FC236}">
                                <a16:creationId xmlns:a16="http://schemas.microsoft.com/office/drawing/2014/main" id="{4225BF26-8727-7B36-1518-16AC875EFE1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67" name="Rectangle 1966">
                            <a:extLst>
                              <a:ext uri="{FF2B5EF4-FFF2-40B4-BE49-F238E27FC236}">
                                <a16:creationId xmlns:a16="http://schemas.microsoft.com/office/drawing/2014/main" id="{21084A5D-C334-0A6A-CD0C-ABADF5D59A1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68" name="Rectangle 1967">
                            <a:extLst>
                              <a:ext uri="{FF2B5EF4-FFF2-40B4-BE49-F238E27FC236}">
                                <a16:creationId xmlns:a16="http://schemas.microsoft.com/office/drawing/2014/main" id="{C00EFFEA-7D97-31B8-DB9B-6A1099C701C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69" name="Rectangle 1968">
                            <a:extLst>
                              <a:ext uri="{FF2B5EF4-FFF2-40B4-BE49-F238E27FC236}">
                                <a16:creationId xmlns:a16="http://schemas.microsoft.com/office/drawing/2014/main" id="{980F015B-3308-4F7C-052C-2E41C184DBE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70" name="Rectangle 1969">
                            <a:extLst>
                              <a:ext uri="{FF2B5EF4-FFF2-40B4-BE49-F238E27FC236}">
                                <a16:creationId xmlns:a16="http://schemas.microsoft.com/office/drawing/2014/main" id="{6B06B2FB-9026-CC7D-7FAB-C49EB63635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71" name="Rectangle 1970">
                            <a:extLst>
                              <a:ext uri="{FF2B5EF4-FFF2-40B4-BE49-F238E27FC236}">
                                <a16:creationId xmlns:a16="http://schemas.microsoft.com/office/drawing/2014/main" id="{2BDDBE18-6E13-6E77-9709-656BA17463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72" name="Rectangle 1971">
                            <a:extLst>
                              <a:ext uri="{FF2B5EF4-FFF2-40B4-BE49-F238E27FC236}">
                                <a16:creationId xmlns:a16="http://schemas.microsoft.com/office/drawing/2014/main" id="{33ADE9B6-247D-686F-F379-7AEAA2FBEB5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1938" name="Group 1937">
                        <a:extLst>
                          <a:ext uri="{FF2B5EF4-FFF2-40B4-BE49-F238E27FC236}">
                            <a16:creationId xmlns:a16="http://schemas.microsoft.com/office/drawing/2014/main" id="{3B3BA74B-5970-DA0D-596A-3F89998EAF3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939" name="Group 1938">
                          <a:extLst>
                            <a:ext uri="{FF2B5EF4-FFF2-40B4-BE49-F238E27FC236}">
                              <a16:creationId xmlns:a16="http://schemas.microsoft.com/office/drawing/2014/main" id="{199DE4D2-A08A-DC34-252B-A5DA46C6C7B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951" name="Rectangle 1950">
                            <a:extLst>
                              <a:ext uri="{FF2B5EF4-FFF2-40B4-BE49-F238E27FC236}">
                                <a16:creationId xmlns:a16="http://schemas.microsoft.com/office/drawing/2014/main" id="{E4C1BAB8-1506-53C7-57C6-369DDDD631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52" name="Rectangle 1951">
                            <a:extLst>
                              <a:ext uri="{FF2B5EF4-FFF2-40B4-BE49-F238E27FC236}">
                                <a16:creationId xmlns:a16="http://schemas.microsoft.com/office/drawing/2014/main" id="{0FDCE477-5508-F57D-75DB-E3F2EC899A9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53" name="Rectangle 1952">
                            <a:extLst>
                              <a:ext uri="{FF2B5EF4-FFF2-40B4-BE49-F238E27FC236}">
                                <a16:creationId xmlns:a16="http://schemas.microsoft.com/office/drawing/2014/main" id="{916493BD-3363-6DBC-CE20-19BA885B05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54" name="Rectangle 1953">
                            <a:extLst>
                              <a:ext uri="{FF2B5EF4-FFF2-40B4-BE49-F238E27FC236}">
                                <a16:creationId xmlns:a16="http://schemas.microsoft.com/office/drawing/2014/main" id="{B92D4BEB-DEB7-3EC6-FCF9-5C32A6C1B9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55" name="Rectangle 1954">
                            <a:extLst>
                              <a:ext uri="{FF2B5EF4-FFF2-40B4-BE49-F238E27FC236}">
                                <a16:creationId xmlns:a16="http://schemas.microsoft.com/office/drawing/2014/main" id="{E23D26EB-983B-2555-BD29-62E90A3D92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56" name="Rectangle 1955">
                            <a:extLst>
                              <a:ext uri="{FF2B5EF4-FFF2-40B4-BE49-F238E27FC236}">
                                <a16:creationId xmlns:a16="http://schemas.microsoft.com/office/drawing/2014/main" id="{5613BAC0-687C-2504-51FF-C5354E72C88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57" name="Rectangle 1956">
                            <a:extLst>
                              <a:ext uri="{FF2B5EF4-FFF2-40B4-BE49-F238E27FC236}">
                                <a16:creationId xmlns:a16="http://schemas.microsoft.com/office/drawing/2014/main" id="{D98AD8BB-9001-0F47-1A3D-78741D9FD4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58" name="Rectangle 1957">
                            <a:extLst>
                              <a:ext uri="{FF2B5EF4-FFF2-40B4-BE49-F238E27FC236}">
                                <a16:creationId xmlns:a16="http://schemas.microsoft.com/office/drawing/2014/main" id="{BCAAC0B2-06C2-08AC-6421-409E55EBD7B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59" name="Rectangle 1958">
                            <a:extLst>
                              <a:ext uri="{FF2B5EF4-FFF2-40B4-BE49-F238E27FC236}">
                                <a16:creationId xmlns:a16="http://schemas.microsoft.com/office/drawing/2014/main" id="{9C1722EA-F9CB-2BF2-8531-EF605667853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60" name="Rectangle 1959">
                            <a:extLst>
                              <a:ext uri="{FF2B5EF4-FFF2-40B4-BE49-F238E27FC236}">
                                <a16:creationId xmlns:a16="http://schemas.microsoft.com/office/drawing/2014/main" id="{F86F9BFE-BAE7-2297-2B99-90AC00EE995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940" name="Group 1939">
                          <a:extLst>
                            <a:ext uri="{FF2B5EF4-FFF2-40B4-BE49-F238E27FC236}">
                              <a16:creationId xmlns:a16="http://schemas.microsoft.com/office/drawing/2014/main" id="{0E8022B1-A5F4-8483-B313-95B4A05E626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941" name="Rectangle 1940">
                            <a:extLst>
                              <a:ext uri="{FF2B5EF4-FFF2-40B4-BE49-F238E27FC236}">
                                <a16:creationId xmlns:a16="http://schemas.microsoft.com/office/drawing/2014/main" id="{67514595-181B-E5BF-B912-44AA571CB1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42" name="Rectangle 1941">
                            <a:extLst>
                              <a:ext uri="{FF2B5EF4-FFF2-40B4-BE49-F238E27FC236}">
                                <a16:creationId xmlns:a16="http://schemas.microsoft.com/office/drawing/2014/main" id="{CA330032-3D47-FA1E-9FD3-075B65A691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43" name="Rectangle 1942">
                            <a:extLst>
                              <a:ext uri="{FF2B5EF4-FFF2-40B4-BE49-F238E27FC236}">
                                <a16:creationId xmlns:a16="http://schemas.microsoft.com/office/drawing/2014/main" id="{13781076-164C-2116-B4F0-CDD4807433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44" name="Rectangle 1943">
                            <a:extLst>
                              <a:ext uri="{FF2B5EF4-FFF2-40B4-BE49-F238E27FC236}">
                                <a16:creationId xmlns:a16="http://schemas.microsoft.com/office/drawing/2014/main" id="{F451F5ED-5DD2-5BEA-3D52-E2778113345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45" name="Rectangle 1944">
                            <a:extLst>
                              <a:ext uri="{FF2B5EF4-FFF2-40B4-BE49-F238E27FC236}">
                                <a16:creationId xmlns:a16="http://schemas.microsoft.com/office/drawing/2014/main" id="{E69EC7CE-B5F2-3C99-8A82-E3E99BCBC6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46" name="Rectangle 1945">
                            <a:extLst>
                              <a:ext uri="{FF2B5EF4-FFF2-40B4-BE49-F238E27FC236}">
                                <a16:creationId xmlns:a16="http://schemas.microsoft.com/office/drawing/2014/main" id="{6B10024B-8234-FA7D-51E5-005B9617572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47" name="Rectangle 1946">
                            <a:extLst>
                              <a:ext uri="{FF2B5EF4-FFF2-40B4-BE49-F238E27FC236}">
                                <a16:creationId xmlns:a16="http://schemas.microsoft.com/office/drawing/2014/main" id="{AC5FEFD6-0123-48EA-AC83-D669F6D9EAC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48" name="Rectangle 1947">
                            <a:extLst>
                              <a:ext uri="{FF2B5EF4-FFF2-40B4-BE49-F238E27FC236}">
                                <a16:creationId xmlns:a16="http://schemas.microsoft.com/office/drawing/2014/main" id="{7FB16115-A1E1-9268-5BED-73E226C4BE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49" name="Rectangle 1948">
                            <a:extLst>
                              <a:ext uri="{FF2B5EF4-FFF2-40B4-BE49-F238E27FC236}">
                                <a16:creationId xmlns:a16="http://schemas.microsoft.com/office/drawing/2014/main" id="{CEF8C33D-61A9-C638-CBDC-5B749929DC0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50" name="Rectangle 1949">
                            <a:extLst>
                              <a:ext uri="{FF2B5EF4-FFF2-40B4-BE49-F238E27FC236}">
                                <a16:creationId xmlns:a16="http://schemas.microsoft.com/office/drawing/2014/main" id="{C3C942C5-BA0E-F31D-545C-15E7869710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840" name="Group 1839">
                    <a:extLst>
                      <a:ext uri="{FF2B5EF4-FFF2-40B4-BE49-F238E27FC236}">
                        <a16:creationId xmlns:a16="http://schemas.microsoft.com/office/drawing/2014/main" id="{ED574FCE-5425-6FB1-024A-B720EE9CA26F}"/>
                      </a:ext>
                    </a:extLst>
                  </p:cNvPr>
                  <p:cNvGrpSpPr/>
                  <p:nvPr/>
                </p:nvGrpSpPr>
                <p:grpSpPr>
                  <a:xfrm>
                    <a:off x="4917155" y="312096"/>
                    <a:ext cx="3998277" cy="345202"/>
                    <a:chOff x="921102" y="312096"/>
                    <a:chExt cx="3998277" cy="345202"/>
                  </a:xfrm>
                </p:grpSpPr>
                <p:grpSp>
                  <p:nvGrpSpPr>
                    <p:cNvPr id="1841" name="Group 1840">
                      <a:extLst>
                        <a:ext uri="{FF2B5EF4-FFF2-40B4-BE49-F238E27FC236}">
                          <a16:creationId xmlns:a16="http://schemas.microsoft.com/office/drawing/2014/main" id="{AF3F427A-8D66-6FDC-5BFE-5C594AE4250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2001831" cy="345202"/>
                      <a:chOff x="921102" y="312096"/>
                      <a:chExt cx="2001831" cy="345202"/>
                    </a:xfrm>
                  </p:grpSpPr>
                  <p:grpSp>
                    <p:nvGrpSpPr>
                      <p:cNvPr id="1889" name="Group 1888">
                        <a:extLst>
                          <a:ext uri="{FF2B5EF4-FFF2-40B4-BE49-F238E27FC236}">
                            <a16:creationId xmlns:a16="http://schemas.microsoft.com/office/drawing/2014/main" id="{E20EE3DD-038A-6F77-6092-3D07563F653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999157" cy="345202"/>
                        <a:chOff x="921102" y="312096"/>
                        <a:chExt cx="999157" cy="345202"/>
                      </a:xfrm>
                    </p:grpSpPr>
                    <p:grpSp>
                      <p:nvGrpSpPr>
                        <p:cNvPr id="1913" name="Group 1912">
                          <a:extLst>
                            <a:ext uri="{FF2B5EF4-FFF2-40B4-BE49-F238E27FC236}">
                              <a16:creationId xmlns:a16="http://schemas.microsoft.com/office/drawing/2014/main" id="{C860DDF4-F441-4F24-CDB0-A714AA74358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490994" cy="345202"/>
                          <a:chOff x="807993" y="409074"/>
                          <a:chExt cx="43352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925" name="Rectangle 1924">
                            <a:extLst>
                              <a:ext uri="{FF2B5EF4-FFF2-40B4-BE49-F238E27FC236}">
                                <a16:creationId xmlns:a16="http://schemas.microsoft.com/office/drawing/2014/main" id="{F3FF263E-9349-E337-C7AC-A9F59D0505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26" name="Rectangle 1925">
                            <a:extLst>
                              <a:ext uri="{FF2B5EF4-FFF2-40B4-BE49-F238E27FC236}">
                                <a16:creationId xmlns:a16="http://schemas.microsoft.com/office/drawing/2014/main" id="{9D176CFB-B1F5-8F85-686C-6B01C9FB59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27" name="Rectangle 1926">
                            <a:extLst>
                              <a:ext uri="{FF2B5EF4-FFF2-40B4-BE49-F238E27FC236}">
                                <a16:creationId xmlns:a16="http://schemas.microsoft.com/office/drawing/2014/main" id="{FE202CBA-2598-42D6-1ACF-9B3E04B07C5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28" name="Rectangle 1927">
                            <a:extLst>
                              <a:ext uri="{FF2B5EF4-FFF2-40B4-BE49-F238E27FC236}">
                                <a16:creationId xmlns:a16="http://schemas.microsoft.com/office/drawing/2014/main" id="{3D1B0B78-1224-7E01-1C39-44AB45A3E4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29" name="Rectangle 1928">
                            <a:extLst>
                              <a:ext uri="{FF2B5EF4-FFF2-40B4-BE49-F238E27FC236}">
                                <a16:creationId xmlns:a16="http://schemas.microsoft.com/office/drawing/2014/main" id="{CBD85639-1B8E-191A-FDF5-98E46E82981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30" name="Rectangle 1929">
                            <a:extLst>
                              <a:ext uri="{FF2B5EF4-FFF2-40B4-BE49-F238E27FC236}">
                                <a16:creationId xmlns:a16="http://schemas.microsoft.com/office/drawing/2014/main" id="{00143DCC-3C0A-9253-C141-7CF665284E5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31" name="Rectangle 1930">
                            <a:extLst>
                              <a:ext uri="{FF2B5EF4-FFF2-40B4-BE49-F238E27FC236}">
                                <a16:creationId xmlns:a16="http://schemas.microsoft.com/office/drawing/2014/main" id="{1E43E2DA-A525-83FE-368E-57ABE54018D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32" name="Rectangle 1931">
                            <a:extLst>
                              <a:ext uri="{FF2B5EF4-FFF2-40B4-BE49-F238E27FC236}">
                                <a16:creationId xmlns:a16="http://schemas.microsoft.com/office/drawing/2014/main" id="{D0EFAA2E-C6C4-1943-E296-24B503E649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227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33" name="Rectangle 1932">
                            <a:extLst>
                              <a:ext uri="{FF2B5EF4-FFF2-40B4-BE49-F238E27FC236}">
                                <a16:creationId xmlns:a16="http://schemas.microsoft.com/office/drawing/2014/main" id="{24ADA59E-CC55-AB02-CCC0-6987664F60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5679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34" name="Rectangle 1933">
                            <a:extLst>
                              <a:ext uri="{FF2B5EF4-FFF2-40B4-BE49-F238E27FC236}">
                                <a16:creationId xmlns:a16="http://schemas.microsoft.com/office/drawing/2014/main" id="{2657FE7E-9514-396B-9AF1-CE0DA4ABDC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9580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914" name="Group 1913">
                          <a:extLst>
                            <a:ext uri="{FF2B5EF4-FFF2-40B4-BE49-F238E27FC236}">
                              <a16:creationId xmlns:a16="http://schemas.microsoft.com/office/drawing/2014/main" id="{F90110F5-C5A9-0B03-55B0-E66B5BAE586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915" name="Rectangle 1914">
                            <a:extLst>
                              <a:ext uri="{FF2B5EF4-FFF2-40B4-BE49-F238E27FC236}">
                                <a16:creationId xmlns:a16="http://schemas.microsoft.com/office/drawing/2014/main" id="{96593CF2-AED0-8ECC-1799-C7FBDE1192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16" name="Rectangle 1915">
                            <a:extLst>
                              <a:ext uri="{FF2B5EF4-FFF2-40B4-BE49-F238E27FC236}">
                                <a16:creationId xmlns:a16="http://schemas.microsoft.com/office/drawing/2014/main" id="{D5F1746A-4088-7FC2-E995-10337FB985A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17" name="Rectangle 1916">
                            <a:extLst>
                              <a:ext uri="{FF2B5EF4-FFF2-40B4-BE49-F238E27FC236}">
                                <a16:creationId xmlns:a16="http://schemas.microsoft.com/office/drawing/2014/main" id="{4BC5AD3B-CD59-7208-B2AD-298CE9626F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18" name="Rectangle 1917">
                            <a:extLst>
                              <a:ext uri="{FF2B5EF4-FFF2-40B4-BE49-F238E27FC236}">
                                <a16:creationId xmlns:a16="http://schemas.microsoft.com/office/drawing/2014/main" id="{7A6F315B-4F1A-A99C-A6B4-307CA31BFED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19" name="Rectangle 1918">
                            <a:extLst>
                              <a:ext uri="{FF2B5EF4-FFF2-40B4-BE49-F238E27FC236}">
                                <a16:creationId xmlns:a16="http://schemas.microsoft.com/office/drawing/2014/main" id="{4FEFB777-A1A7-FCFB-F4F6-502AC1B90D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20" name="Rectangle 1919">
                            <a:extLst>
                              <a:ext uri="{FF2B5EF4-FFF2-40B4-BE49-F238E27FC236}">
                                <a16:creationId xmlns:a16="http://schemas.microsoft.com/office/drawing/2014/main" id="{D22FDA15-BEBB-73DE-C8BB-93A2CE8165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21" name="Rectangle 1920">
                            <a:extLst>
                              <a:ext uri="{FF2B5EF4-FFF2-40B4-BE49-F238E27FC236}">
                                <a16:creationId xmlns:a16="http://schemas.microsoft.com/office/drawing/2014/main" id="{2E403627-D6C3-FC6E-85EB-4645AF8B813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22" name="Rectangle 1921">
                            <a:extLst>
                              <a:ext uri="{FF2B5EF4-FFF2-40B4-BE49-F238E27FC236}">
                                <a16:creationId xmlns:a16="http://schemas.microsoft.com/office/drawing/2014/main" id="{17A68954-4032-8996-5EEC-46BAB863E72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23" name="Rectangle 1922">
                            <a:extLst>
                              <a:ext uri="{FF2B5EF4-FFF2-40B4-BE49-F238E27FC236}">
                                <a16:creationId xmlns:a16="http://schemas.microsoft.com/office/drawing/2014/main" id="{7E7F5B02-B1E6-45E4-6A61-11A6939FD0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24" name="Rectangle 1923">
                            <a:extLst>
                              <a:ext uri="{FF2B5EF4-FFF2-40B4-BE49-F238E27FC236}">
                                <a16:creationId xmlns:a16="http://schemas.microsoft.com/office/drawing/2014/main" id="{64FB9C34-EAFA-7461-93CF-695795FF07E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1890" name="Group 1889">
                        <a:extLst>
                          <a:ext uri="{FF2B5EF4-FFF2-40B4-BE49-F238E27FC236}">
                            <a16:creationId xmlns:a16="http://schemas.microsoft.com/office/drawing/2014/main" id="{90D11B9E-E876-B055-1545-E977F8AC192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891" name="Group 1890">
                          <a:extLst>
                            <a:ext uri="{FF2B5EF4-FFF2-40B4-BE49-F238E27FC236}">
                              <a16:creationId xmlns:a16="http://schemas.microsoft.com/office/drawing/2014/main" id="{850E8285-49DF-55AC-9445-4C80B15995C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903" name="Rectangle 1902">
                            <a:extLst>
                              <a:ext uri="{FF2B5EF4-FFF2-40B4-BE49-F238E27FC236}">
                                <a16:creationId xmlns:a16="http://schemas.microsoft.com/office/drawing/2014/main" id="{3818A5CB-6447-C687-766E-6AD3BE9592C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04" name="Rectangle 1903">
                            <a:extLst>
                              <a:ext uri="{FF2B5EF4-FFF2-40B4-BE49-F238E27FC236}">
                                <a16:creationId xmlns:a16="http://schemas.microsoft.com/office/drawing/2014/main" id="{979DD0B8-260E-9662-B8FE-FF4CDC0762C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05" name="Rectangle 1904">
                            <a:extLst>
                              <a:ext uri="{FF2B5EF4-FFF2-40B4-BE49-F238E27FC236}">
                                <a16:creationId xmlns:a16="http://schemas.microsoft.com/office/drawing/2014/main" id="{19746EC7-80A6-A2D8-85F6-1B5886AEE7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06" name="Rectangle 1905">
                            <a:extLst>
                              <a:ext uri="{FF2B5EF4-FFF2-40B4-BE49-F238E27FC236}">
                                <a16:creationId xmlns:a16="http://schemas.microsoft.com/office/drawing/2014/main" id="{7E198042-3EF8-C0BC-0E7B-8B77D3135B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07" name="Rectangle 1906">
                            <a:extLst>
                              <a:ext uri="{FF2B5EF4-FFF2-40B4-BE49-F238E27FC236}">
                                <a16:creationId xmlns:a16="http://schemas.microsoft.com/office/drawing/2014/main" id="{D0CE48E5-0E8A-3B4D-CAC2-B8108F23920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08" name="Rectangle 1907">
                            <a:extLst>
                              <a:ext uri="{FF2B5EF4-FFF2-40B4-BE49-F238E27FC236}">
                                <a16:creationId xmlns:a16="http://schemas.microsoft.com/office/drawing/2014/main" id="{51F083D4-7C01-A66B-03DB-572F9A1EA03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09" name="Rectangle 1908">
                            <a:extLst>
                              <a:ext uri="{FF2B5EF4-FFF2-40B4-BE49-F238E27FC236}">
                                <a16:creationId xmlns:a16="http://schemas.microsoft.com/office/drawing/2014/main" id="{69B369E1-CC05-0725-924E-825AA5C4043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10" name="Rectangle 1909">
                            <a:extLst>
                              <a:ext uri="{FF2B5EF4-FFF2-40B4-BE49-F238E27FC236}">
                                <a16:creationId xmlns:a16="http://schemas.microsoft.com/office/drawing/2014/main" id="{D69C37AE-CD85-BD96-596D-3ACA0F94AE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11" name="Rectangle 1910">
                            <a:extLst>
                              <a:ext uri="{FF2B5EF4-FFF2-40B4-BE49-F238E27FC236}">
                                <a16:creationId xmlns:a16="http://schemas.microsoft.com/office/drawing/2014/main" id="{9ED76196-49D3-D83C-1810-B9E884BB027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12" name="Rectangle 1911">
                            <a:extLst>
                              <a:ext uri="{FF2B5EF4-FFF2-40B4-BE49-F238E27FC236}">
                                <a16:creationId xmlns:a16="http://schemas.microsoft.com/office/drawing/2014/main" id="{AB549A62-F2F8-5E50-AFE0-A67492B2159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892" name="Group 1891">
                          <a:extLst>
                            <a:ext uri="{FF2B5EF4-FFF2-40B4-BE49-F238E27FC236}">
                              <a16:creationId xmlns:a16="http://schemas.microsoft.com/office/drawing/2014/main" id="{FA2A5042-246C-1BC1-D97B-C724D629E87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893" name="Rectangle 1892">
                            <a:extLst>
                              <a:ext uri="{FF2B5EF4-FFF2-40B4-BE49-F238E27FC236}">
                                <a16:creationId xmlns:a16="http://schemas.microsoft.com/office/drawing/2014/main" id="{D20F64AA-CA07-8711-3854-B86E6752C96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94" name="Rectangle 1893">
                            <a:extLst>
                              <a:ext uri="{FF2B5EF4-FFF2-40B4-BE49-F238E27FC236}">
                                <a16:creationId xmlns:a16="http://schemas.microsoft.com/office/drawing/2014/main" id="{01ED3674-9AF1-C20E-6FAF-B2B257E472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95" name="Rectangle 1894">
                            <a:extLst>
                              <a:ext uri="{FF2B5EF4-FFF2-40B4-BE49-F238E27FC236}">
                                <a16:creationId xmlns:a16="http://schemas.microsoft.com/office/drawing/2014/main" id="{AEDA786B-C114-931D-E0A5-1EDDC8FE139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96" name="Rectangle 1895">
                            <a:extLst>
                              <a:ext uri="{FF2B5EF4-FFF2-40B4-BE49-F238E27FC236}">
                                <a16:creationId xmlns:a16="http://schemas.microsoft.com/office/drawing/2014/main" id="{A2674E38-E4BD-2640-979A-17E84AA878F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97" name="Rectangle 1896">
                            <a:extLst>
                              <a:ext uri="{FF2B5EF4-FFF2-40B4-BE49-F238E27FC236}">
                                <a16:creationId xmlns:a16="http://schemas.microsoft.com/office/drawing/2014/main" id="{831C31C4-6972-D67B-99D0-F56D0BABD1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98" name="Rectangle 1897">
                            <a:extLst>
                              <a:ext uri="{FF2B5EF4-FFF2-40B4-BE49-F238E27FC236}">
                                <a16:creationId xmlns:a16="http://schemas.microsoft.com/office/drawing/2014/main" id="{98E3FFC2-7CE9-5BDA-286A-BE2022E635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99" name="Rectangle 1898">
                            <a:extLst>
                              <a:ext uri="{FF2B5EF4-FFF2-40B4-BE49-F238E27FC236}">
                                <a16:creationId xmlns:a16="http://schemas.microsoft.com/office/drawing/2014/main" id="{331A0F4B-A135-8450-2B57-85548F7EC7F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00" name="Rectangle 1899">
                            <a:extLst>
                              <a:ext uri="{FF2B5EF4-FFF2-40B4-BE49-F238E27FC236}">
                                <a16:creationId xmlns:a16="http://schemas.microsoft.com/office/drawing/2014/main" id="{ABA8EB8B-8BF8-8A4F-82FF-6DEB2994384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01" name="Rectangle 1900">
                            <a:extLst>
                              <a:ext uri="{FF2B5EF4-FFF2-40B4-BE49-F238E27FC236}">
                                <a16:creationId xmlns:a16="http://schemas.microsoft.com/office/drawing/2014/main" id="{5138BA39-C34E-8F66-6CF5-89C4C90547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02" name="Rectangle 1901">
                            <a:extLst>
                              <a:ext uri="{FF2B5EF4-FFF2-40B4-BE49-F238E27FC236}">
                                <a16:creationId xmlns:a16="http://schemas.microsoft.com/office/drawing/2014/main" id="{F32094B6-8E87-B06E-619B-C0A3DA726F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842" name="Group 1841">
                      <a:extLst>
                        <a:ext uri="{FF2B5EF4-FFF2-40B4-BE49-F238E27FC236}">
                          <a16:creationId xmlns:a16="http://schemas.microsoft.com/office/drawing/2014/main" id="{A0872A2C-123A-0A28-B4CB-36FBE196038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843" name="Group 1842">
                        <a:extLst>
                          <a:ext uri="{FF2B5EF4-FFF2-40B4-BE49-F238E27FC236}">
                            <a16:creationId xmlns:a16="http://schemas.microsoft.com/office/drawing/2014/main" id="{57F1AF0A-9260-308F-650D-6D393470401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1867" name="Group 1866">
                          <a:extLst>
                            <a:ext uri="{FF2B5EF4-FFF2-40B4-BE49-F238E27FC236}">
                              <a16:creationId xmlns:a16="http://schemas.microsoft.com/office/drawing/2014/main" id="{223A67C9-8E83-28C5-CFE5-2C42CC4694F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879" name="Rectangle 1878">
                            <a:extLst>
                              <a:ext uri="{FF2B5EF4-FFF2-40B4-BE49-F238E27FC236}">
                                <a16:creationId xmlns:a16="http://schemas.microsoft.com/office/drawing/2014/main" id="{F370D221-2045-5B2B-7D4B-8E17ACE9C01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80" name="Rectangle 1879">
                            <a:extLst>
                              <a:ext uri="{FF2B5EF4-FFF2-40B4-BE49-F238E27FC236}">
                                <a16:creationId xmlns:a16="http://schemas.microsoft.com/office/drawing/2014/main" id="{65664813-D930-D1C2-4CD9-57FBB2858E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81" name="Rectangle 1880">
                            <a:extLst>
                              <a:ext uri="{FF2B5EF4-FFF2-40B4-BE49-F238E27FC236}">
                                <a16:creationId xmlns:a16="http://schemas.microsoft.com/office/drawing/2014/main" id="{2CEFA998-DA99-E7C2-0A49-CD60E06D51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82" name="Rectangle 1881">
                            <a:extLst>
                              <a:ext uri="{FF2B5EF4-FFF2-40B4-BE49-F238E27FC236}">
                                <a16:creationId xmlns:a16="http://schemas.microsoft.com/office/drawing/2014/main" id="{0B91774C-3553-7A8A-230F-C333A6A76E6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83" name="Rectangle 1882">
                            <a:extLst>
                              <a:ext uri="{FF2B5EF4-FFF2-40B4-BE49-F238E27FC236}">
                                <a16:creationId xmlns:a16="http://schemas.microsoft.com/office/drawing/2014/main" id="{02B6AF4E-F53C-FEEE-18EB-F597937FC43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84" name="Rectangle 1883">
                            <a:extLst>
                              <a:ext uri="{FF2B5EF4-FFF2-40B4-BE49-F238E27FC236}">
                                <a16:creationId xmlns:a16="http://schemas.microsoft.com/office/drawing/2014/main" id="{FDBC998A-DA91-AFC3-5143-D5E4896E133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85" name="Rectangle 1884">
                            <a:extLst>
                              <a:ext uri="{FF2B5EF4-FFF2-40B4-BE49-F238E27FC236}">
                                <a16:creationId xmlns:a16="http://schemas.microsoft.com/office/drawing/2014/main" id="{77C1F946-D726-ED01-78E5-124E738F61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86" name="Rectangle 1885">
                            <a:extLst>
                              <a:ext uri="{FF2B5EF4-FFF2-40B4-BE49-F238E27FC236}">
                                <a16:creationId xmlns:a16="http://schemas.microsoft.com/office/drawing/2014/main" id="{0C290E61-0E9F-EF21-2737-C77E91AFDA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87" name="Rectangle 1886">
                            <a:extLst>
                              <a:ext uri="{FF2B5EF4-FFF2-40B4-BE49-F238E27FC236}">
                                <a16:creationId xmlns:a16="http://schemas.microsoft.com/office/drawing/2014/main" id="{F8F2D509-4CB0-18C6-3DE4-219726E12E8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88" name="Rectangle 1887">
                            <a:extLst>
                              <a:ext uri="{FF2B5EF4-FFF2-40B4-BE49-F238E27FC236}">
                                <a16:creationId xmlns:a16="http://schemas.microsoft.com/office/drawing/2014/main" id="{A04FFC26-0D1D-A818-6D21-8FA790921F8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868" name="Group 1867">
                          <a:extLst>
                            <a:ext uri="{FF2B5EF4-FFF2-40B4-BE49-F238E27FC236}">
                              <a16:creationId xmlns:a16="http://schemas.microsoft.com/office/drawing/2014/main" id="{FDF560A8-4464-3266-C9CD-5A7B5632AF9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869" name="Rectangle 1868">
                            <a:extLst>
                              <a:ext uri="{FF2B5EF4-FFF2-40B4-BE49-F238E27FC236}">
                                <a16:creationId xmlns:a16="http://schemas.microsoft.com/office/drawing/2014/main" id="{4BD46ABB-406E-C2B2-1F4D-6D0CA73CC8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70" name="Rectangle 1869">
                            <a:extLst>
                              <a:ext uri="{FF2B5EF4-FFF2-40B4-BE49-F238E27FC236}">
                                <a16:creationId xmlns:a16="http://schemas.microsoft.com/office/drawing/2014/main" id="{2B30FC35-4758-6552-4D15-799445FDF4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71" name="Rectangle 1870">
                            <a:extLst>
                              <a:ext uri="{FF2B5EF4-FFF2-40B4-BE49-F238E27FC236}">
                                <a16:creationId xmlns:a16="http://schemas.microsoft.com/office/drawing/2014/main" id="{AF6D24D4-57D3-7691-0D03-FDB871892AF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72" name="Rectangle 1871">
                            <a:extLst>
                              <a:ext uri="{FF2B5EF4-FFF2-40B4-BE49-F238E27FC236}">
                                <a16:creationId xmlns:a16="http://schemas.microsoft.com/office/drawing/2014/main" id="{1BD6F3BA-857A-2789-9C4C-2EA31A66D5F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73" name="Rectangle 1872">
                            <a:extLst>
                              <a:ext uri="{FF2B5EF4-FFF2-40B4-BE49-F238E27FC236}">
                                <a16:creationId xmlns:a16="http://schemas.microsoft.com/office/drawing/2014/main" id="{8DDF8ED9-C4B4-6A53-5A5A-3ECFB68510A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74" name="Rectangle 1873">
                            <a:extLst>
                              <a:ext uri="{FF2B5EF4-FFF2-40B4-BE49-F238E27FC236}">
                                <a16:creationId xmlns:a16="http://schemas.microsoft.com/office/drawing/2014/main" id="{4C7610FD-CA2F-7218-80D5-4832A7F3EC7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75" name="Rectangle 1874">
                            <a:extLst>
                              <a:ext uri="{FF2B5EF4-FFF2-40B4-BE49-F238E27FC236}">
                                <a16:creationId xmlns:a16="http://schemas.microsoft.com/office/drawing/2014/main" id="{2C9888D3-7CB4-38F5-7500-FFBAFCA5A5B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76" name="Rectangle 1875">
                            <a:extLst>
                              <a:ext uri="{FF2B5EF4-FFF2-40B4-BE49-F238E27FC236}">
                                <a16:creationId xmlns:a16="http://schemas.microsoft.com/office/drawing/2014/main" id="{9901E242-9741-A3A4-6683-7667FE0FC5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77" name="Rectangle 1876">
                            <a:extLst>
                              <a:ext uri="{FF2B5EF4-FFF2-40B4-BE49-F238E27FC236}">
                                <a16:creationId xmlns:a16="http://schemas.microsoft.com/office/drawing/2014/main" id="{1D46D256-DBE1-A27B-30E4-BC5DDB87EE5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78" name="Rectangle 1877">
                            <a:extLst>
                              <a:ext uri="{FF2B5EF4-FFF2-40B4-BE49-F238E27FC236}">
                                <a16:creationId xmlns:a16="http://schemas.microsoft.com/office/drawing/2014/main" id="{B8961CEB-6BEE-A0B4-5F0B-DCD4F62F80F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1844" name="Group 1843">
                        <a:extLst>
                          <a:ext uri="{FF2B5EF4-FFF2-40B4-BE49-F238E27FC236}">
                            <a16:creationId xmlns:a16="http://schemas.microsoft.com/office/drawing/2014/main" id="{848B918F-5799-902C-3476-F325DAB3E41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845" name="Group 1844">
                          <a:extLst>
                            <a:ext uri="{FF2B5EF4-FFF2-40B4-BE49-F238E27FC236}">
                              <a16:creationId xmlns:a16="http://schemas.microsoft.com/office/drawing/2014/main" id="{B6EE5FB1-3D47-D3CD-EE1E-489D08B631A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857" name="Rectangle 1856">
                            <a:extLst>
                              <a:ext uri="{FF2B5EF4-FFF2-40B4-BE49-F238E27FC236}">
                                <a16:creationId xmlns:a16="http://schemas.microsoft.com/office/drawing/2014/main" id="{3474CCCB-5B45-52BD-BF86-2CD1645051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58" name="Rectangle 1857">
                            <a:extLst>
                              <a:ext uri="{FF2B5EF4-FFF2-40B4-BE49-F238E27FC236}">
                                <a16:creationId xmlns:a16="http://schemas.microsoft.com/office/drawing/2014/main" id="{433DA42E-07C9-5C55-CC11-51B7443DF4C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59" name="Rectangle 1858">
                            <a:extLst>
                              <a:ext uri="{FF2B5EF4-FFF2-40B4-BE49-F238E27FC236}">
                                <a16:creationId xmlns:a16="http://schemas.microsoft.com/office/drawing/2014/main" id="{9862618B-FA5D-101A-6360-1BF3CB0F190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60" name="Rectangle 1859">
                            <a:extLst>
                              <a:ext uri="{FF2B5EF4-FFF2-40B4-BE49-F238E27FC236}">
                                <a16:creationId xmlns:a16="http://schemas.microsoft.com/office/drawing/2014/main" id="{FE009A30-DFED-9DCE-CEE0-3630DD9190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61" name="Rectangle 1860">
                            <a:extLst>
                              <a:ext uri="{FF2B5EF4-FFF2-40B4-BE49-F238E27FC236}">
                                <a16:creationId xmlns:a16="http://schemas.microsoft.com/office/drawing/2014/main" id="{56B03B43-CC76-0E41-43DF-1D728FBAA5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62" name="Rectangle 1861">
                            <a:extLst>
                              <a:ext uri="{FF2B5EF4-FFF2-40B4-BE49-F238E27FC236}">
                                <a16:creationId xmlns:a16="http://schemas.microsoft.com/office/drawing/2014/main" id="{02BD82C6-B1ED-F4D8-AC8F-BFDFAFD310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63" name="Rectangle 1862">
                            <a:extLst>
                              <a:ext uri="{FF2B5EF4-FFF2-40B4-BE49-F238E27FC236}">
                                <a16:creationId xmlns:a16="http://schemas.microsoft.com/office/drawing/2014/main" id="{E3444D70-51F0-2231-BDBD-1E516CD415B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64" name="Rectangle 1863">
                            <a:extLst>
                              <a:ext uri="{FF2B5EF4-FFF2-40B4-BE49-F238E27FC236}">
                                <a16:creationId xmlns:a16="http://schemas.microsoft.com/office/drawing/2014/main" id="{58B6D1A4-9368-C3EA-7EB5-EC25898918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65" name="Rectangle 1864">
                            <a:extLst>
                              <a:ext uri="{FF2B5EF4-FFF2-40B4-BE49-F238E27FC236}">
                                <a16:creationId xmlns:a16="http://schemas.microsoft.com/office/drawing/2014/main" id="{85B966AD-7490-0AFF-6E16-43FF2A934F3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66" name="Rectangle 1865">
                            <a:extLst>
                              <a:ext uri="{FF2B5EF4-FFF2-40B4-BE49-F238E27FC236}">
                                <a16:creationId xmlns:a16="http://schemas.microsoft.com/office/drawing/2014/main" id="{33AA9F65-2B4D-C2E0-65EB-B4330D4530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846" name="Group 1845">
                          <a:extLst>
                            <a:ext uri="{FF2B5EF4-FFF2-40B4-BE49-F238E27FC236}">
                              <a16:creationId xmlns:a16="http://schemas.microsoft.com/office/drawing/2014/main" id="{D4712E67-4674-3747-425C-E6FCC7E2FD2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847" name="Rectangle 1846">
                            <a:extLst>
                              <a:ext uri="{FF2B5EF4-FFF2-40B4-BE49-F238E27FC236}">
                                <a16:creationId xmlns:a16="http://schemas.microsoft.com/office/drawing/2014/main" id="{AEE58CEA-D25D-5232-CC93-5500B047DB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48" name="Rectangle 1847">
                            <a:extLst>
                              <a:ext uri="{FF2B5EF4-FFF2-40B4-BE49-F238E27FC236}">
                                <a16:creationId xmlns:a16="http://schemas.microsoft.com/office/drawing/2014/main" id="{2048E572-5657-7118-4218-057A585A1A7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49" name="Rectangle 1848">
                            <a:extLst>
                              <a:ext uri="{FF2B5EF4-FFF2-40B4-BE49-F238E27FC236}">
                                <a16:creationId xmlns:a16="http://schemas.microsoft.com/office/drawing/2014/main" id="{2D13116E-2684-F372-F345-20384DAAEB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50" name="Rectangle 1849">
                            <a:extLst>
                              <a:ext uri="{FF2B5EF4-FFF2-40B4-BE49-F238E27FC236}">
                                <a16:creationId xmlns:a16="http://schemas.microsoft.com/office/drawing/2014/main" id="{A520DB4F-8ED8-7A72-CB6F-7502140D385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51" name="Rectangle 1850">
                            <a:extLst>
                              <a:ext uri="{FF2B5EF4-FFF2-40B4-BE49-F238E27FC236}">
                                <a16:creationId xmlns:a16="http://schemas.microsoft.com/office/drawing/2014/main" id="{E0CD5564-962E-9063-6A43-6E9E868EE9C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52" name="Rectangle 1851">
                            <a:extLst>
                              <a:ext uri="{FF2B5EF4-FFF2-40B4-BE49-F238E27FC236}">
                                <a16:creationId xmlns:a16="http://schemas.microsoft.com/office/drawing/2014/main" id="{B1BC7365-498A-504D-9941-733F5A0ECC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53" name="Rectangle 1852">
                            <a:extLst>
                              <a:ext uri="{FF2B5EF4-FFF2-40B4-BE49-F238E27FC236}">
                                <a16:creationId xmlns:a16="http://schemas.microsoft.com/office/drawing/2014/main" id="{10497D8D-99A8-AD65-E735-D888476AC7E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54" name="Rectangle 1853">
                            <a:extLst>
                              <a:ext uri="{FF2B5EF4-FFF2-40B4-BE49-F238E27FC236}">
                                <a16:creationId xmlns:a16="http://schemas.microsoft.com/office/drawing/2014/main" id="{71A5EB76-AFBE-FCDD-654C-EC5BF86630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55" name="Rectangle 1854">
                            <a:extLst>
                              <a:ext uri="{FF2B5EF4-FFF2-40B4-BE49-F238E27FC236}">
                                <a16:creationId xmlns:a16="http://schemas.microsoft.com/office/drawing/2014/main" id="{89C01C02-A4D1-9AA9-C467-55DEC3BC85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56" name="Rectangle 1855">
                            <a:extLst>
                              <a:ext uri="{FF2B5EF4-FFF2-40B4-BE49-F238E27FC236}">
                                <a16:creationId xmlns:a16="http://schemas.microsoft.com/office/drawing/2014/main" id="{67D3F454-463F-27B7-3022-FB0FCC13F3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1767" name="Group 1766">
                <a:extLst>
                  <a:ext uri="{FF2B5EF4-FFF2-40B4-BE49-F238E27FC236}">
                    <a16:creationId xmlns:a16="http://schemas.microsoft.com/office/drawing/2014/main" id="{CF39A2F0-DDB7-27FA-126D-8CEECF974BA6}"/>
                  </a:ext>
                </a:extLst>
              </p:cNvPr>
              <p:cNvGrpSpPr/>
              <p:nvPr/>
            </p:nvGrpSpPr>
            <p:grpSpPr>
              <a:xfrm>
                <a:off x="10331373" y="2362590"/>
                <a:ext cx="2001831" cy="345202"/>
                <a:chOff x="921102" y="312096"/>
                <a:chExt cx="2001831" cy="345202"/>
              </a:xfrm>
              <a:solidFill>
                <a:schemeClr val="bg2"/>
              </a:solidFill>
            </p:grpSpPr>
            <p:grpSp>
              <p:nvGrpSpPr>
                <p:cNvPr id="1791" name="Group 1790">
                  <a:extLst>
                    <a:ext uri="{FF2B5EF4-FFF2-40B4-BE49-F238E27FC236}">
                      <a16:creationId xmlns:a16="http://schemas.microsoft.com/office/drawing/2014/main" id="{CD0155D6-AD11-E03C-F869-FDD2A4818057}"/>
                    </a:ext>
                  </a:extLst>
                </p:cNvPr>
                <p:cNvGrpSpPr/>
                <p:nvPr/>
              </p:nvGrpSpPr>
              <p:grpSpPr>
                <a:xfrm>
                  <a:off x="921102" y="312096"/>
                  <a:ext cx="999157" cy="345202"/>
                  <a:chOff x="921102" y="312096"/>
                  <a:chExt cx="999157" cy="345202"/>
                </a:xfrm>
                <a:grpFill/>
              </p:grpSpPr>
              <p:grpSp>
                <p:nvGrpSpPr>
                  <p:cNvPr id="1815" name="Group 1814">
                    <a:extLst>
                      <a:ext uri="{FF2B5EF4-FFF2-40B4-BE49-F238E27FC236}">
                        <a16:creationId xmlns:a16="http://schemas.microsoft.com/office/drawing/2014/main" id="{FA4791D8-D606-2484-7539-1E1E834ECCB2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490994" cy="345202"/>
                    <a:chOff x="807993" y="409074"/>
                    <a:chExt cx="433529" cy="304800"/>
                  </a:xfrm>
                  <a:grpFill/>
                </p:grpSpPr>
                <p:sp>
                  <p:nvSpPr>
                    <p:cNvPr id="1827" name="Rectangle 1826">
                      <a:extLst>
                        <a:ext uri="{FF2B5EF4-FFF2-40B4-BE49-F238E27FC236}">
                          <a16:creationId xmlns:a16="http://schemas.microsoft.com/office/drawing/2014/main" id="{CF5647A3-B15C-BF1F-7091-0B8B8ED7C4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28" name="Rectangle 1827">
                      <a:extLst>
                        <a:ext uri="{FF2B5EF4-FFF2-40B4-BE49-F238E27FC236}">
                          <a16:creationId xmlns:a16="http://schemas.microsoft.com/office/drawing/2014/main" id="{A37B7F20-4B31-0C8F-25E8-DFAE13FB4D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29" name="Rectangle 1828">
                      <a:extLst>
                        <a:ext uri="{FF2B5EF4-FFF2-40B4-BE49-F238E27FC236}">
                          <a16:creationId xmlns:a16="http://schemas.microsoft.com/office/drawing/2014/main" id="{F29CAFF9-FDBA-F320-895D-B4CB9058BA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30" name="Rectangle 1829">
                      <a:extLst>
                        <a:ext uri="{FF2B5EF4-FFF2-40B4-BE49-F238E27FC236}">
                          <a16:creationId xmlns:a16="http://schemas.microsoft.com/office/drawing/2014/main" id="{D46B89F0-9A6D-C63C-642C-D0D542F392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31" name="Rectangle 1830">
                      <a:extLst>
                        <a:ext uri="{FF2B5EF4-FFF2-40B4-BE49-F238E27FC236}">
                          <a16:creationId xmlns:a16="http://schemas.microsoft.com/office/drawing/2014/main" id="{A46B29E5-8A57-CFF8-212C-335D83A144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32" name="Rectangle 1831">
                      <a:extLst>
                        <a:ext uri="{FF2B5EF4-FFF2-40B4-BE49-F238E27FC236}">
                          <a16:creationId xmlns:a16="http://schemas.microsoft.com/office/drawing/2014/main" id="{21314C7E-6DAE-F1D1-66CE-75D1021B8A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33" name="Rectangle 1832">
                      <a:extLst>
                        <a:ext uri="{FF2B5EF4-FFF2-40B4-BE49-F238E27FC236}">
                          <a16:creationId xmlns:a16="http://schemas.microsoft.com/office/drawing/2014/main" id="{4231E3CB-092A-AC1D-649E-056AA621A21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34" name="Rectangle 1833">
                      <a:extLst>
                        <a:ext uri="{FF2B5EF4-FFF2-40B4-BE49-F238E27FC236}">
                          <a16:creationId xmlns:a16="http://schemas.microsoft.com/office/drawing/2014/main" id="{7623DB86-08AD-A872-B315-2E5B6D69B4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2275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35" name="Rectangle 1834">
                      <a:extLst>
                        <a:ext uri="{FF2B5EF4-FFF2-40B4-BE49-F238E27FC236}">
                          <a16:creationId xmlns:a16="http://schemas.microsoft.com/office/drawing/2014/main" id="{03B96DAC-8484-1A07-6604-88656E4282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56792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36" name="Rectangle 1835">
                      <a:extLst>
                        <a:ext uri="{FF2B5EF4-FFF2-40B4-BE49-F238E27FC236}">
                          <a16:creationId xmlns:a16="http://schemas.microsoft.com/office/drawing/2014/main" id="{029BCBA8-1260-D919-2779-CE48A32271C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9580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  <p:grpSp>
                <p:nvGrpSpPr>
                  <p:cNvPr id="1816" name="Group 1815">
                    <a:extLst>
                      <a:ext uri="{FF2B5EF4-FFF2-40B4-BE49-F238E27FC236}">
                        <a16:creationId xmlns:a16="http://schemas.microsoft.com/office/drawing/2014/main" id="{9B2E22AD-EB88-A440-C0FE-4BE1AEDF9B94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0" cy="345202"/>
                    <a:chOff x="801033" y="409074"/>
                    <a:chExt cx="447449" cy="304800"/>
                  </a:xfrm>
                  <a:grpFill/>
                </p:grpSpPr>
                <p:sp>
                  <p:nvSpPr>
                    <p:cNvPr id="1817" name="Rectangle 1816">
                      <a:extLst>
                        <a:ext uri="{FF2B5EF4-FFF2-40B4-BE49-F238E27FC236}">
                          <a16:creationId xmlns:a16="http://schemas.microsoft.com/office/drawing/2014/main" id="{C8B57AD0-CB36-10A8-FD3C-34408568FD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18" name="Rectangle 1817">
                      <a:extLst>
                        <a:ext uri="{FF2B5EF4-FFF2-40B4-BE49-F238E27FC236}">
                          <a16:creationId xmlns:a16="http://schemas.microsoft.com/office/drawing/2014/main" id="{FA049144-A05A-B240-84A4-CD999F8C27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19" name="Rectangle 1818">
                      <a:extLst>
                        <a:ext uri="{FF2B5EF4-FFF2-40B4-BE49-F238E27FC236}">
                          <a16:creationId xmlns:a16="http://schemas.microsoft.com/office/drawing/2014/main" id="{F1E504FD-3CB0-D1BC-E50E-0C71BFE96C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20" name="Rectangle 1819">
                      <a:extLst>
                        <a:ext uri="{FF2B5EF4-FFF2-40B4-BE49-F238E27FC236}">
                          <a16:creationId xmlns:a16="http://schemas.microsoft.com/office/drawing/2014/main" id="{8246D2E7-D1F8-B5AD-2BF2-6CA28D2356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21" name="Rectangle 1820">
                      <a:extLst>
                        <a:ext uri="{FF2B5EF4-FFF2-40B4-BE49-F238E27FC236}">
                          <a16:creationId xmlns:a16="http://schemas.microsoft.com/office/drawing/2014/main" id="{35BA836B-BF1D-3ECE-DD20-585500F061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6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22" name="Rectangle 1821">
                      <a:extLst>
                        <a:ext uri="{FF2B5EF4-FFF2-40B4-BE49-F238E27FC236}">
                          <a16:creationId xmlns:a16="http://schemas.microsoft.com/office/drawing/2014/main" id="{9B345448-99F4-B105-F0BB-79AB55BA07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23" name="Rectangle 1822">
                      <a:extLst>
                        <a:ext uri="{FF2B5EF4-FFF2-40B4-BE49-F238E27FC236}">
                          <a16:creationId xmlns:a16="http://schemas.microsoft.com/office/drawing/2014/main" id="{6BA50262-D6DB-BC01-21E8-207BE43493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24" name="Rectangle 1823">
                      <a:extLst>
                        <a:ext uri="{FF2B5EF4-FFF2-40B4-BE49-F238E27FC236}">
                          <a16:creationId xmlns:a16="http://schemas.microsoft.com/office/drawing/2014/main" id="{B580FA8B-C215-DBB4-C6D1-EA6783C013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25" name="Rectangle 1824">
                      <a:extLst>
                        <a:ext uri="{FF2B5EF4-FFF2-40B4-BE49-F238E27FC236}">
                          <a16:creationId xmlns:a16="http://schemas.microsoft.com/office/drawing/2014/main" id="{A48134A5-99A8-CA64-ABFE-24C438C596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26" name="Rectangle 1825">
                      <a:extLst>
                        <a:ext uri="{FF2B5EF4-FFF2-40B4-BE49-F238E27FC236}">
                          <a16:creationId xmlns:a16="http://schemas.microsoft.com/office/drawing/2014/main" id="{CC0F89C0-0EBB-FAB6-7431-BA2861FBE9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</p:grpSp>
            <p:grpSp>
              <p:nvGrpSpPr>
                <p:cNvPr id="1792" name="Group 1791">
                  <a:extLst>
                    <a:ext uri="{FF2B5EF4-FFF2-40B4-BE49-F238E27FC236}">
                      <a16:creationId xmlns:a16="http://schemas.microsoft.com/office/drawing/2014/main" id="{753EB040-8B43-59CD-187D-435B16454E59}"/>
                    </a:ext>
                  </a:extLst>
                </p:cNvPr>
                <p:cNvGrpSpPr/>
                <p:nvPr/>
              </p:nvGrpSpPr>
              <p:grpSpPr>
                <a:xfrm>
                  <a:off x="1923775" y="312096"/>
                  <a:ext cx="999158" cy="345202"/>
                  <a:chOff x="921103" y="312096"/>
                  <a:chExt cx="999158" cy="345202"/>
                </a:xfrm>
                <a:grpFill/>
              </p:grpSpPr>
              <p:grpSp>
                <p:nvGrpSpPr>
                  <p:cNvPr id="1793" name="Group 1792">
                    <a:extLst>
                      <a:ext uri="{FF2B5EF4-FFF2-40B4-BE49-F238E27FC236}">
                        <a16:creationId xmlns:a16="http://schemas.microsoft.com/office/drawing/2014/main" id="{64072916-7AC9-63E8-F7A3-C8993D6570D0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805" name="Rectangle 1804">
                      <a:extLst>
                        <a:ext uri="{FF2B5EF4-FFF2-40B4-BE49-F238E27FC236}">
                          <a16:creationId xmlns:a16="http://schemas.microsoft.com/office/drawing/2014/main" id="{2B584C1F-1DA2-7DEA-DEEB-3D8583ED14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06" name="Rectangle 1805">
                      <a:extLst>
                        <a:ext uri="{FF2B5EF4-FFF2-40B4-BE49-F238E27FC236}">
                          <a16:creationId xmlns:a16="http://schemas.microsoft.com/office/drawing/2014/main" id="{385F1A28-01EC-781B-2EC5-CD03A2BB9A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07" name="Rectangle 1806">
                      <a:extLst>
                        <a:ext uri="{FF2B5EF4-FFF2-40B4-BE49-F238E27FC236}">
                          <a16:creationId xmlns:a16="http://schemas.microsoft.com/office/drawing/2014/main" id="{91EB40E8-9219-379F-788E-65AF4F26D2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08" name="Rectangle 1807">
                      <a:extLst>
                        <a:ext uri="{FF2B5EF4-FFF2-40B4-BE49-F238E27FC236}">
                          <a16:creationId xmlns:a16="http://schemas.microsoft.com/office/drawing/2014/main" id="{5DA36D49-75D3-422C-31E9-D0FDFDDE9EF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09" name="Rectangle 1808">
                      <a:extLst>
                        <a:ext uri="{FF2B5EF4-FFF2-40B4-BE49-F238E27FC236}">
                          <a16:creationId xmlns:a16="http://schemas.microsoft.com/office/drawing/2014/main" id="{8394046D-24EE-9336-9744-20388DA8E92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10" name="Rectangle 1809">
                      <a:extLst>
                        <a:ext uri="{FF2B5EF4-FFF2-40B4-BE49-F238E27FC236}">
                          <a16:creationId xmlns:a16="http://schemas.microsoft.com/office/drawing/2014/main" id="{C14186F3-7762-E68C-023C-CD399457F5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11" name="Rectangle 1810">
                      <a:extLst>
                        <a:ext uri="{FF2B5EF4-FFF2-40B4-BE49-F238E27FC236}">
                          <a16:creationId xmlns:a16="http://schemas.microsoft.com/office/drawing/2014/main" id="{E5118764-C986-ECDE-BB4C-E2A40E12AA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12" name="Rectangle 1811">
                      <a:extLst>
                        <a:ext uri="{FF2B5EF4-FFF2-40B4-BE49-F238E27FC236}">
                          <a16:creationId xmlns:a16="http://schemas.microsoft.com/office/drawing/2014/main" id="{53658E51-F4C7-7C95-F2CD-0CD187BC51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13" name="Rectangle 1812">
                      <a:extLst>
                        <a:ext uri="{FF2B5EF4-FFF2-40B4-BE49-F238E27FC236}">
                          <a16:creationId xmlns:a16="http://schemas.microsoft.com/office/drawing/2014/main" id="{548A6042-5F7C-B1DF-C25A-3E1B160EC39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14" name="Rectangle 1813">
                      <a:extLst>
                        <a:ext uri="{FF2B5EF4-FFF2-40B4-BE49-F238E27FC236}">
                          <a16:creationId xmlns:a16="http://schemas.microsoft.com/office/drawing/2014/main" id="{0EB69869-BEBF-A4E7-B66F-06A941357C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  <p:grpSp>
                <p:nvGrpSpPr>
                  <p:cNvPr id="1794" name="Group 1793">
                    <a:extLst>
                      <a:ext uri="{FF2B5EF4-FFF2-40B4-BE49-F238E27FC236}">
                        <a16:creationId xmlns:a16="http://schemas.microsoft.com/office/drawing/2014/main" id="{A179F7C5-2365-C12F-2868-387C36C90426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795" name="Rectangle 1794">
                      <a:extLst>
                        <a:ext uri="{FF2B5EF4-FFF2-40B4-BE49-F238E27FC236}">
                          <a16:creationId xmlns:a16="http://schemas.microsoft.com/office/drawing/2014/main" id="{FE1D8A85-D000-72B0-CE1D-1FB5A55702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796" name="Rectangle 1795">
                      <a:extLst>
                        <a:ext uri="{FF2B5EF4-FFF2-40B4-BE49-F238E27FC236}">
                          <a16:creationId xmlns:a16="http://schemas.microsoft.com/office/drawing/2014/main" id="{DC56A049-109F-4887-F41D-F5DA714575E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797" name="Rectangle 1796">
                      <a:extLst>
                        <a:ext uri="{FF2B5EF4-FFF2-40B4-BE49-F238E27FC236}">
                          <a16:creationId xmlns:a16="http://schemas.microsoft.com/office/drawing/2014/main" id="{98AADF99-6E0F-D52E-D815-FC02621432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798" name="Rectangle 1797">
                      <a:extLst>
                        <a:ext uri="{FF2B5EF4-FFF2-40B4-BE49-F238E27FC236}">
                          <a16:creationId xmlns:a16="http://schemas.microsoft.com/office/drawing/2014/main" id="{D5ADF2E5-1B45-B9ED-CFCB-D774DB4039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799" name="Rectangle 1798">
                      <a:extLst>
                        <a:ext uri="{FF2B5EF4-FFF2-40B4-BE49-F238E27FC236}">
                          <a16:creationId xmlns:a16="http://schemas.microsoft.com/office/drawing/2014/main" id="{065E3A8E-EBA7-865A-25CF-E0728FC2A4C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00" name="Rectangle 1799">
                      <a:extLst>
                        <a:ext uri="{FF2B5EF4-FFF2-40B4-BE49-F238E27FC236}">
                          <a16:creationId xmlns:a16="http://schemas.microsoft.com/office/drawing/2014/main" id="{F1FDC690-52B4-43AB-EDB0-E2C9B7E277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01" name="Rectangle 1800">
                      <a:extLst>
                        <a:ext uri="{FF2B5EF4-FFF2-40B4-BE49-F238E27FC236}">
                          <a16:creationId xmlns:a16="http://schemas.microsoft.com/office/drawing/2014/main" id="{6AC3C379-874A-BE4B-2799-126468F36D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02" name="Rectangle 1801">
                      <a:extLst>
                        <a:ext uri="{FF2B5EF4-FFF2-40B4-BE49-F238E27FC236}">
                          <a16:creationId xmlns:a16="http://schemas.microsoft.com/office/drawing/2014/main" id="{D28C6E2D-A43A-ABB5-A74C-54E057C751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03" name="Rectangle 1802">
                      <a:extLst>
                        <a:ext uri="{FF2B5EF4-FFF2-40B4-BE49-F238E27FC236}">
                          <a16:creationId xmlns:a16="http://schemas.microsoft.com/office/drawing/2014/main" id="{366E83E7-FAAF-C4C0-91BF-3214350091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04" name="Rectangle 1803">
                      <a:extLst>
                        <a:ext uri="{FF2B5EF4-FFF2-40B4-BE49-F238E27FC236}">
                          <a16:creationId xmlns:a16="http://schemas.microsoft.com/office/drawing/2014/main" id="{453D6B7E-5D9A-CC9D-9810-90F1D69D318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</p:grpSp>
          </p:grpSp>
          <p:grpSp>
            <p:nvGrpSpPr>
              <p:cNvPr id="1768" name="Group 1767">
                <a:extLst>
                  <a:ext uri="{FF2B5EF4-FFF2-40B4-BE49-F238E27FC236}">
                    <a16:creationId xmlns:a16="http://schemas.microsoft.com/office/drawing/2014/main" id="{D0C811F7-5193-3A89-7CFE-6A0536048967}"/>
                  </a:ext>
                </a:extLst>
              </p:cNvPr>
              <p:cNvGrpSpPr/>
              <p:nvPr/>
            </p:nvGrpSpPr>
            <p:grpSpPr>
              <a:xfrm>
                <a:off x="936202" y="2362590"/>
                <a:ext cx="999158" cy="345202"/>
                <a:chOff x="921103" y="312096"/>
                <a:chExt cx="999158" cy="345202"/>
              </a:xfrm>
              <a:solidFill>
                <a:schemeClr val="bg2"/>
              </a:solidFill>
            </p:grpSpPr>
            <p:grpSp>
              <p:nvGrpSpPr>
                <p:cNvPr id="1769" name="Group 1768">
                  <a:extLst>
                    <a:ext uri="{FF2B5EF4-FFF2-40B4-BE49-F238E27FC236}">
                      <a16:creationId xmlns:a16="http://schemas.microsoft.com/office/drawing/2014/main" id="{F38FC362-2C56-AA8E-D902-5FC2654CB821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498877" cy="345202"/>
                  <a:chOff x="807993" y="409074"/>
                  <a:chExt cx="440489" cy="304800"/>
                </a:xfrm>
                <a:grpFill/>
              </p:grpSpPr>
              <p:sp>
                <p:nvSpPr>
                  <p:cNvPr id="1781" name="Rectangle 1780">
                    <a:extLst>
                      <a:ext uri="{FF2B5EF4-FFF2-40B4-BE49-F238E27FC236}">
                        <a16:creationId xmlns:a16="http://schemas.microsoft.com/office/drawing/2014/main" id="{C17794CB-5650-9C68-C3CB-CFFDC9876985}"/>
                      </a:ext>
                    </a:extLst>
                  </p:cNvPr>
                  <p:cNvSpPr/>
                  <p:nvPr/>
                </p:nvSpPr>
                <p:spPr>
                  <a:xfrm>
                    <a:off x="80799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82" name="Rectangle 1781">
                    <a:extLst>
                      <a:ext uri="{FF2B5EF4-FFF2-40B4-BE49-F238E27FC236}">
                        <a16:creationId xmlns:a16="http://schemas.microsoft.com/office/drawing/2014/main" id="{12F958E9-2A19-7446-635F-71BA917F77C8}"/>
                      </a:ext>
                    </a:extLst>
                  </p:cNvPr>
                  <p:cNvSpPr/>
                  <p:nvPr/>
                </p:nvSpPr>
                <p:spPr>
                  <a:xfrm>
                    <a:off x="85343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83" name="Rectangle 1782">
                    <a:extLst>
                      <a:ext uri="{FF2B5EF4-FFF2-40B4-BE49-F238E27FC236}">
                        <a16:creationId xmlns:a16="http://schemas.microsoft.com/office/drawing/2014/main" id="{13D9E818-0547-51BA-9246-7AB7099D5A9F}"/>
                      </a:ext>
                    </a:extLst>
                  </p:cNvPr>
                  <p:cNvSpPr/>
                  <p:nvPr/>
                </p:nvSpPr>
                <p:spPr>
                  <a:xfrm>
                    <a:off x="89887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84" name="Rectangle 1783">
                    <a:extLst>
                      <a:ext uri="{FF2B5EF4-FFF2-40B4-BE49-F238E27FC236}">
                        <a16:creationId xmlns:a16="http://schemas.microsoft.com/office/drawing/2014/main" id="{F64473A9-6EF8-AB02-6A9A-FC0C261E3882}"/>
                      </a:ext>
                    </a:extLst>
                  </p:cNvPr>
                  <p:cNvSpPr/>
                  <p:nvPr/>
                </p:nvSpPr>
                <p:spPr>
                  <a:xfrm>
                    <a:off x="9439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85" name="Rectangle 1784">
                    <a:extLst>
                      <a:ext uri="{FF2B5EF4-FFF2-40B4-BE49-F238E27FC236}">
                        <a16:creationId xmlns:a16="http://schemas.microsoft.com/office/drawing/2014/main" id="{1359ECC1-B7E2-EAD8-5CFF-25F9EC914A31}"/>
                      </a:ext>
                    </a:extLst>
                  </p:cNvPr>
                  <p:cNvSpPr/>
                  <p:nvPr/>
                </p:nvSpPr>
                <p:spPr>
                  <a:xfrm>
                    <a:off x="98973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86" name="Rectangle 1785">
                    <a:extLst>
                      <a:ext uri="{FF2B5EF4-FFF2-40B4-BE49-F238E27FC236}">
                        <a16:creationId xmlns:a16="http://schemas.microsoft.com/office/drawing/2014/main" id="{43E6B254-823B-7570-11B5-800F1DA9512C}"/>
                      </a:ext>
                    </a:extLst>
                  </p:cNvPr>
                  <p:cNvSpPr/>
                  <p:nvPr/>
                </p:nvSpPr>
                <p:spPr>
                  <a:xfrm>
                    <a:off x="1035169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87" name="Rectangle 1786">
                    <a:extLst>
                      <a:ext uri="{FF2B5EF4-FFF2-40B4-BE49-F238E27FC236}">
                        <a16:creationId xmlns:a16="http://schemas.microsoft.com/office/drawing/2014/main" id="{238D5455-27CE-75CB-B259-5F47AAAB9E9C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88" name="Rectangle 1787">
                    <a:extLst>
                      <a:ext uri="{FF2B5EF4-FFF2-40B4-BE49-F238E27FC236}">
                        <a16:creationId xmlns:a16="http://schemas.microsoft.com/office/drawing/2014/main" id="{00BF141D-45FF-C8DF-B1BC-74BF3C8FDCD8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89" name="Rectangle 1788">
                    <a:extLst>
                      <a:ext uri="{FF2B5EF4-FFF2-40B4-BE49-F238E27FC236}">
                        <a16:creationId xmlns:a16="http://schemas.microsoft.com/office/drawing/2014/main" id="{C17FC411-0920-043C-2241-833D82FE7DFE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90" name="Rectangle 1789">
                    <a:extLst>
                      <a:ext uri="{FF2B5EF4-FFF2-40B4-BE49-F238E27FC236}">
                        <a16:creationId xmlns:a16="http://schemas.microsoft.com/office/drawing/2014/main" id="{EE58F48D-4B56-13D6-6ED6-F6049D862541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</p:grpSp>
            <p:grpSp>
              <p:nvGrpSpPr>
                <p:cNvPr id="1770" name="Group 1769">
                  <a:extLst>
                    <a:ext uri="{FF2B5EF4-FFF2-40B4-BE49-F238E27FC236}">
                      <a16:creationId xmlns:a16="http://schemas.microsoft.com/office/drawing/2014/main" id="{8BB527C2-30BA-4024-4948-EE21D27BA0FC}"/>
                    </a:ext>
                  </a:extLst>
                </p:cNvPr>
                <p:cNvGrpSpPr/>
                <p:nvPr/>
              </p:nvGrpSpPr>
              <p:grpSpPr>
                <a:xfrm>
                  <a:off x="1413499" y="312096"/>
                  <a:ext cx="506762" cy="345202"/>
                  <a:chOff x="801032" y="409074"/>
                  <a:chExt cx="447450" cy="304800"/>
                </a:xfrm>
                <a:grpFill/>
              </p:grpSpPr>
              <p:sp>
                <p:nvSpPr>
                  <p:cNvPr id="1771" name="Rectangle 1770">
                    <a:extLst>
                      <a:ext uri="{FF2B5EF4-FFF2-40B4-BE49-F238E27FC236}">
                        <a16:creationId xmlns:a16="http://schemas.microsoft.com/office/drawing/2014/main" id="{74E40843-6D74-EF40-8C57-622642C9581C}"/>
                      </a:ext>
                    </a:extLst>
                  </p:cNvPr>
                  <p:cNvSpPr/>
                  <p:nvPr/>
                </p:nvSpPr>
                <p:spPr>
                  <a:xfrm>
                    <a:off x="80103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72" name="Rectangle 1771">
                    <a:extLst>
                      <a:ext uri="{FF2B5EF4-FFF2-40B4-BE49-F238E27FC236}">
                        <a16:creationId xmlns:a16="http://schemas.microsoft.com/office/drawing/2014/main" id="{1A9B94B9-97D2-F473-CD2A-069310AE7C5B}"/>
                      </a:ext>
                    </a:extLst>
                  </p:cNvPr>
                  <p:cNvSpPr/>
                  <p:nvPr/>
                </p:nvSpPr>
                <p:spPr>
                  <a:xfrm>
                    <a:off x="8464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73" name="Rectangle 1772">
                    <a:extLst>
                      <a:ext uri="{FF2B5EF4-FFF2-40B4-BE49-F238E27FC236}">
                        <a16:creationId xmlns:a16="http://schemas.microsoft.com/office/drawing/2014/main" id="{1D09D25A-CE53-7C85-6D15-4D597B508735}"/>
                      </a:ext>
                    </a:extLst>
                  </p:cNvPr>
                  <p:cNvSpPr/>
                  <p:nvPr/>
                </p:nvSpPr>
                <p:spPr>
                  <a:xfrm>
                    <a:off x="89191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74" name="Rectangle 1773">
                    <a:extLst>
                      <a:ext uri="{FF2B5EF4-FFF2-40B4-BE49-F238E27FC236}">
                        <a16:creationId xmlns:a16="http://schemas.microsoft.com/office/drawing/2014/main" id="{EDD6F911-69E5-A3A6-8D88-47D6E7408BE4}"/>
                      </a:ext>
                    </a:extLst>
                  </p:cNvPr>
                  <p:cNvSpPr/>
                  <p:nvPr/>
                </p:nvSpPr>
                <p:spPr>
                  <a:xfrm>
                    <a:off x="93701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75" name="Rectangle 1774">
                    <a:extLst>
                      <a:ext uri="{FF2B5EF4-FFF2-40B4-BE49-F238E27FC236}">
                        <a16:creationId xmlns:a16="http://schemas.microsoft.com/office/drawing/2014/main" id="{D1B3E02F-0246-C4C9-3CE8-ABA144915C89}"/>
                      </a:ext>
                    </a:extLst>
                  </p:cNvPr>
                  <p:cNvSpPr/>
                  <p:nvPr/>
                </p:nvSpPr>
                <p:spPr>
                  <a:xfrm>
                    <a:off x="98277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76" name="Rectangle 1775">
                    <a:extLst>
                      <a:ext uri="{FF2B5EF4-FFF2-40B4-BE49-F238E27FC236}">
                        <a16:creationId xmlns:a16="http://schemas.microsoft.com/office/drawing/2014/main" id="{EBB17361-80A0-E9C8-BDB9-09B013F5EDD5}"/>
                      </a:ext>
                    </a:extLst>
                  </p:cNvPr>
                  <p:cNvSpPr/>
                  <p:nvPr/>
                </p:nvSpPr>
                <p:spPr>
                  <a:xfrm>
                    <a:off x="102820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77" name="Rectangle 1776">
                    <a:extLst>
                      <a:ext uri="{FF2B5EF4-FFF2-40B4-BE49-F238E27FC236}">
                        <a16:creationId xmlns:a16="http://schemas.microsoft.com/office/drawing/2014/main" id="{E53A26DF-C201-CB48-EFD9-1A9AE707705E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78" name="Rectangle 1777">
                    <a:extLst>
                      <a:ext uri="{FF2B5EF4-FFF2-40B4-BE49-F238E27FC236}">
                        <a16:creationId xmlns:a16="http://schemas.microsoft.com/office/drawing/2014/main" id="{F075EBAB-32F3-FEE3-F5A5-5FB913B3DE86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79" name="Rectangle 1778">
                    <a:extLst>
                      <a:ext uri="{FF2B5EF4-FFF2-40B4-BE49-F238E27FC236}">
                        <a16:creationId xmlns:a16="http://schemas.microsoft.com/office/drawing/2014/main" id="{927DD985-B1A4-6148-13CD-F203334023B3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780" name="Rectangle 1779">
                    <a:extLst>
                      <a:ext uri="{FF2B5EF4-FFF2-40B4-BE49-F238E27FC236}">
                        <a16:creationId xmlns:a16="http://schemas.microsoft.com/office/drawing/2014/main" id="{E94DC521-8DFB-1B95-30B9-901193374CE9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</p:grpSp>
          </p:grpSp>
        </p:grpSp>
        <p:grpSp>
          <p:nvGrpSpPr>
            <p:cNvPr id="2038" name="Group 2037">
              <a:extLst>
                <a:ext uri="{FF2B5EF4-FFF2-40B4-BE49-F238E27FC236}">
                  <a16:creationId xmlns:a16="http://schemas.microsoft.com/office/drawing/2014/main" id="{5470014A-1CA3-EA72-0FBF-C4149BCB3D7A}"/>
                </a:ext>
              </a:extLst>
            </p:cNvPr>
            <p:cNvGrpSpPr/>
            <p:nvPr/>
          </p:nvGrpSpPr>
          <p:grpSpPr>
            <a:xfrm>
              <a:off x="1927372" y="3534772"/>
              <a:ext cx="8397215" cy="345202"/>
              <a:chOff x="921103" y="312096"/>
              <a:chExt cx="8397215" cy="345202"/>
            </a:xfrm>
          </p:grpSpPr>
          <p:grpSp>
            <p:nvGrpSpPr>
              <p:cNvPr id="2109" name="Group 2108">
                <a:extLst>
                  <a:ext uri="{FF2B5EF4-FFF2-40B4-BE49-F238E27FC236}">
                    <a16:creationId xmlns:a16="http://schemas.microsoft.com/office/drawing/2014/main" id="{6083CBF0-4651-EAF3-ECE2-C48440317994}"/>
                  </a:ext>
                </a:extLst>
              </p:cNvPr>
              <p:cNvGrpSpPr/>
              <p:nvPr/>
            </p:nvGrpSpPr>
            <p:grpSpPr>
              <a:xfrm>
                <a:off x="8910063" y="312096"/>
                <a:ext cx="408255" cy="345202"/>
                <a:chOff x="830578" y="1668379"/>
                <a:chExt cx="360476" cy="304800"/>
              </a:xfrm>
              <a:solidFill>
                <a:srgbClr val="FFFC04"/>
              </a:solidFill>
            </p:grpSpPr>
            <p:sp>
              <p:nvSpPr>
                <p:cNvPr id="2301" name="Rectangle 2300">
                  <a:extLst>
                    <a:ext uri="{FF2B5EF4-FFF2-40B4-BE49-F238E27FC236}">
                      <a16:creationId xmlns:a16="http://schemas.microsoft.com/office/drawing/2014/main" id="{444959BA-4FBF-54D4-4019-08CFC24B922E}"/>
                    </a:ext>
                  </a:extLst>
                </p:cNvPr>
                <p:cNvSpPr/>
                <p:nvPr/>
              </p:nvSpPr>
              <p:spPr>
                <a:xfrm>
                  <a:off x="830578" y="1668379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302" name="Rectangle 2301">
                  <a:extLst>
                    <a:ext uri="{FF2B5EF4-FFF2-40B4-BE49-F238E27FC236}">
                      <a16:creationId xmlns:a16="http://schemas.microsoft.com/office/drawing/2014/main" id="{B40F298B-11DF-CADA-4358-11863AC87616}"/>
                    </a:ext>
                  </a:extLst>
                </p:cNvPr>
                <p:cNvSpPr/>
                <p:nvPr/>
              </p:nvSpPr>
              <p:spPr>
                <a:xfrm>
                  <a:off x="876549" y="1668379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303" name="Rectangle 2302">
                  <a:extLst>
                    <a:ext uri="{FF2B5EF4-FFF2-40B4-BE49-F238E27FC236}">
                      <a16:creationId xmlns:a16="http://schemas.microsoft.com/office/drawing/2014/main" id="{9791E9BE-3902-F928-2E1B-39250C28F442}"/>
                    </a:ext>
                  </a:extLst>
                </p:cNvPr>
                <p:cNvSpPr/>
                <p:nvPr/>
              </p:nvSpPr>
              <p:spPr>
                <a:xfrm>
                  <a:off x="917059" y="1668379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304" name="Rectangle 2303">
                  <a:extLst>
                    <a:ext uri="{FF2B5EF4-FFF2-40B4-BE49-F238E27FC236}">
                      <a16:creationId xmlns:a16="http://schemas.microsoft.com/office/drawing/2014/main" id="{1516274C-F707-E118-0BED-1004AB5CA30E}"/>
                    </a:ext>
                  </a:extLst>
                </p:cNvPr>
                <p:cNvSpPr/>
                <p:nvPr/>
              </p:nvSpPr>
              <p:spPr>
                <a:xfrm>
                  <a:off x="963030" y="1668379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305" name="Rectangle 2304">
                  <a:extLst>
                    <a:ext uri="{FF2B5EF4-FFF2-40B4-BE49-F238E27FC236}">
                      <a16:creationId xmlns:a16="http://schemas.microsoft.com/office/drawing/2014/main" id="{0DE69FA9-1851-866F-CD10-8581C57EC50C}"/>
                    </a:ext>
                  </a:extLst>
                </p:cNvPr>
                <p:cNvSpPr/>
                <p:nvPr/>
              </p:nvSpPr>
              <p:spPr>
                <a:xfrm>
                  <a:off x="1010366" y="1668379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306" name="Rectangle 2305">
                  <a:extLst>
                    <a:ext uri="{FF2B5EF4-FFF2-40B4-BE49-F238E27FC236}">
                      <a16:creationId xmlns:a16="http://schemas.microsoft.com/office/drawing/2014/main" id="{98627A1D-1431-4736-C9F1-CD209426A14F}"/>
                    </a:ext>
                  </a:extLst>
                </p:cNvPr>
                <p:cNvSpPr/>
                <p:nvPr/>
              </p:nvSpPr>
              <p:spPr>
                <a:xfrm>
                  <a:off x="1056337" y="1668379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307" name="Rectangle 2306">
                  <a:extLst>
                    <a:ext uri="{FF2B5EF4-FFF2-40B4-BE49-F238E27FC236}">
                      <a16:creationId xmlns:a16="http://schemas.microsoft.com/office/drawing/2014/main" id="{4579629E-FF2A-9754-586A-F1F5DA9BDEE9}"/>
                    </a:ext>
                  </a:extLst>
                </p:cNvPr>
                <p:cNvSpPr/>
                <p:nvPr/>
              </p:nvSpPr>
              <p:spPr>
                <a:xfrm>
                  <a:off x="1099363" y="1668379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308" name="Rectangle 2307">
                  <a:extLst>
                    <a:ext uri="{FF2B5EF4-FFF2-40B4-BE49-F238E27FC236}">
                      <a16:creationId xmlns:a16="http://schemas.microsoft.com/office/drawing/2014/main" id="{D2209EBC-E67A-BDEF-05DE-BB1A641E852C}"/>
                    </a:ext>
                  </a:extLst>
                </p:cNvPr>
                <p:cNvSpPr/>
                <p:nvPr/>
              </p:nvSpPr>
              <p:spPr>
                <a:xfrm>
                  <a:off x="1145335" y="1668379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</p:grpSp>
          <p:grpSp>
            <p:nvGrpSpPr>
              <p:cNvPr id="2110" name="Group 2109">
                <a:extLst>
                  <a:ext uri="{FF2B5EF4-FFF2-40B4-BE49-F238E27FC236}">
                    <a16:creationId xmlns:a16="http://schemas.microsoft.com/office/drawing/2014/main" id="{5F77AFAC-554F-25E0-12D9-DEADA2B8BA62}"/>
                  </a:ext>
                </a:extLst>
              </p:cNvPr>
              <p:cNvGrpSpPr/>
              <p:nvPr/>
            </p:nvGrpSpPr>
            <p:grpSpPr>
              <a:xfrm>
                <a:off x="921103" y="312096"/>
                <a:ext cx="7994329" cy="345202"/>
                <a:chOff x="921103" y="312096"/>
                <a:chExt cx="7994329" cy="345202"/>
              </a:xfrm>
            </p:grpSpPr>
            <p:grpSp>
              <p:nvGrpSpPr>
                <p:cNvPr id="2111" name="Group 2110">
                  <a:extLst>
                    <a:ext uri="{FF2B5EF4-FFF2-40B4-BE49-F238E27FC236}">
                      <a16:creationId xmlns:a16="http://schemas.microsoft.com/office/drawing/2014/main" id="{681F0743-4A2A-3C97-ADF3-8AF422F56BA2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3998276" cy="345202"/>
                  <a:chOff x="921103" y="312096"/>
                  <a:chExt cx="3998276" cy="345202"/>
                </a:xfrm>
              </p:grpSpPr>
              <p:grpSp>
                <p:nvGrpSpPr>
                  <p:cNvPr id="2207" name="Group 2206">
                    <a:extLst>
                      <a:ext uri="{FF2B5EF4-FFF2-40B4-BE49-F238E27FC236}">
                        <a16:creationId xmlns:a16="http://schemas.microsoft.com/office/drawing/2014/main" id="{A23BE772-0D49-A2CE-8102-DCECAA983F83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2001830" cy="345202"/>
                    <a:chOff x="921103" y="312096"/>
                    <a:chExt cx="2001830" cy="345202"/>
                  </a:xfrm>
                </p:grpSpPr>
                <p:grpSp>
                  <p:nvGrpSpPr>
                    <p:cNvPr id="2255" name="Group 2254">
                      <a:extLst>
                        <a:ext uri="{FF2B5EF4-FFF2-40B4-BE49-F238E27FC236}">
                          <a16:creationId xmlns:a16="http://schemas.microsoft.com/office/drawing/2014/main" id="{CAF04C51-8E09-8AE9-81B5-F04C2319F76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999155" cy="345202"/>
                      <a:chOff x="921103" y="312096"/>
                      <a:chExt cx="999155" cy="345202"/>
                    </a:xfrm>
                  </p:grpSpPr>
                  <p:grpSp>
                    <p:nvGrpSpPr>
                      <p:cNvPr id="2279" name="Group 2278">
                        <a:extLst>
                          <a:ext uri="{FF2B5EF4-FFF2-40B4-BE49-F238E27FC236}">
                            <a16:creationId xmlns:a16="http://schemas.microsoft.com/office/drawing/2014/main" id="{B8B166E4-7117-85E6-4B05-D4BFDAA3E06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498877" cy="345202"/>
                        <a:chOff x="807993" y="409074"/>
                        <a:chExt cx="440489" cy="304800"/>
                      </a:xfrm>
                      <a:solidFill>
                        <a:srgbClr val="FFFC04"/>
                      </a:solidFill>
                    </p:grpSpPr>
                    <p:sp>
                      <p:nvSpPr>
                        <p:cNvPr id="2291" name="Rectangle 2290">
                          <a:extLst>
                            <a:ext uri="{FF2B5EF4-FFF2-40B4-BE49-F238E27FC236}">
                              <a16:creationId xmlns:a16="http://schemas.microsoft.com/office/drawing/2014/main" id="{C0D895A2-DEE7-92EF-A0E6-52978C77169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07993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chemeClr val="bg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92" name="Rectangle 2291">
                          <a:extLst>
                            <a:ext uri="{FF2B5EF4-FFF2-40B4-BE49-F238E27FC236}">
                              <a16:creationId xmlns:a16="http://schemas.microsoft.com/office/drawing/2014/main" id="{4243C29C-5AA9-05A7-D383-C7EA34B9D86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53438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chemeClr val="bg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93" name="Rectangle 2292">
                          <a:extLst>
                            <a:ext uri="{FF2B5EF4-FFF2-40B4-BE49-F238E27FC236}">
                              <a16:creationId xmlns:a16="http://schemas.microsoft.com/office/drawing/2014/main" id="{7E75096A-FDB8-3F5E-C865-B3427B09191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8871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94" name="Rectangle 2293">
                          <a:extLst>
                            <a:ext uri="{FF2B5EF4-FFF2-40B4-BE49-F238E27FC236}">
                              <a16:creationId xmlns:a16="http://schemas.microsoft.com/office/drawing/2014/main" id="{7B326670-28FC-DFED-B453-5011691C2C7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43978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95" name="Rectangle 2294">
                          <a:extLst>
                            <a:ext uri="{FF2B5EF4-FFF2-40B4-BE49-F238E27FC236}">
                              <a16:creationId xmlns:a16="http://schemas.microsoft.com/office/drawing/2014/main" id="{790A217B-E0C2-A960-49A1-B0A442FBB3F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89737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96" name="Rectangle 2295">
                          <a:extLst>
                            <a:ext uri="{FF2B5EF4-FFF2-40B4-BE49-F238E27FC236}">
                              <a16:creationId xmlns:a16="http://schemas.microsoft.com/office/drawing/2014/main" id="{2CF3948A-A2A3-92A7-AE12-A89C3C636D1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35169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97" name="Rectangle 2296">
                          <a:extLst>
                            <a:ext uri="{FF2B5EF4-FFF2-40B4-BE49-F238E27FC236}">
                              <a16:creationId xmlns:a16="http://schemas.microsoft.com/office/drawing/2014/main" id="{1BAE3148-6B8E-EF9B-7470-759D1E18C59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73264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98" name="Rectangle 2297">
                          <a:extLst>
                            <a:ext uri="{FF2B5EF4-FFF2-40B4-BE49-F238E27FC236}">
                              <a16:creationId xmlns:a16="http://schemas.microsoft.com/office/drawing/2014/main" id="{56880C98-0120-121A-A73A-46D15371747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19235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99" name="Rectangle 2298">
                          <a:extLst>
                            <a:ext uri="{FF2B5EF4-FFF2-40B4-BE49-F238E27FC236}">
                              <a16:creationId xmlns:a16="http://schemas.microsoft.com/office/drawing/2014/main" id="{FBB8FCF9-BA79-8FBF-4010-188F7A3CED2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63752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300" name="Rectangle 2299">
                          <a:extLst>
                            <a:ext uri="{FF2B5EF4-FFF2-40B4-BE49-F238E27FC236}">
                              <a16:creationId xmlns:a16="http://schemas.microsoft.com/office/drawing/2014/main" id="{E81D2207-B2AE-E11A-D36E-E1CE3A7A0ED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02763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</p:grpSp>
                  <p:grpSp>
                    <p:nvGrpSpPr>
                      <p:cNvPr id="2280" name="Group 2279">
                        <a:extLst>
                          <a:ext uri="{FF2B5EF4-FFF2-40B4-BE49-F238E27FC236}">
                            <a16:creationId xmlns:a16="http://schemas.microsoft.com/office/drawing/2014/main" id="{B6051D95-2DBC-C1D9-A8DC-F1624DBC759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421381" y="312096"/>
                        <a:ext cx="498877" cy="345202"/>
                        <a:chOff x="807993" y="409074"/>
                        <a:chExt cx="440489" cy="304800"/>
                      </a:xfrm>
                      <a:solidFill>
                        <a:srgbClr val="FFFC04"/>
                      </a:solidFill>
                    </p:grpSpPr>
                    <p:sp>
                      <p:nvSpPr>
                        <p:cNvPr id="2281" name="Rectangle 2280">
                          <a:extLst>
                            <a:ext uri="{FF2B5EF4-FFF2-40B4-BE49-F238E27FC236}">
                              <a16:creationId xmlns:a16="http://schemas.microsoft.com/office/drawing/2014/main" id="{74539FF0-DDD4-D9D8-33D5-8616B4CF7D8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07993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82" name="Rectangle 2281">
                          <a:extLst>
                            <a:ext uri="{FF2B5EF4-FFF2-40B4-BE49-F238E27FC236}">
                              <a16:creationId xmlns:a16="http://schemas.microsoft.com/office/drawing/2014/main" id="{E42DA8F5-F369-0782-7A9A-60AA6D90183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53438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83" name="Rectangle 2282">
                          <a:extLst>
                            <a:ext uri="{FF2B5EF4-FFF2-40B4-BE49-F238E27FC236}">
                              <a16:creationId xmlns:a16="http://schemas.microsoft.com/office/drawing/2014/main" id="{73A7A84C-3759-827C-791D-5D98A0FDE8D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8871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84" name="Rectangle 2283">
                          <a:extLst>
                            <a:ext uri="{FF2B5EF4-FFF2-40B4-BE49-F238E27FC236}">
                              <a16:creationId xmlns:a16="http://schemas.microsoft.com/office/drawing/2014/main" id="{634529AC-E0AE-0E82-A2AA-B009E78B1E4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43978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85" name="Rectangle 2284">
                          <a:extLst>
                            <a:ext uri="{FF2B5EF4-FFF2-40B4-BE49-F238E27FC236}">
                              <a16:creationId xmlns:a16="http://schemas.microsoft.com/office/drawing/2014/main" id="{CF807EB4-8272-DD3F-178D-6B34680B4D8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89737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86" name="Rectangle 2285">
                          <a:extLst>
                            <a:ext uri="{FF2B5EF4-FFF2-40B4-BE49-F238E27FC236}">
                              <a16:creationId xmlns:a16="http://schemas.microsoft.com/office/drawing/2014/main" id="{A751EECC-9996-CE24-A227-B684E293A03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35169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87" name="Rectangle 2286">
                          <a:extLst>
                            <a:ext uri="{FF2B5EF4-FFF2-40B4-BE49-F238E27FC236}">
                              <a16:creationId xmlns:a16="http://schemas.microsoft.com/office/drawing/2014/main" id="{68516664-2660-040C-F140-51267B46644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73264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88" name="Rectangle 2287">
                          <a:extLst>
                            <a:ext uri="{FF2B5EF4-FFF2-40B4-BE49-F238E27FC236}">
                              <a16:creationId xmlns:a16="http://schemas.microsoft.com/office/drawing/2014/main" id="{8408FD16-5680-8BBB-972D-53098B5AEF9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19235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89" name="Rectangle 2288">
                          <a:extLst>
                            <a:ext uri="{FF2B5EF4-FFF2-40B4-BE49-F238E27FC236}">
                              <a16:creationId xmlns:a16="http://schemas.microsoft.com/office/drawing/2014/main" id="{93E6F6C9-FD61-1950-15C1-D726101A19E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63752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90" name="Rectangle 2289">
                          <a:extLst>
                            <a:ext uri="{FF2B5EF4-FFF2-40B4-BE49-F238E27FC236}">
                              <a16:creationId xmlns:a16="http://schemas.microsoft.com/office/drawing/2014/main" id="{168F6936-A79E-AF5A-1F08-1EDBDCF175C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02763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</p:grpSp>
                </p:grpSp>
                <p:grpSp>
                  <p:nvGrpSpPr>
                    <p:cNvPr id="2256" name="Group 2255">
                      <a:extLst>
                        <a:ext uri="{FF2B5EF4-FFF2-40B4-BE49-F238E27FC236}">
                          <a16:creationId xmlns:a16="http://schemas.microsoft.com/office/drawing/2014/main" id="{738122E8-9BC2-7AC2-5985-25890330F19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923775" y="312096"/>
                      <a:ext cx="999158" cy="345202"/>
                      <a:chOff x="921103" y="312096"/>
                      <a:chExt cx="999158" cy="345202"/>
                    </a:xfrm>
                  </p:grpSpPr>
                  <p:grpSp>
                    <p:nvGrpSpPr>
                      <p:cNvPr id="2257" name="Group 2256">
                        <a:extLst>
                          <a:ext uri="{FF2B5EF4-FFF2-40B4-BE49-F238E27FC236}">
                            <a16:creationId xmlns:a16="http://schemas.microsoft.com/office/drawing/2014/main" id="{042ACB45-EAAF-765D-2638-97D1267C9B2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498877" cy="345202"/>
                        <a:chOff x="807993" y="409074"/>
                        <a:chExt cx="440489" cy="304800"/>
                      </a:xfrm>
                      <a:solidFill>
                        <a:srgbClr val="FFFC04"/>
                      </a:solidFill>
                    </p:grpSpPr>
                    <p:sp>
                      <p:nvSpPr>
                        <p:cNvPr id="2269" name="Rectangle 2268">
                          <a:extLst>
                            <a:ext uri="{FF2B5EF4-FFF2-40B4-BE49-F238E27FC236}">
                              <a16:creationId xmlns:a16="http://schemas.microsoft.com/office/drawing/2014/main" id="{9D1285F4-923D-89CA-C02A-273C73F69A3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07993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70" name="Rectangle 2269">
                          <a:extLst>
                            <a:ext uri="{FF2B5EF4-FFF2-40B4-BE49-F238E27FC236}">
                              <a16:creationId xmlns:a16="http://schemas.microsoft.com/office/drawing/2014/main" id="{622A73AA-0979-8FAE-D95B-3300B8C4019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53438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71" name="Rectangle 2270">
                          <a:extLst>
                            <a:ext uri="{FF2B5EF4-FFF2-40B4-BE49-F238E27FC236}">
                              <a16:creationId xmlns:a16="http://schemas.microsoft.com/office/drawing/2014/main" id="{49012287-76FF-A26D-A6DA-68A7B5A22F3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8871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72" name="Rectangle 2271">
                          <a:extLst>
                            <a:ext uri="{FF2B5EF4-FFF2-40B4-BE49-F238E27FC236}">
                              <a16:creationId xmlns:a16="http://schemas.microsoft.com/office/drawing/2014/main" id="{790DAE50-2DA6-3E83-3955-6E898B3307E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43978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73" name="Rectangle 2272">
                          <a:extLst>
                            <a:ext uri="{FF2B5EF4-FFF2-40B4-BE49-F238E27FC236}">
                              <a16:creationId xmlns:a16="http://schemas.microsoft.com/office/drawing/2014/main" id="{40CA4E9B-3DD8-4BBF-F590-43A9D0BA8E3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89737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74" name="Rectangle 2273">
                          <a:extLst>
                            <a:ext uri="{FF2B5EF4-FFF2-40B4-BE49-F238E27FC236}">
                              <a16:creationId xmlns:a16="http://schemas.microsoft.com/office/drawing/2014/main" id="{04AA7737-55F3-3B47-61B4-E5BA554DC57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35169" y="409074"/>
                          <a:ext cx="45719" cy="304800"/>
                        </a:xfrm>
                        <a:prstGeom prst="rect">
                          <a:avLst/>
                        </a:prstGeom>
                        <a:solidFill>
                          <a:srgbClr val="458892"/>
                        </a:solidFill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75" name="Rectangle 2274">
                          <a:extLst>
                            <a:ext uri="{FF2B5EF4-FFF2-40B4-BE49-F238E27FC236}">
                              <a16:creationId xmlns:a16="http://schemas.microsoft.com/office/drawing/2014/main" id="{558D1D11-C032-4DB2-1867-74D33816301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73264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76" name="Rectangle 2275">
                          <a:extLst>
                            <a:ext uri="{FF2B5EF4-FFF2-40B4-BE49-F238E27FC236}">
                              <a16:creationId xmlns:a16="http://schemas.microsoft.com/office/drawing/2014/main" id="{D8A40F44-0565-C06B-3167-691ADB661DB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19235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77" name="Rectangle 2276">
                          <a:extLst>
                            <a:ext uri="{FF2B5EF4-FFF2-40B4-BE49-F238E27FC236}">
                              <a16:creationId xmlns:a16="http://schemas.microsoft.com/office/drawing/2014/main" id="{74F0CB0E-3F22-C450-045C-A5FD9126599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63752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78" name="Rectangle 2277">
                          <a:extLst>
                            <a:ext uri="{FF2B5EF4-FFF2-40B4-BE49-F238E27FC236}">
                              <a16:creationId xmlns:a16="http://schemas.microsoft.com/office/drawing/2014/main" id="{C117A7D5-D5BD-C9B1-0219-957E6EA1BD7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0276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</p:grpSp>
                  <p:grpSp>
                    <p:nvGrpSpPr>
                      <p:cNvPr id="2258" name="Group 2257">
                        <a:extLst>
                          <a:ext uri="{FF2B5EF4-FFF2-40B4-BE49-F238E27FC236}">
                            <a16:creationId xmlns:a16="http://schemas.microsoft.com/office/drawing/2014/main" id="{33A7A83A-87DC-647F-E813-14D7604FB53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413499" y="312096"/>
                        <a:ext cx="506762" cy="345202"/>
                        <a:chOff x="801032" y="409074"/>
                        <a:chExt cx="447450" cy="304800"/>
                      </a:xfrm>
                      <a:solidFill>
                        <a:srgbClr val="FFFC04"/>
                      </a:solidFill>
                    </p:grpSpPr>
                    <p:sp>
                      <p:nvSpPr>
                        <p:cNvPr id="2259" name="Rectangle 2258">
                          <a:extLst>
                            <a:ext uri="{FF2B5EF4-FFF2-40B4-BE49-F238E27FC236}">
                              <a16:creationId xmlns:a16="http://schemas.microsoft.com/office/drawing/2014/main" id="{35BDB55D-CBFE-1D10-D616-90DAB9E4FC9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01032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60" name="Rectangle 2259">
                          <a:extLst>
                            <a:ext uri="{FF2B5EF4-FFF2-40B4-BE49-F238E27FC236}">
                              <a16:creationId xmlns:a16="http://schemas.microsoft.com/office/drawing/2014/main" id="{F0F110E5-EA10-B2C3-248E-CC4029E8FF1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4647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61" name="Rectangle 2260">
                          <a:extLst>
                            <a:ext uri="{FF2B5EF4-FFF2-40B4-BE49-F238E27FC236}">
                              <a16:creationId xmlns:a16="http://schemas.microsoft.com/office/drawing/2014/main" id="{5CF99757-3B22-17EE-C046-94557B0102F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1911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62" name="Rectangle 2261">
                          <a:extLst>
                            <a:ext uri="{FF2B5EF4-FFF2-40B4-BE49-F238E27FC236}">
                              <a16:creationId xmlns:a16="http://schemas.microsoft.com/office/drawing/2014/main" id="{504C9243-7679-E807-6FE6-5DDA4766023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37017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63" name="Rectangle 2262">
                          <a:extLst>
                            <a:ext uri="{FF2B5EF4-FFF2-40B4-BE49-F238E27FC236}">
                              <a16:creationId xmlns:a16="http://schemas.microsoft.com/office/drawing/2014/main" id="{7C20E0F7-9E17-A655-AD75-1CA288F88C0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82777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64" name="Rectangle 2263">
                          <a:extLst>
                            <a:ext uri="{FF2B5EF4-FFF2-40B4-BE49-F238E27FC236}">
                              <a16:creationId xmlns:a16="http://schemas.microsoft.com/office/drawing/2014/main" id="{A10535BA-4915-2D6E-40CD-B9C3817FE2F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2820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65" name="Rectangle 2264">
                          <a:extLst>
                            <a:ext uri="{FF2B5EF4-FFF2-40B4-BE49-F238E27FC236}">
                              <a16:creationId xmlns:a16="http://schemas.microsoft.com/office/drawing/2014/main" id="{7CEB9A14-38A0-76E7-EBE7-EEB30E858BA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73264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66" name="Rectangle 2265">
                          <a:extLst>
                            <a:ext uri="{FF2B5EF4-FFF2-40B4-BE49-F238E27FC236}">
                              <a16:creationId xmlns:a16="http://schemas.microsoft.com/office/drawing/2014/main" id="{9EF44C72-9380-1A42-50D1-C9ED08C1255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19235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67" name="Rectangle 2266">
                          <a:extLst>
                            <a:ext uri="{FF2B5EF4-FFF2-40B4-BE49-F238E27FC236}">
                              <a16:creationId xmlns:a16="http://schemas.microsoft.com/office/drawing/2014/main" id="{10446A2A-6A62-815A-AED8-A4C407A835A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63752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68" name="Rectangle 2267">
                          <a:extLst>
                            <a:ext uri="{FF2B5EF4-FFF2-40B4-BE49-F238E27FC236}">
                              <a16:creationId xmlns:a16="http://schemas.microsoft.com/office/drawing/2014/main" id="{6BC5F0DB-F16A-DDDD-0F3E-68143C64D18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0276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</p:grpSp>
                </p:grpSp>
              </p:grpSp>
              <p:grpSp>
                <p:nvGrpSpPr>
                  <p:cNvPr id="2208" name="Group 2207">
                    <a:extLst>
                      <a:ext uri="{FF2B5EF4-FFF2-40B4-BE49-F238E27FC236}">
                        <a16:creationId xmlns:a16="http://schemas.microsoft.com/office/drawing/2014/main" id="{7828C94A-6D77-346C-7680-DC5A86D296AC}"/>
                      </a:ext>
                    </a:extLst>
                  </p:cNvPr>
                  <p:cNvGrpSpPr/>
                  <p:nvPr/>
                </p:nvGrpSpPr>
                <p:grpSpPr>
                  <a:xfrm>
                    <a:off x="2917549" y="312096"/>
                    <a:ext cx="2001830" cy="345202"/>
                    <a:chOff x="921103" y="312096"/>
                    <a:chExt cx="2001830" cy="345202"/>
                  </a:xfrm>
                </p:grpSpPr>
                <p:grpSp>
                  <p:nvGrpSpPr>
                    <p:cNvPr id="2209" name="Group 2208">
                      <a:extLst>
                        <a:ext uri="{FF2B5EF4-FFF2-40B4-BE49-F238E27FC236}">
                          <a16:creationId xmlns:a16="http://schemas.microsoft.com/office/drawing/2014/main" id="{96E941F4-AEF0-F3A2-6623-22FFF2772A7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999156" cy="345202"/>
                      <a:chOff x="921103" y="312096"/>
                      <a:chExt cx="999156" cy="345202"/>
                    </a:xfrm>
                  </p:grpSpPr>
                  <p:grpSp>
                    <p:nvGrpSpPr>
                      <p:cNvPr id="2233" name="Group 2232">
                        <a:extLst>
                          <a:ext uri="{FF2B5EF4-FFF2-40B4-BE49-F238E27FC236}">
                            <a16:creationId xmlns:a16="http://schemas.microsoft.com/office/drawing/2014/main" id="{0A9988B9-6C80-B57A-4740-EA780E93A81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498877" cy="345202"/>
                        <a:chOff x="807993" y="409074"/>
                        <a:chExt cx="440489" cy="304800"/>
                      </a:xfrm>
                      <a:solidFill>
                        <a:srgbClr val="FFFC04"/>
                      </a:solidFill>
                    </p:grpSpPr>
                    <p:sp>
                      <p:nvSpPr>
                        <p:cNvPr id="2245" name="Rectangle 2244">
                          <a:extLst>
                            <a:ext uri="{FF2B5EF4-FFF2-40B4-BE49-F238E27FC236}">
                              <a16:creationId xmlns:a16="http://schemas.microsoft.com/office/drawing/2014/main" id="{8DED1E7A-46C5-64CA-C04D-2D8342E65A9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0799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46" name="Rectangle 2245">
                          <a:extLst>
                            <a:ext uri="{FF2B5EF4-FFF2-40B4-BE49-F238E27FC236}">
                              <a16:creationId xmlns:a16="http://schemas.microsoft.com/office/drawing/2014/main" id="{E832DA96-D0B2-7441-48FC-0965C459201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5343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47" name="Rectangle 2246">
                          <a:extLst>
                            <a:ext uri="{FF2B5EF4-FFF2-40B4-BE49-F238E27FC236}">
                              <a16:creationId xmlns:a16="http://schemas.microsoft.com/office/drawing/2014/main" id="{8B4F2647-CA89-F83A-B32E-47591833BCC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8871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48" name="Rectangle 2247">
                          <a:extLst>
                            <a:ext uri="{FF2B5EF4-FFF2-40B4-BE49-F238E27FC236}">
                              <a16:creationId xmlns:a16="http://schemas.microsoft.com/office/drawing/2014/main" id="{20E233C7-97B0-9231-6CCF-D67E42EAB98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4397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49" name="Rectangle 2248">
                          <a:extLst>
                            <a:ext uri="{FF2B5EF4-FFF2-40B4-BE49-F238E27FC236}">
                              <a16:creationId xmlns:a16="http://schemas.microsoft.com/office/drawing/2014/main" id="{7F307014-7BD3-EF47-A262-4D69F1BAEA0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89737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50" name="Rectangle 2249">
                          <a:extLst>
                            <a:ext uri="{FF2B5EF4-FFF2-40B4-BE49-F238E27FC236}">
                              <a16:creationId xmlns:a16="http://schemas.microsoft.com/office/drawing/2014/main" id="{54671CB3-E461-E71C-56A4-E56F8FC8C9E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35169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51" name="Rectangle 2250">
                          <a:extLst>
                            <a:ext uri="{FF2B5EF4-FFF2-40B4-BE49-F238E27FC236}">
                              <a16:creationId xmlns:a16="http://schemas.microsoft.com/office/drawing/2014/main" id="{D8BAA13C-6268-3796-A2CD-0B1928FEF67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73264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52" name="Rectangle 2251">
                          <a:extLst>
                            <a:ext uri="{FF2B5EF4-FFF2-40B4-BE49-F238E27FC236}">
                              <a16:creationId xmlns:a16="http://schemas.microsoft.com/office/drawing/2014/main" id="{4FDE318C-8AA1-4DC2-FA19-1AA0F55B80F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19235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53" name="Rectangle 2252">
                          <a:extLst>
                            <a:ext uri="{FF2B5EF4-FFF2-40B4-BE49-F238E27FC236}">
                              <a16:creationId xmlns:a16="http://schemas.microsoft.com/office/drawing/2014/main" id="{13EAE592-2309-BB52-94F1-5687DBAEC7F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63752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54" name="Rectangle 2253">
                          <a:extLst>
                            <a:ext uri="{FF2B5EF4-FFF2-40B4-BE49-F238E27FC236}">
                              <a16:creationId xmlns:a16="http://schemas.microsoft.com/office/drawing/2014/main" id="{0D524C0B-F78E-5C53-53C1-23A676379C4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0276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</p:grpSp>
                  <p:grpSp>
                    <p:nvGrpSpPr>
                      <p:cNvPr id="2234" name="Group 2233">
                        <a:extLst>
                          <a:ext uri="{FF2B5EF4-FFF2-40B4-BE49-F238E27FC236}">
                            <a16:creationId xmlns:a16="http://schemas.microsoft.com/office/drawing/2014/main" id="{43A05477-34F8-7E8F-1F9E-A5043BC6BDD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413499" y="312096"/>
                        <a:ext cx="506760" cy="345202"/>
                        <a:chOff x="801033" y="409074"/>
                        <a:chExt cx="447449" cy="304800"/>
                      </a:xfrm>
                      <a:solidFill>
                        <a:srgbClr val="FFFC04"/>
                      </a:solidFill>
                    </p:grpSpPr>
                    <p:sp>
                      <p:nvSpPr>
                        <p:cNvPr id="2235" name="Rectangle 2234">
                          <a:extLst>
                            <a:ext uri="{FF2B5EF4-FFF2-40B4-BE49-F238E27FC236}">
                              <a16:creationId xmlns:a16="http://schemas.microsoft.com/office/drawing/2014/main" id="{CE5412D4-3DC5-5720-E837-2C1D10F13BB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0103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36" name="Rectangle 2235">
                          <a:extLst>
                            <a:ext uri="{FF2B5EF4-FFF2-40B4-BE49-F238E27FC236}">
                              <a16:creationId xmlns:a16="http://schemas.microsoft.com/office/drawing/2014/main" id="{E0034A05-B779-E7B3-D328-84215CD4497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46477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37" name="Rectangle 2236">
                          <a:extLst>
                            <a:ext uri="{FF2B5EF4-FFF2-40B4-BE49-F238E27FC236}">
                              <a16:creationId xmlns:a16="http://schemas.microsoft.com/office/drawing/2014/main" id="{B9B82B05-0D80-E4B7-2AC1-C4E9678AD1E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1911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38" name="Rectangle 2237">
                          <a:extLst>
                            <a:ext uri="{FF2B5EF4-FFF2-40B4-BE49-F238E27FC236}">
                              <a16:creationId xmlns:a16="http://schemas.microsoft.com/office/drawing/2014/main" id="{650E82D1-805C-CAE0-172D-2993AA3F043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3701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39" name="Rectangle 2238">
                          <a:extLst>
                            <a:ext uri="{FF2B5EF4-FFF2-40B4-BE49-F238E27FC236}">
                              <a16:creationId xmlns:a16="http://schemas.microsoft.com/office/drawing/2014/main" id="{F1F1F75D-583B-2693-28A2-7195C50E8E9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82776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40" name="Rectangle 2239">
                          <a:extLst>
                            <a:ext uri="{FF2B5EF4-FFF2-40B4-BE49-F238E27FC236}">
                              <a16:creationId xmlns:a16="http://schemas.microsoft.com/office/drawing/2014/main" id="{1386EA96-13AA-EDDE-42BB-898FD467DC8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28209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41" name="Rectangle 2240">
                          <a:extLst>
                            <a:ext uri="{FF2B5EF4-FFF2-40B4-BE49-F238E27FC236}">
                              <a16:creationId xmlns:a16="http://schemas.microsoft.com/office/drawing/2014/main" id="{D22644D7-7A2A-6FCC-1BFA-D270752183C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73264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42" name="Rectangle 2241">
                          <a:extLst>
                            <a:ext uri="{FF2B5EF4-FFF2-40B4-BE49-F238E27FC236}">
                              <a16:creationId xmlns:a16="http://schemas.microsoft.com/office/drawing/2014/main" id="{0BE378B6-9AC4-35E1-A5A8-C7C1FBCFB7E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19235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43" name="Rectangle 2242">
                          <a:extLst>
                            <a:ext uri="{FF2B5EF4-FFF2-40B4-BE49-F238E27FC236}">
                              <a16:creationId xmlns:a16="http://schemas.microsoft.com/office/drawing/2014/main" id="{63768873-F702-AFAD-4B4B-DF4333B65A9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63752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44" name="Rectangle 2243">
                          <a:extLst>
                            <a:ext uri="{FF2B5EF4-FFF2-40B4-BE49-F238E27FC236}">
                              <a16:creationId xmlns:a16="http://schemas.microsoft.com/office/drawing/2014/main" id="{FABE1D82-7C91-0922-7334-04A1A90CA8D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0276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</p:grpSp>
                </p:grpSp>
                <p:grpSp>
                  <p:nvGrpSpPr>
                    <p:cNvPr id="2210" name="Group 2209">
                      <a:extLst>
                        <a:ext uri="{FF2B5EF4-FFF2-40B4-BE49-F238E27FC236}">
                          <a16:creationId xmlns:a16="http://schemas.microsoft.com/office/drawing/2014/main" id="{6B17BE10-321C-1139-B4E1-683D2D7A704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923775" y="312096"/>
                      <a:ext cx="999158" cy="345202"/>
                      <a:chOff x="921103" y="312096"/>
                      <a:chExt cx="999158" cy="345202"/>
                    </a:xfrm>
                  </p:grpSpPr>
                  <p:grpSp>
                    <p:nvGrpSpPr>
                      <p:cNvPr id="2211" name="Group 2210">
                        <a:extLst>
                          <a:ext uri="{FF2B5EF4-FFF2-40B4-BE49-F238E27FC236}">
                            <a16:creationId xmlns:a16="http://schemas.microsoft.com/office/drawing/2014/main" id="{48F86902-525C-9149-5393-BA87FBF2054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498877" cy="345202"/>
                        <a:chOff x="807993" y="409074"/>
                        <a:chExt cx="440489" cy="304800"/>
                      </a:xfrm>
                      <a:solidFill>
                        <a:srgbClr val="FFFC04"/>
                      </a:solidFill>
                    </p:grpSpPr>
                    <p:sp>
                      <p:nvSpPr>
                        <p:cNvPr id="2223" name="Rectangle 2222">
                          <a:extLst>
                            <a:ext uri="{FF2B5EF4-FFF2-40B4-BE49-F238E27FC236}">
                              <a16:creationId xmlns:a16="http://schemas.microsoft.com/office/drawing/2014/main" id="{FF8F76CD-D480-B0EB-EE40-60C7B4DDBA5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0799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24" name="Rectangle 2223">
                          <a:extLst>
                            <a:ext uri="{FF2B5EF4-FFF2-40B4-BE49-F238E27FC236}">
                              <a16:creationId xmlns:a16="http://schemas.microsoft.com/office/drawing/2014/main" id="{503471E3-4FBD-2584-9EEE-64B410C46E7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5343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25" name="Rectangle 2224">
                          <a:extLst>
                            <a:ext uri="{FF2B5EF4-FFF2-40B4-BE49-F238E27FC236}">
                              <a16:creationId xmlns:a16="http://schemas.microsoft.com/office/drawing/2014/main" id="{71B19ECB-9C2B-60FA-4BA5-0953F0FC4B5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8871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26" name="Rectangle 2225">
                          <a:extLst>
                            <a:ext uri="{FF2B5EF4-FFF2-40B4-BE49-F238E27FC236}">
                              <a16:creationId xmlns:a16="http://schemas.microsoft.com/office/drawing/2014/main" id="{0F4394EA-37A6-13B8-BB45-A2A46DE4247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4397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27" name="Rectangle 2226">
                          <a:extLst>
                            <a:ext uri="{FF2B5EF4-FFF2-40B4-BE49-F238E27FC236}">
                              <a16:creationId xmlns:a16="http://schemas.microsoft.com/office/drawing/2014/main" id="{9DF080B5-07AC-7895-11AE-6BC7BF51562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89737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28" name="Rectangle 2227">
                          <a:extLst>
                            <a:ext uri="{FF2B5EF4-FFF2-40B4-BE49-F238E27FC236}">
                              <a16:creationId xmlns:a16="http://schemas.microsoft.com/office/drawing/2014/main" id="{B24F78F2-B983-1B7D-508F-7E92EC512FD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35169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29" name="Rectangle 2228">
                          <a:extLst>
                            <a:ext uri="{FF2B5EF4-FFF2-40B4-BE49-F238E27FC236}">
                              <a16:creationId xmlns:a16="http://schemas.microsoft.com/office/drawing/2014/main" id="{FB617697-8062-808E-3241-0C12C2C89DB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73264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30" name="Rectangle 2229">
                          <a:extLst>
                            <a:ext uri="{FF2B5EF4-FFF2-40B4-BE49-F238E27FC236}">
                              <a16:creationId xmlns:a16="http://schemas.microsoft.com/office/drawing/2014/main" id="{52002760-B47A-A00F-BF49-BDB674E0563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19235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31" name="Rectangle 2230">
                          <a:extLst>
                            <a:ext uri="{FF2B5EF4-FFF2-40B4-BE49-F238E27FC236}">
                              <a16:creationId xmlns:a16="http://schemas.microsoft.com/office/drawing/2014/main" id="{CAD05D06-6832-0E7C-FD6D-09A924BDCD3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63752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32" name="Rectangle 2231">
                          <a:extLst>
                            <a:ext uri="{FF2B5EF4-FFF2-40B4-BE49-F238E27FC236}">
                              <a16:creationId xmlns:a16="http://schemas.microsoft.com/office/drawing/2014/main" id="{72B4F946-1A6F-2081-576E-899D1088B1A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0276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</p:grpSp>
                  <p:grpSp>
                    <p:nvGrpSpPr>
                      <p:cNvPr id="2212" name="Group 2211">
                        <a:extLst>
                          <a:ext uri="{FF2B5EF4-FFF2-40B4-BE49-F238E27FC236}">
                            <a16:creationId xmlns:a16="http://schemas.microsoft.com/office/drawing/2014/main" id="{E49BDC76-A000-C2A1-FA8B-9BBB0BAB2C9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413499" y="312096"/>
                        <a:ext cx="506762" cy="345202"/>
                        <a:chOff x="801032" y="409074"/>
                        <a:chExt cx="447450" cy="304800"/>
                      </a:xfrm>
                      <a:solidFill>
                        <a:srgbClr val="FFFC04"/>
                      </a:solidFill>
                    </p:grpSpPr>
                    <p:sp>
                      <p:nvSpPr>
                        <p:cNvPr id="2213" name="Rectangle 2212">
                          <a:extLst>
                            <a:ext uri="{FF2B5EF4-FFF2-40B4-BE49-F238E27FC236}">
                              <a16:creationId xmlns:a16="http://schemas.microsoft.com/office/drawing/2014/main" id="{F0E195AE-0417-6C25-9A15-3BAB48EE72F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01032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14" name="Rectangle 2213">
                          <a:extLst>
                            <a:ext uri="{FF2B5EF4-FFF2-40B4-BE49-F238E27FC236}">
                              <a16:creationId xmlns:a16="http://schemas.microsoft.com/office/drawing/2014/main" id="{AB08B9DF-097F-A857-B3B2-E4D4F9ED174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4647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15" name="Rectangle 2214">
                          <a:extLst>
                            <a:ext uri="{FF2B5EF4-FFF2-40B4-BE49-F238E27FC236}">
                              <a16:creationId xmlns:a16="http://schemas.microsoft.com/office/drawing/2014/main" id="{D473A32A-23BE-1204-6E59-D4C6FC0C3DB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1911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16" name="Rectangle 2215">
                          <a:extLst>
                            <a:ext uri="{FF2B5EF4-FFF2-40B4-BE49-F238E27FC236}">
                              <a16:creationId xmlns:a16="http://schemas.microsoft.com/office/drawing/2014/main" id="{2D8C0AFA-8CF3-F6E5-C8D1-78EB724C057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37017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17" name="Rectangle 2216">
                          <a:extLst>
                            <a:ext uri="{FF2B5EF4-FFF2-40B4-BE49-F238E27FC236}">
                              <a16:creationId xmlns:a16="http://schemas.microsoft.com/office/drawing/2014/main" id="{BB4D5ADE-7945-126C-8D83-BC2606AD712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82777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18" name="Rectangle 2217">
                          <a:extLst>
                            <a:ext uri="{FF2B5EF4-FFF2-40B4-BE49-F238E27FC236}">
                              <a16:creationId xmlns:a16="http://schemas.microsoft.com/office/drawing/2014/main" id="{2298C721-2B66-B340-79C2-DD66640BA59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2820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19" name="Rectangle 2218">
                          <a:extLst>
                            <a:ext uri="{FF2B5EF4-FFF2-40B4-BE49-F238E27FC236}">
                              <a16:creationId xmlns:a16="http://schemas.microsoft.com/office/drawing/2014/main" id="{094DC67C-A3D7-C4EA-4E67-C04505B9163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73264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20" name="Rectangle 2219">
                          <a:extLst>
                            <a:ext uri="{FF2B5EF4-FFF2-40B4-BE49-F238E27FC236}">
                              <a16:creationId xmlns:a16="http://schemas.microsoft.com/office/drawing/2014/main" id="{30F68524-1CC0-3201-FAF8-A92EB0AEB71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19235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21" name="Rectangle 2220">
                          <a:extLst>
                            <a:ext uri="{FF2B5EF4-FFF2-40B4-BE49-F238E27FC236}">
                              <a16:creationId xmlns:a16="http://schemas.microsoft.com/office/drawing/2014/main" id="{2CFDF5FB-525F-9DFE-707D-72034AC4BAE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63752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22" name="Rectangle 2221">
                          <a:extLst>
                            <a:ext uri="{FF2B5EF4-FFF2-40B4-BE49-F238E27FC236}">
                              <a16:creationId xmlns:a16="http://schemas.microsoft.com/office/drawing/2014/main" id="{F45B304E-0171-3530-A944-798854CFD49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0276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</p:grpSp>
                </p:grpSp>
              </p:grpSp>
            </p:grpSp>
            <p:grpSp>
              <p:nvGrpSpPr>
                <p:cNvPr id="2112" name="Group 2111">
                  <a:extLst>
                    <a:ext uri="{FF2B5EF4-FFF2-40B4-BE49-F238E27FC236}">
                      <a16:creationId xmlns:a16="http://schemas.microsoft.com/office/drawing/2014/main" id="{FADE73A9-D81A-0CBC-7A36-0E04EBAA5F19}"/>
                    </a:ext>
                  </a:extLst>
                </p:cNvPr>
                <p:cNvGrpSpPr/>
                <p:nvPr/>
              </p:nvGrpSpPr>
              <p:grpSpPr>
                <a:xfrm>
                  <a:off x="4917155" y="312096"/>
                  <a:ext cx="3998277" cy="345202"/>
                  <a:chOff x="921102" y="312096"/>
                  <a:chExt cx="3998277" cy="345202"/>
                </a:xfrm>
              </p:grpSpPr>
              <p:grpSp>
                <p:nvGrpSpPr>
                  <p:cNvPr id="2113" name="Group 2112">
                    <a:extLst>
                      <a:ext uri="{FF2B5EF4-FFF2-40B4-BE49-F238E27FC236}">
                        <a16:creationId xmlns:a16="http://schemas.microsoft.com/office/drawing/2014/main" id="{EA298E7A-0618-2E39-B157-7E11FD66FEA5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2001831" cy="345202"/>
                    <a:chOff x="921102" y="312096"/>
                    <a:chExt cx="2001831" cy="345202"/>
                  </a:xfrm>
                </p:grpSpPr>
                <p:grpSp>
                  <p:nvGrpSpPr>
                    <p:cNvPr id="2161" name="Group 2160">
                      <a:extLst>
                        <a:ext uri="{FF2B5EF4-FFF2-40B4-BE49-F238E27FC236}">
                          <a16:creationId xmlns:a16="http://schemas.microsoft.com/office/drawing/2014/main" id="{95371E9D-27A6-BEB3-21D2-8F7D92FB564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999157" cy="345202"/>
                      <a:chOff x="921102" y="312096"/>
                      <a:chExt cx="999157" cy="345202"/>
                    </a:xfrm>
                  </p:grpSpPr>
                  <p:grpSp>
                    <p:nvGrpSpPr>
                      <p:cNvPr id="2185" name="Group 2184">
                        <a:extLst>
                          <a:ext uri="{FF2B5EF4-FFF2-40B4-BE49-F238E27FC236}">
                            <a16:creationId xmlns:a16="http://schemas.microsoft.com/office/drawing/2014/main" id="{271F37FB-FC41-6D25-032C-6C6708EFEB1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490994" cy="345202"/>
                        <a:chOff x="807993" y="409074"/>
                        <a:chExt cx="433529" cy="304800"/>
                      </a:xfrm>
                      <a:solidFill>
                        <a:srgbClr val="FFFC04"/>
                      </a:solidFill>
                    </p:grpSpPr>
                    <p:sp>
                      <p:nvSpPr>
                        <p:cNvPr id="2197" name="Rectangle 2196">
                          <a:extLst>
                            <a:ext uri="{FF2B5EF4-FFF2-40B4-BE49-F238E27FC236}">
                              <a16:creationId xmlns:a16="http://schemas.microsoft.com/office/drawing/2014/main" id="{7D818354-FC64-61C2-233E-02E06C47A90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0799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98" name="Rectangle 2197">
                          <a:extLst>
                            <a:ext uri="{FF2B5EF4-FFF2-40B4-BE49-F238E27FC236}">
                              <a16:creationId xmlns:a16="http://schemas.microsoft.com/office/drawing/2014/main" id="{84117454-D4FB-3712-5DC3-061510B0269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5343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99" name="Rectangle 2198">
                          <a:extLst>
                            <a:ext uri="{FF2B5EF4-FFF2-40B4-BE49-F238E27FC236}">
                              <a16:creationId xmlns:a16="http://schemas.microsoft.com/office/drawing/2014/main" id="{AB3C7DF9-552E-DE0C-7412-F81FB371782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8871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00" name="Rectangle 2199">
                          <a:extLst>
                            <a:ext uri="{FF2B5EF4-FFF2-40B4-BE49-F238E27FC236}">
                              <a16:creationId xmlns:a16="http://schemas.microsoft.com/office/drawing/2014/main" id="{0571DCEF-4BB3-69A5-851C-605FFEEBBE0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4397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01" name="Rectangle 2200">
                          <a:extLst>
                            <a:ext uri="{FF2B5EF4-FFF2-40B4-BE49-F238E27FC236}">
                              <a16:creationId xmlns:a16="http://schemas.microsoft.com/office/drawing/2014/main" id="{30D1B66F-074F-7515-137C-B23D18F5B2B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89737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02" name="Rectangle 2201">
                          <a:extLst>
                            <a:ext uri="{FF2B5EF4-FFF2-40B4-BE49-F238E27FC236}">
                              <a16:creationId xmlns:a16="http://schemas.microsoft.com/office/drawing/2014/main" id="{BDBCDC9E-CBFB-FE8D-763B-CC347589DDC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35169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03" name="Rectangle 2202">
                          <a:extLst>
                            <a:ext uri="{FF2B5EF4-FFF2-40B4-BE49-F238E27FC236}">
                              <a16:creationId xmlns:a16="http://schemas.microsoft.com/office/drawing/2014/main" id="{B10C2A42-1A36-5F8A-8EF4-973E33F7C0D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73264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04" name="Rectangle 2203">
                          <a:extLst>
                            <a:ext uri="{FF2B5EF4-FFF2-40B4-BE49-F238E27FC236}">
                              <a16:creationId xmlns:a16="http://schemas.microsoft.com/office/drawing/2014/main" id="{02415749-FF92-75A2-907F-32C58B615B2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12275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05" name="Rectangle 2204">
                          <a:extLst>
                            <a:ext uri="{FF2B5EF4-FFF2-40B4-BE49-F238E27FC236}">
                              <a16:creationId xmlns:a16="http://schemas.microsoft.com/office/drawing/2014/main" id="{0E685C6A-E7B4-7081-0647-518B6E1CBDA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56792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206" name="Rectangle 2205">
                          <a:extLst>
                            <a:ext uri="{FF2B5EF4-FFF2-40B4-BE49-F238E27FC236}">
                              <a16:creationId xmlns:a16="http://schemas.microsoft.com/office/drawing/2014/main" id="{A0B48A0F-D7BA-E1A2-4832-EED4D3E0CB4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9580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</p:grpSp>
                  <p:grpSp>
                    <p:nvGrpSpPr>
                      <p:cNvPr id="2186" name="Group 2185">
                        <a:extLst>
                          <a:ext uri="{FF2B5EF4-FFF2-40B4-BE49-F238E27FC236}">
                            <a16:creationId xmlns:a16="http://schemas.microsoft.com/office/drawing/2014/main" id="{FA7EEB8E-EA04-0F0F-47B9-C3CE30DBFAF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413499" y="312096"/>
                        <a:ext cx="506760" cy="345202"/>
                        <a:chOff x="801033" y="409074"/>
                        <a:chExt cx="447449" cy="304800"/>
                      </a:xfrm>
                      <a:solidFill>
                        <a:srgbClr val="FFFC04"/>
                      </a:solidFill>
                    </p:grpSpPr>
                    <p:sp>
                      <p:nvSpPr>
                        <p:cNvPr id="2187" name="Rectangle 2186">
                          <a:extLst>
                            <a:ext uri="{FF2B5EF4-FFF2-40B4-BE49-F238E27FC236}">
                              <a16:creationId xmlns:a16="http://schemas.microsoft.com/office/drawing/2014/main" id="{A72B98C7-2F3D-FE09-3E8F-4F90C31ED61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0103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88" name="Rectangle 2187">
                          <a:extLst>
                            <a:ext uri="{FF2B5EF4-FFF2-40B4-BE49-F238E27FC236}">
                              <a16:creationId xmlns:a16="http://schemas.microsoft.com/office/drawing/2014/main" id="{5C64C637-9106-129B-6AB2-D1051E87161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46477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89" name="Rectangle 2188">
                          <a:extLst>
                            <a:ext uri="{FF2B5EF4-FFF2-40B4-BE49-F238E27FC236}">
                              <a16:creationId xmlns:a16="http://schemas.microsoft.com/office/drawing/2014/main" id="{AE0B449F-7D74-913C-1FF2-013F9BB9216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1911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90" name="Rectangle 2189">
                          <a:extLst>
                            <a:ext uri="{FF2B5EF4-FFF2-40B4-BE49-F238E27FC236}">
                              <a16:creationId xmlns:a16="http://schemas.microsoft.com/office/drawing/2014/main" id="{BB80DD12-2463-24CF-4ED4-9D95C99CDFD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3701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91" name="Rectangle 2190">
                          <a:extLst>
                            <a:ext uri="{FF2B5EF4-FFF2-40B4-BE49-F238E27FC236}">
                              <a16:creationId xmlns:a16="http://schemas.microsoft.com/office/drawing/2014/main" id="{F1326E68-4D25-0159-BB55-92F8BB1355A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82776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92" name="Rectangle 2191">
                          <a:extLst>
                            <a:ext uri="{FF2B5EF4-FFF2-40B4-BE49-F238E27FC236}">
                              <a16:creationId xmlns:a16="http://schemas.microsoft.com/office/drawing/2014/main" id="{D10952A3-756C-DC68-0AED-82989CD5F4C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28209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93" name="Rectangle 2192">
                          <a:extLst>
                            <a:ext uri="{FF2B5EF4-FFF2-40B4-BE49-F238E27FC236}">
                              <a16:creationId xmlns:a16="http://schemas.microsoft.com/office/drawing/2014/main" id="{39291F8D-114E-295A-5F7B-E37F1131A90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73264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94" name="Rectangle 2193">
                          <a:extLst>
                            <a:ext uri="{FF2B5EF4-FFF2-40B4-BE49-F238E27FC236}">
                              <a16:creationId xmlns:a16="http://schemas.microsoft.com/office/drawing/2014/main" id="{F72889E7-2D9D-CE82-A8B3-A3D42C7FAC3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19235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95" name="Rectangle 2194">
                          <a:extLst>
                            <a:ext uri="{FF2B5EF4-FFF2-40B4-BE49-F238E27FC236}">
                              <a16:creationId xmlns:a16="http://schemas.microsoft.com/office/drawing/2014/main" id="{62F30D7B-814D-955B-EF10-B89507BEEAC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63752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96" name="Rectangle 2195">
                          <a:extLst>
                            <a:ext uri="{FF2B5EF4-FFF2-40B4-BE49-F238E27FC236}">
                              <a16:creationId xmlns:a16="http://schemas.microsoft.com/office/drawing/2014/main" id="{9839EF0D-C4A6-015F-4468-957E8CCC0C4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0276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</p:grpSp>
                </p:grpSp>
                <p:grpSp>
                  <p:nvGrpSpPr>
                    <p:cNvPr id="2162" name="Group 2161">
                      <a:extLst>
                        <a:ext uri="{FF2B5EF4-FFF2-40B4-BE49-F238E27FC236}">
                          <a16:creationId xmlns:a16="http://schemas.microsoft.com/office/drawing/2014/main" id="{0149107E-98EB-EFF4-46B7-CA72A6E2284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923775" y="312096"/>
                      <a:ext cx="999158" cy="345202"/>
                      <a:chOff x="921103" y="312096"/>
                      <a:chExt cx="999158" cy="345202"/>
                    </a:xfrm>
                  </p:grpSpPr>
                  <p:grpSp>
                    <p:nvGrpSpPr>
                      <p:cNvPr id="2163" name="Group 2162">
                        <a:extLst>
                          <a:ext uri="{FF2B5EF4-FFF2-40B4-BE49-F238E27FC236}">
                            <a16:creationId xmlns:a16="http://schemas.microsoft.com/office/drawing/2014/main" id="{CF33C92F-2979-68DC-140C-0988B5AFCC2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498877" cy="345202"/>
                        <a:chOff x="807993" y="409074"/>
                        <a:chExt cx="440489" cy="304800"/>
                      </a:xfrm>
                      <a:solidFill>
                        <a:srgbClr val="FFFC04"/>
                      </a:solidFill>
                    </p:grpSpPr>
                    <p:sp>
                      <p:nvSpPr>
                        <p:cNvPr id="2175" name="Rectangle 2174">
                          <a:extLst>
                            <a:ext uri="{FF2B5EF4-FFF2-40B4-BE49-F238E27FC236}">
                              <a16:creationId xmlns:a16="http://schemas.microsoft.com/office/drawing/2014/main" id="{7362256C-EB20-AF27-084B-98AAC9FFB8A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0799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76" name="Rectangle 2175">
                          <a:extLst>
                            <a:ext uri="{FF2B5EF4-FFF2-40B4-BE49-F238E27FC236}">
                              <a16:creationId xmlns:a16="http://schemas.microsoft.com/office/drawing/2014/main" id="{2DFF1B7D-03F8-6966-7E8B-9EE96E4C084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5343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77" name="Rectangle 2176">
                          <a:extLst>
                            <a:ext uri="{FF2B5EF4-FFF2-40B4-BE49-F238E27FC236}">
                              <a16:creationId xmlns:a16="http://schemas.microsoft.com/office/drawing/2014/main" id="{A024B730-BFE8-62AA-F972-12A9566262B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8871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78" name="Rectangle 2177">
                          <a:extLst>
                            <a:ext uri="{FF2B5EF4-FFF2-40B4-BE49-F238E27FC236}">
                              <a16:creationId xmlns:a16="http://schemas.microsoft.com/office/drawing/2014/main" id="{292C4C4E-F11E-5222-9D57-2F3F4FC8232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4397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79" name="Rectangle 2178">
                          <a:extLst>
                            <a:ext uri="{FF2B5EF4-FFF2-40B4-BE49-F238E27FC236}">
                              <a16:creationId xmlns:a16="http://schemas.microsoft.com/office/drawing/2014/main" id="{0FB823CB-1CEC-044D-DE04-3FC407EB47A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89737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80" name="Rectangle 2179">
                          <a:extLst>
                            <a:ext uri="{FF2B5EF4-FFF2-40B4-BE49-F238E27FC236}">
                              <a16:creationId xmlns:a16="http://schemas.microsoft.com/office/drawing/2014/main" id="{54F7A6B1-3A85-ED4F-E4CC-9E31649A8DF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35169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81" name="Rectangle 2180">
                          <a:extLst>
                            <a:ext uri="{FF2B5EF4-FFF2-40B4-BE49-F238E27FC236}">
                              <a16:creationId xmlns:a16="http://schemas.microsoft.com/office/drawing/2014/main" id="{8634E45F-0286-C898-3511-89F7602A909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73264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82" name="Rectangle 2181">
                          <a:extLst>
                            <a:ext uri="{FF2B5EF4-FFF2-40B4-BE49-F238E27FC236}">
                              <a16:creationId xmlns:a16="http://schemas.microsoft.com/office/drawing/2014/main" id="{974DEBF5-E8E9-CE07-8452-84E59123B26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19235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83" name="Rectangle 2182">
                          <a:extLst>
                            <a:ext uri="{FF2B5EF4-FFF2-40B4-BE49-F238E27FC236}">
                              <a16:creationId xmlns:a16="http://schemas.microsoft.com/office/drawing/2014/main" id="{4C1D4CB0-C5F2-49C7-3EBE-9DD60DDF4C3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63752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84" name="Rectangle 2183">
                          <a:extLst>
                            <a:ext uri="{FF2B5EF4-FFF2-40B4-BE49-F238E27FC236}">
                              <a16:creationId xmlns:a16="http://schemas.microsoft.com/office/drawing/2014/main" id="{DEF5C22F-A557-41A2-4D32-25ADDA282F7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0276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</p:grpSp>
                  <p:grpSp>
                    <p:nvGrpSpPr>
                      <p:cNvPr id="2164" name="Group 2163">
                        <a:extLst>
                          <a:ext uri="{FF2B5EF4-FFF2-40B4-BE49-F238E27FC236}">
                            <a16:creationId xmlns:a16="http://schemas.microsoft.com/office/drawing/2014/main" id="{C2DD19AC-DB95-6434-813B-0AAA859D842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413499" y="312096"/>
                        <a:ext cx="506762" cy="345202"/>
                        <a:chOff x="801032" y="409074"/>
                        <a:chExt cx="447450" cy="304800"/>
                      </a:xfrm>
                      <a:solidFill>
                        <a:srgbClr val="FFFC04"/>
                      </a:solidFill>
                    </p:grpSpPr>
                    <p:sp>
                      <p:nvSpPr>
                        <p:cNvPr id="2165" name="Rectangle 2164">
                          <a:extLst>
                            <a:ext uri="{FF2B5EF4-FFF2-40B4-BE49-F238E27FC236}">
                              <a16:creationId xmlns:a16="http://schemas.microsoft.com/office/drawing/2014/main" id="{D564A96F-080B-C203-898F-FBE228202EB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01032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66" name="Rectangle 2165">
                          <a:extLst>
                            <a:ext uri="{FF2B5EF4-FFF2-40B4-BE49-F238E27FC236}">
                              <a16:creationId xmlns:a16="http://schemas.microsoft.com/office/drawing/2014/main" id="{787050E9-36BA-82BB-0347-BC83375450D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4647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67" name="Rectangle 2166">
                          <a:extLst>
                            <a:ext uri="{FF2B5EF4-FFF2-40B4-BE49-F238E27FC236}">
                              <a16:creationId xmlns:a16="http://schemas.microsoft.com/office/drawing/2014/main" id="{511BA0FF-57A9-F9AE-846F-F4F6F38F557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1911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68" name="Rectangle 2167">
                          <a:extLst>
                            <a:ext uri="{FF2B5EF4-FFF2-40B4-BE49-F238E27FC236}">
                              <a16:creationId xmlns:a16="http://schemas.microsoft.com/office/drawing/2014/main" id="{217AAFCD-62F3-76A5-EA61-A2A1353C2A0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37017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69" name="Rectangle 2168">
                          <a:extLst>
                            <a:ext uri="{FF2B5EF4-FFF2-40B4-BE49-F238E27FC236}">
                              <a16:creationId xmlns:a16="http://schemas.microsoft.com/office/drawing/2014/main" id="{4FEEE43D-4B2E-4FCA-912D-1C81F669475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82777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70" name="Rectangle 2169">
                          <a:extLst>
                            <a:ext uri="{FF2B5EF4-FFF2-40B4-BE49-F238E27FC236}">
                              <a16:creationId xmlns:a16="http://schemas.microsoft.com/office/drawing/2014/main" id="{B0C2A609-7B75-D665-48F8-2BE27B1BA70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2820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71" name="Rectangle 2170">
                          <a:extLst>
                            <a:ext uri="{FF2B5EF4-FFF2-40B4-BE49-F238E27FC236}">
                              <a16:creationId xmlns:a16="http://schemas.microsoft.com/office/drawing/2014/main" id="{47EBD66A-5520-1246-BA15-467BF9C31FB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73264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72" name="Rectangle 2171">
                          <a:extLst>
                            <a:ext uri="{FF2B5EF4-FFF2-40B4-BE49-F238E27FC236}">
                              <a16:creationId xmlns:a16="http://schemas.microsoft.com/office/drawing/2014/main" id="{EFDC6C90-DEC1-0D2A-84E2-58E6E580EEE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19235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73" name="Rectangle 2172">
                          <a:extLst>
                            <a:ext uri="{FF2B5EF4-FFF2-40B4-BE49-F238E27FC236}">
                              <a16:creationId xmlns:a16="http://schemas.microsoft.com/office/drawing/2014/main" id="{6517A954-2BA7-DE07-3A4B-EF8273EC194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63752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74" name="Rectangle 2173">
                          <a:extLst>
                            <a:ext uri="{FF2B5EF4-FFF2-40B4-BE49-F238E27FC236}">
                              <a16:creationId xmlns:a16="http://schemas.microsoft.com/office/drawing/2014/main" id="{D738DC94-5B81-0568-95EB-E2889E55620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0276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</p:grpSp>
                </p:grpSp>
              </p:grpSp>
              <p:grpSp>
                <p:nvGrpSpPr>
                  <p:cNvPr id="2114" name="Group 2113">
                    <a:extLst>
                      <a:ext uri="{FF2B5EF4-FFF2-40B4-BE49-F238E27FC236}">
                        <a16:creationId xmlns:a16="http://schemas.microsoft.com/office/drawing/2014/main" id="{E4DBC061-D0CF-83AB-4F23-8B216136EBBC}"/>
                      </a:ext>
                    </a:extLst>
                  </p:cNvPr>
                  <p:cNvGrpSpPr/>
                  <p:nvPr/>
                </p:nvGrpSpPr>
                <p:grpSpPr>
                  <a:xfrm>
                    <a:off x="2917549" y="312096"/>
                    <a:ext cx="2001830" cy="345202"/>
                    <a:chOff x="921103" y="312096"/>
                    <a:chExt cx="2001830" cy="345202"/>
                  </a:xfrm>
                </p:grpSpPr>
                <p:grpSp>
                  <p:nvGrpSpPr>
                    <p:cNvPr id="2115" name="Group 2114">
                      <a:extLst>
                        <a:ext uri="{FF2B5EF4-FFF2-40B4-BE49-F238E27FC236}">
                          <a16:creationId xmlns:a16="http://schemas.microsoft.com/office/drawing/2014/main" id="{15AB5B92-B667-B427-ACAA-8F830D51F71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999156" cy="345202"/>
                      <a:chOff x="921103" y="312096"/>
                      <a:chExt cx="999156" cy="345202"/>
                    </a:xfrm>
                  </p:grpSpPr>
                  <p:grpSp>
                    <p:nvGrpSpPr>
                      <p:cNvPr id="2139" name="Group 2138">
                        <a:extLst>
                          <a:ext uri="{FF2B5EF4-FFF2-40B4-BE49-F238E27FC236}">
                            <a16:creationId xmlns:a16="http://schemas.microsoft.com/office/drawing/2014/main" id="{7FDA083C-DE10-1BD5-98B8-4EBD3361891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498877" cy="345202"/>
                        <a:chOff x="807993" y="409074"/>
                        <a:chExt cx="440489" cy="304800"/>
                      </a:xfrm>
                      <a:solidFill>
                        <a:srgbClr val="FFFC04"/>
                      </a:solidFill>
                    </p:grpSpPr>
                    <p:sp>
                      <p:nvSpPr>
                        <p:cNvPr id="2151" name="Rectangle 2150">
                          <a:extLst>
                            <a:ext uri="{FF2B5EF4-FFF2-40B4-BE49-F238E27FC236}">
                              <a16:creationId xmlns:a16="http://schemas.microsoft.com/office/drawing/2014/main" id="{8259CA8E-C06E-D269-A44A-4F10E2500A3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0799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52" name="Rectangle 2151">
                          <a:extLst>
                            <a:ext uri="{FF2B5EF4-FFF2-40B4-BE49-F238E27FC236}">
                              <a16:creationId xmlns:a16="http://schemas.microsoft.com/office/drawing/2014/main" id="{C2E80F01-5A09-A115-A3A7-2343B26DF8C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5343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53" name="Rectangle 2152">
                          <a:extLst>
                            <a:ext uri="{FF2B5EF4-FFF2-40B4-BE49-F238E27FC236}">
                              <a16:creationId xmlns:a16="http://schemas.microsoft.com/office/drawing/2014/main" id="{6CD9422A-328E-2AAB-3EBB-EEBD4B4E0A1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8871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54" name="Rectangle 2153">
                          <a:extLst>
                            <a:ext uri="{FF2B5EF4-FFF2-40B4-BE49-F238E27FC236}">
                              <a16:creationId xmlns:a16="http://schemas.microsoft.com/office/drawing/2014/main" id="{648E49B8-799F-75F3-E760-58AF2A7023B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4397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55" name="Rectangle 2154">
                          <a:extLst>
                            <a:ext uri="{FF2B5EF4-FFF2-40B4-BE49-F238E27FC236}">
                              <a16:creationId xmlns:a16="http://schemas.microsoft.com/office/drawing/2014/main" id="{CD3CD9B8-141E-E4B9-B212-FE5A434940D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89737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56" name="Rectangle 2155">
                          <a:extLst>
                            <a:ext uri="{FF2B5EF4-FFF2-40B4-BE49-F238E27FC236}">
                              <a16:creationId xmlns:a16="http://schemas.microsoft.com/office/drawing/2014/main" id="{6B47E014-E2CC-366C-5D06-3300BCA80DA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35169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57" name="Rectangle 2156">
                          <a:extLst>
                            <a:ext uri="{FF2B5EF4-FFF2-40B4-BE49-F238E27FC236}">
                              <a16:creationId xmlns:a16="http://schemas.microsoft.com/office/drawing/2014/main" id="{61E992BC-93FA-57A7-0E46-0EE89F0D168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73264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58" name="Rectangle 2157">
                          <a:extLst>
                            <a:ext uri="{FF2B5EF4-FFF2-40B4-BE49-F238E27FC236}">
                              <a16:creationId xmlns:a16="http://schemas.microsoft.com/office/drawing/2014/main" id="{852DFE3B-D10A-AD8F-3EF3-D1F926F6849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19235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59" name="Rectangle 2158">
                          <a:extLst>
                            <a:ext uri="{FF2B5EF4-FFF2-40B4-BE49-F238E27FC236}">
                              <a16:creationId xmlns:a16="http://schemas.microsoft.com/office/drawing/2014/main" id="{9400A4F0-FA88-85E3-081B-F107A378D7D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63752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60" name="Rectangle 2159">
                          <a:extLst>
                            <a:ext uri="{FF2B5EF4-FFF2-40B4-BE49-F238E27FC236}">
                              <a16:creationId xmlns:a16="http://schemas.microsoft.com/office/drawing/2014/main" id="{8785300F-A573-A0A0-B156-12AE3FEE096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0276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</p:grpSp>
                  <p:grpSp>
                    <p:nvGrpSpPr>
                      <p:cNvPr id="2140" name="Group 2139">
                        <a:extLst>
                          <a:ext uri="{FF2B5EF4-FFF2-40B4-BE49-F238E27FC236}">
                            <a16:creationId xmlns:a16="http://schemas.microsoft.com/office/drawing/2014/main" id="{71EEB0D3-C973-250D-4885-36A7E8FEA5C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413499" y="312096"/>
                        <a:ext cx="506760" cy="345202"/>
                        <a:chOff x="801033" y="409074"/>
                        <a:chExt cx="447449" cy="304800"/>
                      </a:xfrm>
                      <a:solidFill>
                        <a:srgbClr val="FFFC04"/>
                      </a:solidFill>
                    </p:grpSpPr>
                    <p:sp>
                      <p:nvSpPr>
                        <p:cNvPr id="2141" name="Rectangle 2140">
                          <a:extLst>
                            <a:ext uri="{FF2B5EF4-FFF2-40B4-BE49-F238E27FC236}">
                              <a16:creationId xmlns:a16="http://schemas.microsoft.com/office/drawing/2014/main" id="{B28E1B87-6CA0-339C-4C41-9B062F5726E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0103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42" name="Rectangle 2141">
                          <a:extLst>
                            <a:ext uri="{FF2B5EF4-FFF2-40B4-BE49-F238E27FC236}">
                              <a16:creationId xmlns:a16="http://schemas.microsoft.com/office/drawing/2014/main" id="{94E7828C-F6F2-9522-FA6A-DA51B2A58D0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46477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43" name="Rectangle 2142">
                          <a:extLst>
                            <a:ext uri="{FF2B5EF4-FFF2-40B4-BE49-F238E27FC236}">
                              <a16:creationId xmlns:a16="http://schemas.microsoft.com/office/drawing/2014/main" id="{9DDFC5F6-6775-CAF1-9CF7-DB196410E2F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1911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44" name="Rectangle 2143">
                          <a:extLst>
                            <a:ext uri="{FF2B5EF4-FFF2-40B4-BE49-F238E27FC236}">
                              <a16:creationId xmlns:a16="http://schemas.microsoft.com/office/drawing/2014/main" id="{63EBADF4-0E0A-7EB6-AB9E-18A6C773625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3701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45" name="Rectangle 2144">
                          <a:extLst>
                            <a:ext uri="{FF2B5EF4-FFF2-40B4-BE49-F238E27FC236}">
                              <a16:creationId xmlns:a16="http://schemas.microsoft.com/office/drawing/2014/main" id="{BE20C3E5-D22C-3D69-3D52-2DE2CB10FF7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82776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46" name="Rectangle 2145">
                          <a:extLst>
                            <a:ext uri="{FF2B5EF4-FFF2-40B4-BE49-F238E27FC236}">
                              <a16:creationId xmlns:a16="http://schemas.microsoft.com/office/drawing/2014/main" id="{76D53145-D183-2BBC-C00C-BBB37587E65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28209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47" name="Rectangle 2146">
                          <a:extLst>
                            <a:ext uri="{FF2B5EF4-FFF2-40B4-BE49-F238E27FC236}">
                              <a16:creationId xmlns:a16="http://schemas.microsoft.com/office/drawing/2014/main" id="{056DFB86-6BE5-E320-2083-5D6C4CBB01C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73264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48" name="Rectangle 2147">
                          <a:extLst>
                            <a:ext uri="{FF2B5EF4-FFF2-40B4-BE49-F238E27FC236}">
                              <a16:creationId xmlns:a16="http://schemas.microsoft.com/office/drawing/2014/main" id="{1B756FF0-0B5C-88FB-DDA1-89677446F01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19235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49" name="Rectangle 2148">
                          <a:extLst>
                            <a:ext uri="{FF2B5EF4-FFF2-40B4-BE49-F238E27FC236}">
                              <a16:creationId xmlns:a16="http://schemas.microsoft.com/office/drawing/2014/main" id="{166F3E79-0C30-D1BE-FC3A-07102488BEE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63752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50" name="Rectangle 2149">
                          <a:extLst>
                            <a:ext uri="{FF2B5EF4-FFF2-40B4-BE49-F238E27FC236}">
                              <a16:creationId xmlns:a16="http://schemas.microsoft.com/office/drawing/2014/main" id="{552FAC84-DBDC-7626-2BDC-F835835120E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0276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</p:grpSp>
                </p:grpSp>
                <p:grpSp>
                  <p:nvGrpSpPr>
                    <p:cNvPr id="2116" name="Group 2115">
                      <a:extLst>
                        <a:ext uri="{FF2B5EF4-FFF2-40B4-BE49-F238E27FC236}">
                          <a16:creationId xmlns:a16="http://schemas.microsoft.com/office/drawing/2014/main" id="{3348A032-801E-0A1D-7514-545A80419AB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923775" y="312096"/>
                      <a:ext cx="999158" cy="345202"/>
                      <a:chOff x="921103" y="312096"/>
                      <a:chExt cx="999158" cy="345202"/>
                    </a:xfrm>
                  </p:grpSpPr>
                  <p:grpSp>
                    <p:nvGrpSpPr>
                      <p:cNvPr id="2117" name="Group 2116">
                        <a:extLst>
                          <a:ext uri="{FF2B5EF4-FFF2-40B4-BE49-F238E27FC236}">
                            <a16:creationId xmlns:a16="http://schemas.microsoft.com/office/drawing/2014/main" id="{E39FDA35-1B9A-A862-8DDA-7A77F0F2344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498877" cy="345202"/>
                        <a:chOff x="807993" y="409074"/>
                        <a:chExt cx="440489" cy="304800"/>
                      </a:xfrm>
                      <a:solidFill>
                        <a:srgbClr val="FFFC04"/>
                      </a:solidFill>
                    </p:grpSpPr>
                    <p:sp>
                      <p:nvSpPr>
                        <p:cNvPr id="2129" name="Rectangle 2128">
                          <a:extLst>
                            <a:ext uri="{FF2B5EF4-FFF2-40B4-BE49-F238E27FC236}">
                              <a16:creationId xmlns:a16="http://schemas.microsoft.com/office/drawing/2014/main" id="{480A5AB1-99A3-EA38-B0C9-CDA936178E7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0799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30" name="Rectangle 2129">
                          <a:extLst>
                            <a:ext uri="{FF2B5EF4-FFF2-40B4-BE49-F238E27FC236}">
                              <a16:creationId xmlns:a16="http://schemas.microsoft.com/office/drawing/2014/main" id="{E46B6F3A-8064-AA31-64E7-7CF9EC839CD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5343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31" name="Rectangle 2130">
                          <a:extLst>
                            <a:ext uri="{FF2B5EF4-FFF2-40B4-BE49-F238E27FC236}">
                              <a16:creationId xmlns:a16="http://schemas.microsoft.com/office/drawing/2014/main" id="{6D18B21F-5249-4409-77FE-07C72DE0087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8871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32" name="Rectangle 2131">
                          <a:extLst>
                            <a:ext uri="{FF2B5EF4-FFF2-40B4-BE49-F238E27FC236}">
                              <a16:creationId xmlns:a16="http://schemas.microsoft.com/office/drawing/2014/main" id="{5A10CAB1-957D-DB7B-2F2D-7B2A0F41ED5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4397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33" name="Rectangle 2132">
                          <a:extLst>
                            <a:ext uri="{FF2B5EF4-FFF2-40B4-BE49-F238E27FC236}">
                              <a16:creationId xmlns:a16="http://schemas.microsoft.com/office/drawing/2014/main" id="{051C7134-3D72-BDE0-2DAB-951B8C605CA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89737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34" name="Rectangle 2133">
                          <a:extLst>
                            <a:ext uri="{FF2B5EF4-FFF2-40B4-BE49-F238E27FC236}">
                              <a16:creationId xmlns:a16="http://schemas.microsoft.com/office/drawing/2014/main" id="{0B49D546-ACAE-776E-6B10-FF64EA7BDF9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35169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35" name="Rectangle 2134">
                          <a:extLst>
                            <a:ext uri="{FF2B5EF4-FFF2-40B4-BE49-F238E27FC236}">
                              <a16:creationId xmlns:a16="http://schemas.microsoft.com/office/drawing/2014/main" id="{22D871A8-3281-723D-8625-CEA4E9A2A6F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73264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36" name="Rectangle 2135">
                          <a:extLst>
                            <a:ext uri="{FF2B5EF4-FFF2-40B4-BE49-F238E27FC236}">
                              <a16:creationId xmlns:a16="http://schemas.microsoft.com/office/drawing/2014/main" id="{5C8978AC-8B4E-40AB-9AB5-7712F20D0B0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19235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37" name="Rectangle 2136">
                          <a:extLst>
                            <a:ext uri="{FF2B5EF4-FFF2-40B4-BE49-F238E27FC236}">
                              <a16:creationId xmlns:a16="http://schemas.microsoft.com/office/drawing/2014/main" id="{B02258A2-A659-6BF8-8251-5C21A76DFEAB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63752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38" name="Rectangle 2137">
                          <a:extLst>
                            <a:ext uri="{FF2B5EF4-FFF2-40B4-BE49-F238E27FC236}">
                              <a16:creationId xmlns:a16="http://schemas.microsoft.com/office/drawing/2014/main" id="{BABB1312-B7A9-5925-E7E6-ACC3AAC4DC6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0276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</p:grpSp>
                  <p:grpSp>
                    <p:nvGrpSpPr>
                      <p:cNvPr id="2118" name="Group 2117">
                        <a:extLst>
                          <a:ext uri="{FF2B5EF4-FFF2-40B4-BE49-F238E27FC236}">
                            <a16:creationId xmlns:a16="http://schemas.microsoft.com/office/drawing/2014/main" id="{C63BD661-506D-E33C-9711-378F97CC360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413499" y="312096"/>
                        <a:ext cx="506762" cy="345202"/>
                        <a:chOff x="801032" y="409074"/>
                        <a:chExt cx="447450" cy="304800"/>
                      </a:xfrm>
                      <a:solidFill>
                        <a:srgbClr val="FFFC04"/>
                      </a:solidFill>
                    </p:grpSpPr>
                    <p:sp>
                      <p:nvSpPr>
                        <p:cNvPr id="2119" name="Rectangle 2118">
                          <a:extLst>
                            <a:ext uri="{FF2B5EF4-FFF2-40B4-BE49-F238E27FC236}">
                              <a16:creationId xmlns:a16="http://schemas.microsoft.com/office/drawing/2014/main" id="{E413AD6E-65D7-477C-5904-E2ACEA5EF32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01032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20" name="Rectangle 2119">
                          <a:extLst>
                            <a:ext uri="{FF2B5EF4-FFF2-40B4-BE49-F238E27FC236}">
                              <a16:creationId xmlns:a16="http://schemas.microsoft.com/office/drawing/2014/main" id="{EBE78444-C10A-6FC0-148E-8AFEE1C7230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4647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21" name="Rectangle 2120">
                          <a:extLst>
                            <a:ext uri="{FF2B5EF4-FFF2-40B4-BE49-F238E27FC236}">
                              <a16:creationId xmlns:a16="http://schemas.microsoft.com/office/drawing/2014/main" id="{63748539-26F8-C982-4AEB-991B43D43CF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1911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22" name="Rectangle 2121">
                          <a:extLst>
                            <a:ext uri="{FF2B5EF4-FFF2-40B4-BE49-F238E27FC236}">
                              <a16:creationId xmlns:a16="http://schemas.microsoft.com/office/drawing/2014/main" id="{DF6C21FD-BB45-E82E-26AD-3A751133A19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37017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23" name="Rectangle 2122">
                          <a:extLst>
                            <a:ext uri="{FF2B5EF4-FFF2-40B4-BE49-F238E27FC236}">
                              <a16:creationId xmlns:a16="http://schemas.microsoft.com/office/drawing/2014/main" id="{125708DA-2BA9-67B7-0FF0-58C5EB34965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82777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24" name="Rectangle 2123">
                          <a:extLst>
                            <a:ext uri="{FF2B5EF4-FFF2-40B4-BE49-F238E27FC236}">
                              <a16:creationId xmlns:a16="http://schemas.microsoft.com/office/drawing/2014/main" id="{BA5A8EF2-A10A-6421-7B94-6DBBAD330B1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28208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25" name="Rectangle 2124">
                          <a:extLst>
                            <a:ext uri="{FF2B5EF4-FFF2-40B4-BE49-F238E27FC236}">
                              <a16:creationId xmlns:a16="http://schemas.microsoft.com/office/drawing/2014/main" id="{2B463E61-D1B0-349C-9ECD-F2DEBA7EF1C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73264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26" name="Rectangle 2125">
                          <a:extLst>
                            <a:ext uri="{FF2B5EF4-FFF2-40B4-BE49-F238E27FC236}">
                              <a16:creationId xmlns:a16="http://schemas.microsoft.com/office/drawing/2014/main" id="{3A1E172F-CB4C-E564-709C-14E244F4568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19235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27" name="Rectangle 2126">
                          <a:extLst>
                            <a:ext uri="{FF2B5EF4-FFF2-40B4-BE49-F238E27FC236}">
                              <a16:creationId xmlns:a16="http://schemas.microsoft.com/office/drawing/2014/main" id="{9403F0BB-B031-5532-02C7-6DE150D76C8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63752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  <p:sp>
                      <p:nvSpPr>
                        <p:cNvPr id="2128" name="Rectangle 2127">
                          <a:extLst>
                            <a:ext uri="{FF2B5EF4-FFF2-40B4-BE49-F238E27FC236}">
                              <a16:creationId xmlns:a16="http://schemas.microsoft.com/office/drawing/2014/main" id="{F415766E-07DA-4BDB-88C7-4F9B0F7B001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02763" y="409074"/>
                          <a:ext cx="45719" cy="304800"/>
                        </a:xfrm>
                        <a:prstGeom prst="rect">
                          <a:avLst/>
                        </a:prstGeom>
                        <a:grpFill/>
                        <a:ln w="3175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sz="2039"/>
                        </a:p>
                      </p:txBody>
                    </p:sp>
                  </p:grpSp>
                </p:grpSp>
              </p:grpSp>
            </p:grpSp>
          </p:grpSp>
        </p:grpSp>
        <p:grpSp>
          <p:nvGrpSpPr>
            <p:cNvPr id="2039" name="Group 2038">
              <a:extLst>
                <a:ext uri="{FF2B5EF4-FFF2-40B4-BE49-F238E27FC236}">
                  <a16:creationId xmlns:a16="http://schemas.microsoft.com/office/drawing/2014/main" id="{E42A4068-2491-3E67-7B99-C66267506F56}"/>
                </a:ext>
              </a:extLst>
            </p:cNvPr>
            <p:cNvGrpSpPr/>
            <p:nvPr/>
          </p:nvGrpSpPr>
          <p:grpSpPr>
            <a:xfrm>
              <a:off x="10323710" y="3531448"/>
              <a:ext cx="2001831" cy="345202"/>
              <a:chOff x="921102" y="312096"/>
              <a:chExt cx="2001831" cy="345202"/>
            </a:xfrm>
            <a:solidFill>
              <a:schemeClr val="bg2"/>
            </a:solidFill>
          </p:grpSpPr>
          <p:grpSp>
            <p:nvGrpSpPr>
              <p:cNvPr id="2063" name="Group 2062">
                <a:extLst>
                  <a:ext uri="{FF2B5EF4-FFF2-40B4-BE49-F238E27FC236}">
                    <a16:creationId xmlns:a16="http://schemas.microsoft.com/office/drawing/2014/main" id="{A79C8CBC-A30D-3313-67A8-7803D5140C8D}"/>
                  </a:ext>
                </a:extLst>
              </p:cNvPr>
              <p:cNvGrpSpPr/>
              <p:nvPr/>
            </p:nvGrpSpPr>
            <p:grpSpPr>
              <a:xfrm>
                <a:off x="921102" y="312096"/>
                <a:ext cx="999157" cy="345202"/>
                <a:chOff x="921102" y="312096"/>
                <a:chExt cx="999157" cy="345202"/>
              </a:xfrm>
              <a:grpFill/>
            </p:grpSpPr>
            <p:grpSp>
              <p:nvGrpSpPr>
                <p:cNvPr id="2087" name="Group 2086">
                  <a:extLst>
                    <a:ext uri="{FF2B5EF4-FFF2-40B4-BE49-F238E27FC236}">
                      <a16:creationId xmlns:a16="http://schemas.microsoft.com/office/drawing/2014/main" id="{5F4E76F0-8090-6AB1-5EC4-117604CA7ED9}"/>
                    </a:ext>
                  </a:extLst>
                </p:cNvPr>
                <p:cNvGrpSpPr/>
                <p:nvPr/>
              </p:nvGrpSpPr>
              <p:grpSpPr>
                <a:xfrm>
                  <a:off x="921102" y="312096"/>
                  <a:ext cx="490994" cy="345202"/>
                  <a:chOff x="807993" y="409074"/>
                  <a:chExt cx="433529" cy="304800"/>
                </a:xfrm>
                <a:grpFill/>
              </p:grpSpPr>
              <p:sp>
                <p:nvSpPr>
                  <p:cNvPr id="2099" name="Rectangle 2098">
                    <a:extLst>
                      <a:ext uri="{FF2B5EF4-FFF2-40B4-BE49-F238E27FC236}">
                        <a16:creationId xmlns:a16="http://schemas.microsoft.com/office/drawing/2014/main" id="{CA7EB8BB-4656-6D23-2DC4-687B7FD0D168}"/>
                      </a:ext>
                    </a:extLst>
                  </p:cNvPr>
                  <p:cNvSpPr/>
                  <p:nvPr/>
                </p:nvSpPr>
                <p:spPr>
                  <a:xfrm>
                    <a:off x="807993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100" name="Rectangle 2099">
                    <a:extLst>
                      <a:ext uri="{FF2B5EF4-FFF2-40B4-BE49-F238E27FC236}">
                        <a16:creationId xmlns:a16="http://schemas.microsoft.com/office/drawing/2014/main" id="{662EB152-C60C-FB37-5903-F178144F4DD8}"/>
                      </a:ext>
                    </a:extLst>
                  </p:cNvPr>
                  <p:cNvSpPr/>
                  <p:nvPr/>
                </p:nvSpPr>
                <p:spPr>
                  <a:xfrm>
                    <a:off x="853438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101" name="Rectangle 2100">
                    <a:extLst>
                      <a:ext uri="{FF2B5EF4-FFF2-40B4-BE49-F238E27FC236}">
                        <a16:creationId xmlns:a16="http://schemas.microsoft.com/office/drawing/2014/main" id="{514C685F-2D51-418C-657E-C4A1F69F541B}"/>
                      </a:ext>
                    </a:extLst>
                  </p:cNvPr>
                  <p:cNvSpPr/>
                  <p:nvPr/>
                </p:nvSpPr>
                <p:spPr>
                  <a:xfrm>
                    <a:off x="898871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102" name="Rectangle 2101">
                    <a:extLst>
                      <a:ext uri="{FF2B5EF4-FFF2-40B4-BE49-F238E27FC236}">
                        <a16:creationId xmlns:a16="http://schemas.microsoft.com/office/drawing/2014/main" id="{4E82B418-4DB3-6A9B-003D-E72826834818}"/>
                      </a:ext>
                    </a:extLst>
                  </p:cNvPr>
                  <p:cNvSpPr/>
                  <p:nvPr/>
                </p:nvSpPr>
                <p:spPr>
                  <a:xfrm>
                    <a:off x="943978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103" name="Rectangle 2102">
                    <a:extLst>
                      <a:ext uri="{FF2B5EF4-FFF2-40B4-BE49-F238E27FC236}">
                        <a16:creationId xmlns:a16="http://schemas.microsoft.com/office/drawing/2014/main" id="{217AEE91-EEA7-0411-E8CF-6865CA18E972}"/>
                      </a:ext>
                    </a:extLst>
                  </p:cNvPr>
                  <p:cNvSpPr/>
                  <p:nvPr/>
                </p:nvSpPr>
                <p:spPr>
                  <a:xfrm>
                    <a:off x="989737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104" name="Rectangle 2103">
                    <a:extLst>
                      <a:ext uri="{FF2B5EF4-FFF2-40B4-BE49-F238E27FC236}">
                        <a16:creationId xmlns:a16="http://schemas.microsoft.com/office/drawing/2014/main" id="{9665A5CF-2BFC-051F-F6A3-3113B677AAA4}"/>
                      </a:ext>
                    </a:extLst>
                  </p:cNvPr>
                  <p:cNvSpPr/>
                  <p:nvPr/>
                </p:nvSpPr>
                <p:spPr>
                  <a:xfrm>
                    <a:off x="1035169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105" name="Rectangle 2104">
                    <a:extLst>
                      <a:ext uri="{FF2B5EF4-FFF2-40B4-BE49-F238E27FC236}">
                        <a16:creationId xmlns:a16="http://schemas.microsoft.com/office/drawing/2014/main" id="{2B00ADEE-7A61-9FC4-04FA-B8B001CBD3A0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106" name="Rectangle 2105">
                    <a:extLst>
                      <a:ext uri="{FF2B5EF4-FFF2-40B4-BE49-F238E27FC236}">
                        <a16:creationId xmlns:a16="http://schemas.microsoft.com/office/drawing/2014/main" id="{3E287F52-3EAB-9BB2-B407-D46C40F8802B}"/>
                      </a:ext>
                    </a:extLst>
                  </p:cNvPr>
                  <p:cNvSpPr/>
                  <p:nvPr/>
                </p:nvSpPr>
                <p:spPr>
                  <a:xfrm>
                    <a:off x="1112275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107" name="Rectangle 2106">
                    <a:extLst>
                      <a:ext uri="{FF2B5EF4-FFF2-40B4-BE49-F238E27FC236}">
                        <a16:creationId xmlns:a16="http://schemas.microsoft.com/office/drawing/2014/main" id="{F4D6D1D3-B353-5C8D-FB98-1B460FC44A0E}"/>
                      </a:ext>
                    </a:extLst>
                  </p:cNvPr>
                  <p:cNvSpPr/>
                  <p:nvPr/>
                </p:nvSpPr>
                <p:spPr>
                  <a:xfrm>
                    <a:off x="1156792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108" name="Rectangle 2107">
                    <a:extLst>
                      <a:ext uri="{FF2B5EF4-FFF2-40B4-BE49-F238E27FC236}">
                        <a16:creationId xmlns:a16="http://schemas.microsoft.com/office/drawing/2014/main" id="{DE2039E7-1C38-A721-B382-A1A5ADCC87CF}"/>
                      </a:ext>
                    </a:extLst>
                  </p:cNvPr>
                  <p:cNvSpPr/>
                  <p:nvPr/>
                </p:nvSpPr>
                <p:spPr>
                  <a:xfrm>
                    <a:off x="1195803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</p:grpSp>
            <p:grpSp>
              <p:nvGrpSpPr>
                <p:cNvPr id="2088" name="Group 2087">
                  <a:extLst>
                    <a:ext uri="{FF2B5EF4-FFF2-40B4-BE49-F238E27FC236}">
                      <a16:creationId xmlns:a16="http://schemas.microsoft.com/office/drawing/2014/main" id="{55EA86BA-4DCC-60F2-8EB3-DFD9C0B66BCF}"/>
                    </a:ext>
                  </a:extLst>
                </p:cNvPr>
                <p:cNvGrpSpPr/>
                <p:nvPr/>
              </p:nvGrpSpPr>
              <p:grpSpPr>
                <a:xfrm>
                  <a:off x="1413499" y="312096"/>
                  <a:ext cx="506760" cy="345202"/>
                  <a:chOff x="801033" y="409074"/>
                  <a:chExt cx="447449" cy="304800"/>
                </a:xfrm>
                <a:grpFill/>
              </p:grpSpPr>
              <p:sp>
                <p:nvSpPr>
                  <p:cNvPr id="2089" name="Rectangle 2088">
                    <a:extLst>
                      <a:ext uri="{FF2B5EF4-FFF2-40B4-BE49-F238E27FC236}">
                        <a16:creationId xmlns:a16="http://schemas.microsoft.com/office/drawing/2014/main" id="{A2456FA9-681D-585C-6C96-5687C2556AFB}"/>
                      </a:ext>
                    </a:extLst>
                  </p:cNvPr>
                  <p:cNvSpPr/>
                  <p:nvPr/>
                </p:nvSpPr>
                <p:spPr>
                  <a:xfrm>
                    <a:off x="801033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90" name="Rectangle 2089">
                    <a:extLst>
                      <a:ext uri="{FF2B5EF4-FFF2-40B4-BE49-F238E27FC236}">
                        <a16:creationId xmlns:a16="http://schemas.microsoft.com/office/drawing/2014/main" id="{C020AE61-CD3F-C1C3-9E3F-96862DF0DB1D}"/>
                      </a:ext>
                    </a:extLst>
                  </p:cNvPr>
                  <p:cNvSpPr/>
                  <p:nvPr/>
                </p:nvSpPr>
                <p:spPr>
                  <a:xfrm>
                    <a:off x="846477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91" name="Rectangle 2090">
                    <a:extLst>
                      <a:ext uri="{FF2B5EF4-FFF2-40B4-BE49-F238E27FC236}">
                        <a16:creationId xmlns:a16="http://schemas.microsoft.com/office/drawing/2014/main" id="{4D4878B9-DB28-AEDC-6359-7C7B519EC121}"/>
                      </a:ext>
                    </a:extLst>
                  </p:cNvPr>
                  <p:cNvSpPr/>
                  <p:nvPr/>
                </p:nvSpPr>
                <p:spPr>
                  <a:xfrm>
                    <a:off x="891911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92" name="Rectangle 2091">
                    <a:extLst>
                      <a:ext uri="{FF2B5EF4-FFF2-40B4-BE49-F238E27FC236}">
                        <a16:creationId xmlns:a16="http://schemas.microsoft.com/office/drawing/2014/main" id="{AC14B44E-B641-6250-C1F6-25954594DF87}"/>
                      </a:ext>
                    </a:extLst>
                  </p:cNvPr>
                  <p:cNvSpPr/>
                  <p:nvPr/>
                </p:nvSpPr>
                <p:spPr>
                  <a:xfrm>
                    <a:off x="937018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93" name="Rectangle 2092">
                    <a:extLst>
                      <a:ext uri="{FF2B5EF4-FFF2-40B4-BE49-F238E27FC236}">
                        <a16:creationId xmlns:a16="http://schemas.microsoft.com/office/drawing/2014/main" id="{3D264BB8-34F3-29CA-BC02-FBEC1A04B8B8}"/>
                      </a:ext>
                    </a:extLst>
                  </p:cNvPr>
                  <p:cNvSpPr/>
                  <p:nvPr/>
                </p:nvSpPr>
                <p:spPr>
                  <a:xfrm>
                    <a:off x="982776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94" name="Rectangle 2093">
                    <a:extLst>
                      <a:ext uri="{FF2B5EF4-FFF2-40B4-BE49-F238E27FC236}">
                        <a16:creationId xmlns:a16="http://schemas.microsoft.com/office/drawing/2014/main" id="{EB2AA043-3BCC-3E1C-B352-15B4BEACA9B3}"/>
                      </a:ext>
                    </a:extLst>
                  </p:cNvPr>
                  <p:cNvSpPr/>
                  <p:nvPr/>
                </p:nvSpPr>
                <p:spPr>
                  <a:xfrm>
                    <a:off x="1028209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95" name="Rectangle 2094">
                    <a:extLst>
                      <a:ext uri="{FF2B5EF4-FFF2-40B4-BE49-F238E27FC236}">
                        <a16:creationId xmlns:a16="http://schemas.microsoft.com/office/drawing/2014/main" id="{074B5586-3D30-5BB0-9705-BA8785126DF2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96" name="Rectangle 2095">
                    <a:extLst>
                      <a:ext uri="{FF2B5EF4-FFF2-40B4-BE49-F238E27FC236}">
                        <a16:creationId xmlns:a16="http://schemas.microsoft.com/office/drawing/2014/main" id="{E164416F-B341-2088-B266-78AC55614365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97" name="Rectangle 2096">
                    <a:extLst>
                      <a:ext uri="{FF2B5EF4-FFF2-40B4-BE49-F238E27FC236}">
                        <a16:creationId xmlns:a16="http://schemas.microsoft.com/office/drawing/2014/main" id="{9CE8442B-15A6-AC4A-4B77-F3DC3735CBB3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98" name="Rectangle 2097">
                    <a:extLst>
                      <a:ext uri="{FF2B5EF4-FFF2-40B4-BE49-F238E27FC236}">
                        <a16:creationId xmlns:a16="http://schemas.microsoft.com/office/drawing/2014/main" id="{24D0F1DA-662E-327E-2CE9-0B678BDBDF0D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</p:grpSp>
          </p:grpSp>
          <p:grpSp>
            <p:nvGrpSpPr>
              <p:cNvPr id="2064" name="Group 2063">
                <a:extLst>
                  <a:ext uri="{FF2B5EF4-FFF2-40B4-BE49-F238E27FC236}">
                    <a16:creationId xmlns:a16="http://schemas.microsoft.com/office/drawing/2014/main" id="{E0D95E60-440D-DC1D-7053-C429994C0946}"/>
                  </a:ext>
                </a:extLst>
              </p:cNvPr>
              <p:cNvGrpSpPr/>
              <p:nvPr/>
            </p:nvGrpSpPr>
            <p:grpSpPr>
              <a:xfrm>
                <a:off x="1923775" y="312096"/>
                <a:ext cx="999158" cy="345202"/>
                <a:chOff x="921103" y="312096"/>
                <a:chExt cx="999158" cy="345202"/>
              </a:xfrm>
              <a:grpFill/>
            </p:grpSpPr>
            <p:grpSp>
              <p:nvGrpSpPr>
                <p:cNvPr id="2065" name="Group 2064">
                  <a:extLst>
                    <a:ext uri="{FF2B5EF4-FFF2-40B4-BE49-F238E27FC236}">
                      <a16:creationId xmlns:a16="http://schemas.microsoft.com/office/drawing/2014/main" id="{75E55F23-E9FE-9558-7375-674AA5D638A0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498877" cy="345202"/>
                  <a:chOff x="807993" y="409074"/>
                  <a:chExt cx="440489" cy="304800"/>
                </a:xfrm>
                <a:grpFill/>
              </p:grpSpPr>
              <p:sp>
                <p:nvSpPr>
                  <p:cNvPr id="2077" name="Rectangle 2076">
                    <a:extLst>
                      <a:ext uri="{FF2B5EF4-FFF2-40B4-BE49-F238E27FC236}">
                        <a16:creationId xmlns:a16="http://schemas.microsoft.com/office/drawing/2014/main" id="{B72D378F-20C1-DF91-E804-819EBF51CBA9}"/>
                      </a:ext>
                    </a:extLst>
                  </p:cNvPr>
                  <p:cNvSpPr/>
                  <p:nvPr/>
                </p:nvSpPr>
                <p:spPr>
                  <a:xfrm>
                    <a:off x="807993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78" name="Rectangle 2077">
                    <a:extLst>
                      <a:ext uri="{FF2B5EF4-FFF2-40B4-BE49-F238E27FC236}">
                        <a16:creationId xmlns:a16="http://schemas.microsoft.com/office/drawing/2014/main" id="{5B1815B2-18E6-743A-2BAF-93236F861B3C}"/>
                      </a:ext>
                    </a:extLst>
                  </p:cNvPr>
                  <p:cNvSpPr/>
                  <p:nvPr/>
                </p:nvSpPr>
                <p:spPr>
                  <a:xfrm>
                    <a:off x="853438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79" name="Rectangle 2078">
                    <a:extLst>
                      <a:ext uri="{FF2B5EF4-FFF2-40B4-BE49-F238E27FC236}">
                        <a16:creationId xmlns:a16="http://schemas.microsoft.com/office/drawing/2014/main" id="{D8329813-0A61-906E-1AE1-117B6A9061A2}"/>
                      </a:ext>
                    </a:extLst>
                  </p:cNvPr>
                  <p:cNvSpPr/>
                  <p:nvPr/>
                </p:nvSpPr>
                <p:spPr>
                  <a:xfrm>
                    <a:off x="898871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80" name="Rectangle 2079">
                    <a:extLst>
                      <a:ext uri="{FF2B5EF4-FFF2-40B4-BE49-F238E27FC236}">
                        <a16:creationId xmlns:a16="http://schemas.microsoft.com/office/drawing/2014/main" id="{A4E64396-AA5D-EB43-7725-87EA2F45C361}"/>
                      </a:ext>
                    </a:extLst>
                  </p:cNvPr>
                  <p:cNvSpPr/>
                  <p:nvPr/>
                </p:nvSpPr>
                <p:spPr>
                  <a:xfrm>
                    <a:off x="943978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81" name="Rectangle 2080">
                    <a:extLst>
                      <a:ext uri="{FF2B5EF4-FFF2-40B4-BE49-F238E27FC236}">
                        <a16:creationId xmlns:a16="http://schemas.microsoft.com/office/drawing/2014/main" id="{948721F4-17A4-DBBE-A9F0-F4284BA012F4}"/>
                      </a:ext>
                    </a:extLst>
                  </p:cNvPr>
                  <p:cNvSpPr/>
                  <p:nvPr/>
                </p:nvSpPr>
                <p:spPr>
                  <a:xfrm>
                    <a:off x="989737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82" name="Rectangle 2081">
                    <a:extLst>
                      <a:ext uri="{FF2B5EF4-FFF2-40B4-BE49-F238E27FC236}">
                        <a16:creationId xmlns:a16="http://schemas.microsoft.com/office/drawing/2014/main" id="{3024C009-4D1E-08C3-9197-C06B8D981866}"/>
                      </a:ext>
                    </a:extLst>
                  </p:cNvPr>
                  <p:cNvSpPr/>
                  <p:nvPr/>
                </p:nvSpPr>
                <p:spPr>
                  <a:xfrm>
                    <a:off x="1035169" y="409074"/>
                    <a:ext cx="45719" cy="304800"/>
                  </a:xfrm>
                  <a:prstGeom prst="rect">
                    <a:avLst/>
                  </a:prstGeom>
                  <a:solidFill>
                    <a:srgbClr val="FFFC04"/>
                  </a:solidFill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83" name="Rectangle 2082">
                    <a:extLst>
                      <a:ext uri="{FF2B5EF4-FFF2-40B4-BE49-F238E27FC236}">
                        <a16:creationId xmlns:a16="http://schemas.microsoft.com/office/drawing/2014/main" id="{9B651FC7-8065-5333-81E5-D6BBBEC56273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84" name="Rectangle 2083">
                    <a:extLst>
                      <a:ext uri="{FF2B5EF4-FFF2-40B4-BE49-F238E27FC236}">
                        <a16:creationId xmlns:a16="http://schemas.microsoft.com/office/drawing/2014/main" id="{9B2E6F6B-A139-99EB-7C75-81D98E4758B5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85" name="Rectangle 2084">
                    <a:extLst>
                      <a:ext uri="{FF2B5EF4-FFF2-40B4-BE49-F238E27FC236}">
                        <a16:creationId xmlns:a16="http://schemas.microsoft.com/office/drawing/2014/main" id="{452A3426-30F7-CECC-35FF-50AFE5ACFBE1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86" name="Rectangle 2085">
                    <a:extLst>
                      <a:ext uri="{FF2B5EF4-FFF2-40B4-BE49-F238E27FC236}">
                        <a16:creationId xmlns:a16="http://schemas.microsoft.com/office/drawing/2014/main" id="{14EDD907-92F6-B938-B6E8-58048263957E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</p:grpSp>
            <p:grpSp>
              <p:nvGrpSpPr>
                <p:cNvPr id="2066" name="Group 2065">
                  <a:extLst>
                    <a:ext uri="{FF2B5EF4-FFF2-40B4-BE49-F238E27FC236}">
                      <a16:creationId xmlns:a16="http://schemas.microsoft.com/office/drawing/2014/main" id="{88B22C0F-7519-5BD5-82A3-EBC2B3349E98}"/>
                    </a:ext>
                  </a:extLst>
                </p:cNvPr>
                <p:cNvGrpSpPr/>
                <p:nvPr/>
              </p:nvGrpSpPr>
              <p:grpSpPr>
                <a:xfrm>
                  <a:off x="1413499" y="312096"/>
                  <a:ext cx="506762" cy="345202"/>
                  <a:chOff x="801032" y="409074"/>
                  <a:chExt cx="447450" cy="304800"/>
                </a:xfrm>
                <a:grpFill/>
              </p:grpSpPr>
              <p:sp>
                <p:nvSpPr>
                  <p:cNvPr id="2067" name="Rectangle 2066">
                    <a:extLst>
                      <a:ext uri="{FF2B5EF4-FFF2-40B4-BE49-F238E27FC236}">
                        <a16:creationId xmlns:a16="http://schemas.microsoft.com/office/drawing/2014/main" id="{D3D8BBAC-C1D1-59BB-A08A-3395FE653334}"/>
                      </a:ext>
                    </a:extLst>
                  </p:cNvPr>
                  <p:cNvSpPr/>
                  <p:nvPr/>
                </p:nvSpPr>
                <p:spPr>
                  <a:xfrm>
                    <a:off x="80103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68" name="Rectangle 2067">
                    <a:extLst>
                      <a:ext uri="{FF2B5EF4-FFF2-40B4-BE49-F238E27FC236}">
                        <a16:creationId xmlns:a16="http://schemas.microsoft.com/office/drawing/2014/main" id="{62E6E53B-F2F3-8055-E06D-E80FFC67D4F0}"/>
                      </a:ext>
                    </a:extLst>
                  </p:cNvPr>
                  <p:cNvSpPr/>
                  <p:nvPr/>
                </p:nvSpPr>
                <p:spPr>
                  <a:xfrm>
                    <a:off x="8464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69" name="Rectangle 2068">
                    <a:extLst>
                      <a:ext uri="{FF2B5EF4-FFF2-40B4-BE49-F238E27FC236}">
                        <a16:creationId xmlns:a16="http://schemas.microsoft.com/office/drawing/2014/main" id="{B0548B19-F095-A1E8-848E-A3F89A46BD9B}"/>
                      </a:ext>
                    </a:extLst>
                  </p:cNvPr>
                  <p:cNvSpPr/>
                  <p:nvPr/>
                </p:nvSpPr>
                <p:spPr>
                  <a:xfrm>
                    <a:off x="89191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70" name="Rectangle 2069">
                    <a:extLst>
                      <a:ext uri="{FF2B5EF4-FFF2-40B4-BE49-F238E27FC236}">
                        <a16:creationId xmlns:a16="http://schemas.microsoft.com/office/drawing/2014/main" id="{3FBC4459-9BC5-F6E5-C966-E4D248F45387}"/>
                      </a:ext>
                    </a:extLst>
                  </p:cNvPr>
                  <p:cNvSpPr/>
                  <p:nvPr/>
                </p:nvSpPr>
                <p:spPr>
                  <a:xfrm>
                    <a:off x="93701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71" name="Rectangle 2070">
                    <a:extLst>
                      <a:ext uri="{FF2B5EF4-FFF2-40B4-BE49-F238E27FC236}">
                        <a16:creationId xmlns:a16="http://schemas.microsoft.com/office/drawing/2014/main" id="{90721814-CBFA-B49F-2BD6-9246F843A529}"/>
                      </a:ext>
                    </a:extLst>
                  </p:cNvPr>
                  <p:cNvSpPr/>
                  <p:nvPr/>
                </p:nvSpPr>
                <p:spPr>
                  <a:xfrm>
                    <a:off x="98277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72" name="Rectangle 2071">
                    <a:extLst>
                      <a:ext uri="{FF2B5EF4-FFF2-40B4-BE49-F238E27FC236}">
                        <a16:creationId xmlns:a16="http://schemas.microsoft.com/office/drawing/2014/main" id="{B0AF67D1-957A-33AE-7483-942149B3C25C}"/>
                      </a:ext>
                    </a:extLst>
                  </p:cNvPr>
                  <p:cNvSpPr/>
                  <p:nvPr/>
                </p:nvSpPr>
                <p:spPr>
                  <a:xfrm>
                    <a:off x="102820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73" name="Rectangle 2072">
                    <a:extLst>
                      <a:ext uri="{FF2B5EF4-FFF2-40B4-BE49-F238E27FC236}">
                        <a16:creationId xmlns:a16="http://schemas.microsoft.com/office/drawing/2014/main" id="{BEAAAEB4-8573-2DBA-10A7-76C733D3C408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74" name="Rectangle 2073">
                    <a:extLst>
                      <a:ext uri="{FF2B5EF4-FFF2-40B4-BE49-F238E27FC236}">
                        <a16:creationId xmlns:a16="http://schemas.microsoft.com/office/drawing/2014/main" id="{5C45BD4C-3D7F-F1DD-4ADE-FF782DD5C4E6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75" name="Rectangle 2074">
                    <a:extLst>
                      <a:ext uri="{FF2B5EF4-FFF2-40B4-BE49-F238E27FC236}">
                        <a16:creationId xmlns:a16="http://schemas.microsoft.com/office/drawing/2014/main" id="{415C0B8E-6E3E-CAB2-0175-22E94CE0F45C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2076" name="Rectangle 2075">
                    <a:extLst>
                      <a:ext uri="{FF2B5EF4-FFF2-40B4-BE49-F238E27FC236}">
                        <a16:creationId xmlns:a16="http://schemas.microsoft.com/office/drawing/2014/main" id="{62532CF0-2B15-6259-DFAA-8D233CE088A2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</p:grpSp>
          </p:grpSp>
        </p:grpSp>
        <p:grpSp>
          <p:nvGrpSpPr>
            <p:cNvPr id="2040" name="Group 2039">
              <a:extLst>
                <a:ext uri="{FF2B5EF4-FFF2-40B4-BE49-F238E27FC236}">
                  <a16:creationId xmlns:a16="http://schemas.microsoft.com/office/drawing/2014/main" id="{4E71BA5F-960E-8D6D-86D1-F3E9F668C627}"/>
                </a:ext>
              </a:extLst>
            </p:cNvPr>
            <p:cNvGrpSpPr/>
            <p:nvPr/>
          </p:nvGrpSpPr>
          <p:grpSpPr>
            <a:xfrm>
              <a:off x="928539" y="3531448"/>
              <a:ext cx="999158" cy="345202"/>
              <a:chOff x="921103" y="312096"/>
              <a:chExt cx="999158" cy="345202"/>
            </a:xfrm>
            <a:solidFill>
              <a:schemeClr val="bg2"/>
            </a:solidFill>
          </p:grpSpPr>
          <p:grpSp>
            <p:nvGrpSpPr>
              <p:cNvPr id="2041" name="Group 2040">
                <a:extLst>
                  <a:ext uri="{FF2B5EF4-FFF2-40B4-BE49-F238E27FC236}">
                    <a16:creationId xmlns:a16="http://schemas.microsoft.com/office/drawing/2014/main" id="{947E1891-B0B5-8766-5C34-E1F719C86303}"/>
                  </a:ext>
                </a:extLst>
              </p:cNvPr>
              <p:cNvGrpSpPr/>
              <p:nvPr/>
            </p:nvGrpSpPr>
            <p:grpSpPr>
              <a:xfrm>
                <a:off x="921103" y="312096"/>
                <a:ext cx="498877" cy="345202"/>
                <a:chOff x="807993" y="409074"/>
                <a:chExt cx="440489" cy="304800"/>
              </a:xfrm>
              <a:grpFill/>
            </p:grpSpPr>
            <p:sp>
              <p:nvSpPr>
                <p:cNvPr id="2053" name="Rectangle 2052">
                  <a:extLst>
                    <a:ext uri="{FF2B5EF4-FFF2-40B4-BE49-F238E27FC236}">
                      <a16:creationId xmlns:a16="http://schemas.microsoft.com/office/drawing/2014/main" id="{207100D1-3FCD-39C3-C589-37B4B266A49A}"/>
                    </a:ext>
                  </a:extLst>
                </p:cNvPr>
                <p:cNvSpPr/>
                <p:nvPr/>
              </p:nvSpPr>
              <p:spPr>
                <a:xfrm>
                  <a:off x="807993" y="409074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054" name="Rectangle 2053">
                  <a:extLst>
                    <a:ext uri="{FF2B5EF4-FFF2-40B4-BE49-F238E27FC236}">
                      <a16:creationId xmlns:a16="http://schemas.microsoft.com/office/drawing/2014/main" id="{52D8D200-D166-111F-C7BE-ECEDBF18C826}"/>
                    </a:ext>
                  </a:extLst>
                </p:cNvPr>
                <p:cNvSpPr/>
                <p:nvPr/>
              </p:nvSpPr>
              <p:spPr>
                <a:xfrm>
                  <a:off x="853438" y="409074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055" name="Rectangle 2054">
                  <a:extLst>
                    <a:ext uri="{FF2B5EF4-FFF2-40B4-BE49-F238E27FC236}">
                      <a16:creationId xmlns:a16="http://schemas.microsoft.com/office/drawing/2014/main" id="{06FBA01C-5B06-050D-595B-3A239695B427}"/>
                    </a:ext>
                  </a:extLst>
                </p:cNvPr>
                <p:cNvSpPr/>
                <p:nvPr/>
              </p:nvSpPr>
              <p:spPr>
                <a:xfrm>
                  <a:off x="898871" y="409074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056" name="Rectangle 2055">
                  <a:extLst>
                    <a:ext uri="{FF2B5EF4-FFF2-40B4-BE49-F238E27FC236}">
                      <a16:creationId xmlns:a16="http://schemas.microsoft.com/office/drawing/2014/main" id="{BE39E4F8-5C4E-1CB9-4F8D-06718F23A557}"/>
                    </a:ext>
                  </a:extLst>
                </p:cNvPr>
                <p:cNvSpPr/>
                <p:nvPr/>
              </p:nvSpPr>
              <p:spPr>
                <a:xfrm>
                  <a:off x="943978" y="409074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057" name="Rectangle 2056">
                  <a:extLst>
                    <a:ext uri="{FF2B5EF4-FFF2-40B4-BE49-F238E27FC236}">
                      <a16:creationId xmlns:a16="http://schemas.microsoft.com/office/drawing/2014/main" id="{32B20874-FFA8-A89F-F6A1-AF588A40B680}"/>
                    </a:ext>
                  </a:extLst>
                </p:cNvPr>
                <p:cNvSpPr/>
                <p:nvPr/>
              </p:nvSpPr>
              <p:spPr>
                <a:xfrm>
                  <a:off x="989737" y="409074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058" name="Rectangle 2057">
                  <a:extLst>
                    <a:ext uri="{FF2B5EF4-FFF2-40B4-BE49-F238E27FC236}">
                      <a16:creationId xmlns:a16="http://schemas.microsoft.com/office/drawing/2014/main" id="{6AE81C87-80F4-3B71-740B-1D8D65266D5F}"/>
                    </a:ext>
                  </a:extLst>
                </p:cNvPr>
                <p:cNvSpPr/>
                <p:nvPr/>
              </p:nvSpPr>
              <p:spPr>
                <a:xfrm>
                  <a:off x="1035169" y="409074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059" name="Rectangle 2058">
                  <a:extLst>
                    <a:ext uri="{FF2B5EF4-FFF2-40B4-BE49-F238E27FC236}">
                      <a16:creationId xmlns:a16="http://schemas.microsoft.com/office/drawing/2014/main" id="{D0E48805-6199-1042-FBCB-5E3BEE567839}"/>
                    </a:ext>
                  </a:extLst>
                </p:cNvPr>
                <p:cNvSpPr/>
                <p:nvPr/>
              </p:nvSpPr>
              <p:spPr>
                <a:xfrm>
                  <a:off x="1073264" y="409074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060" name="Rectangle 2059">
                  <a:extLst>
                    <a:ext uri="{FF2B5EF4-FFF2-40B4-BE49-F238E27FC236}">
                      <a16:creationId xmlns:a16="http://schemas.microsoft.com/office/drawing/2014/main" id="{48B75AC2-DDB0-C7BC-9593-B8A182B91C9D}"/>
                    </a:ext>
                  </a:extLst>
                </p:cNvPr>
                <p:cNvSpPr/>
                <p:nvPr/>
              </p:nvSpPr>
              <p:spPr>
                <a:xfrm>
                  <a:off x="1119235" y="409074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061" name="Rectangle 2060">
                  <a:extLst>
                    <a:ext uri="{FF2B5EF4-FFF2-40B4-BE49-F238E27FC236}">
                      <a16:creationId xmlns:a16="http://schemas.microsoft.com/office/drawing/2014/main" id="{585B8418-16E5-AD75-4831-115F997B695D}"/>
                    </a:ext>
                  </a:extLst>
                </p:cNvPr>
                <p:cNvSpPr/>
                <p:nvPr/>
              </p:nvSpPr>
              <p:spPr>
                <a:xfrm>
                  <a:off x="1163752" y="409074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062" name="Rectangle 2061">
                  <a:extLst>
                    <a:ext uri="{FF2B5EF4-FFF2-40B4-BE49-F238E27FC236}">
                      <a16:creationId xmlns:a16="http://schemas.microsoft.com/office/drawing/2014/main" id="{7BEA078F-B707-3D6D-37DF-B60850CA5D0C}"/>
                    </a:ext>
                  </a:extLst>
                </p:cNvPr>
                <p:cNvSpPr/>
                <p:nvPr/>
              </p:nvSpPr>
              <p:spPr>
                <a:xfrm>
                  <a:off x="1202763" y="409074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</p:grpSp>
          <p:grpSp>
            <p:nvGrpSpPr>
              <p:cNvPr id="2042" name="Group 2041">
                <a:extLst>
                  <a:ext uri="{FF2B5EF4-FFF2-40B4-BE49-F238E27FC236}">
                    <a16:creationId xmlns:a16="http://schemas.microsoft.com/office/drawing/2014/main" id="{9C4B0B56-B93F-46CF-8973-AEF0F2E19D00}"/>
                  </a:ext>
                </a:extLst>
              </p:cNvPr>
              <p:cNvGrpSpPr/>
              <p:nvPr/>
            </p:nvGrpSpPr>
            <p:grpSpPr>
              <a:xfrm>
                <a:off x="1413499" y="312096"/>
                <a:ext cx="506762" cy="345202"/>
                <a:chOff x="801032" y="409074"/>
                <a:chExt cx="447450" cy="304800"/>
              </a:xfrm>
              <a:grpFill/>
            </p:grpSpPr>
            <p:sp>
              <p:nvSpPr>
                <p:cNvPr id="2043" name="Rectangle 2042">
                  <a:extLst>
                    <a:ext uri="{FF2B5EF4-FFF2-40B4-BE49-F238E27FC236}">
                      <a16:creationId xmlns:a16="http://schemas.microsoft.com/office/drawing/2014/main" id="{EE7928E6-DEFE-42F1-CE23-FF6D35BC466C}"/>
                    </a:ext>
                  </a:extLst>
                </p:cNvPr>
                <p:cNvSpPr/>
                <p:nvPr/>
              </p:nvSpPr>
              <p:spPr>
                <a:xfrm>
                  <a:off x="801032" y="409074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044" name="Rectangle 2043">
                  <a:extLst>
                    <a:ext uri="{FF2B5EF4-FFF2-40B4-BE49-F238E27FC236}">
                      <a16:creationId xmlns:a16="http://schemas.microsoft.com/office/drawing/2014/main" id="{30FB8AF5-5B4E-9DDA-E6E4-C5197E0CE6D2}"/>
                    </a:ext>
                  </a:extLst>
                </p:cNvPr>
                <p:cNvSpPr/>
                <p:nvPr/>
              </p:nvSpPr>
              <p:spPr>
                <a:xfrm>
                  <a:off x="846478" y="409074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045" name="Rectangle 2044">
                  <a:extLst>
                    <a:ext uri="{FF2B5EF4-FFF2-40B4-BE49-F238E27FC236}">
                      <a16:creationId xmlns:a16="http://schemas.microsoft.com/office/drawing/2014/main" id="{561E4268-5E71-970F-BB96-BBAEA97849E5}"/>
                    </a:ext>
                  </a:extLst>
                </p:cNvPr>
                <p:cNvSpPr/>
                <p:nvPr/>
              </p:nvSpPr>
              <p:spPr>
                <a:xfrm>
                  <a:off x="891911" y="409074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046" name="Rectangle 2045">
                  <a:extLst>
                    <a:ext uri="{FF2B5EF4-FFF2-40B4-BE49-F238E27FC236}">
                      <a16:creationId xmlns:a16="http://schemas.microsoft.com/office/drawing/2014/main" id="{FA3AB60E-3F47-14D5-12CE-D5347E302DB7}"/>
                    </a:ext>
                  </a:extLst>
                </p:cNvPr>
                <p:cNvSpPr/>
                <p:nvPr/>
              </p:nvSpPr>
              <p:spPr>
                <a:xfrm>
                  <a:off x="937017" y="409074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047" name="Rectangle 2046">
                  <a:extLst>
                    <a:ext uri="{FF2B5EF4-FFF2-40B4-BE49-F238E27FC236}">
                      <a16:creationId xmlns:a16="http://schemas.microsoft.com/office/drawing/2014/main" id="{7A34B1ED-4EDB-C562-195A-9EE26EEC8002}"/>
                    </a:ext>
                  </a:extLst>
                </p:cNvPr>
                <p:cNvSpPr/>
                <p:nvPr/>
              </p:nvSpPr>
              <p:spPr>
                <a:xfrm>
                  <a:off x="982777" y="409074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048" name="Rectangle 2047">
                  <a:extLst>
                    <a:ext uri="{FF2B5EF4-FFF2-40B4-BE49-F238E27FC236}">
                      <a16:creationId xmlns:a16="http://schemas.microsoft.com/office/drawing/2014/main" id="{0AE8BB2C-8A0D-2912-ED1C-2729A255DFC0}"/>
                    </a:ext>
                  </a:extLst>
                </p:cNvPr>
                <p:cNvSpPr/>
                <p:nvPr/>
              </p:nvSpPr>
              <p:spPr>
                <a:xfrm>
                  <a:off x="1028208" y="409074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049" name="Rectangle 2048">
                  <a:extLst>
                    <a:ext uri="{FF2B5EF4-FFF2-40B4-BE49-F238E27FC236}">
                      <a16:creationId xmlns:a16="http://schemas.microsoft.com/office/drawing/2014/main" id="{98328216-D3DE-1D64-5C04-3D68724AC216}"/>
                    </a:ext>
                  </a:extLst>
                </p:cNvPr>
                <p:cNvSpPr/>
                <p:nvPr/>
              </p:nvSpPr>
              <p:spPr>
                <a:xfrm>
                  <a:off x="1073264" y="409074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050" name="Rectangle 2049">
                  <a:extLst>
                    <a:ext uri="{FF2B5EF4-FFF2-40B4-BE49-F238E27FC236}">
                      <a16:creationId xmlns:a16="http://schemas.microsoft.com/office/drawing/2014/main" id="{8763BA8B-6DCB-5209-EEAD-8E841246D436}"/>
                    </a:ext>
                  </a:extLst>
                </p:cNvPr>
                <p:cNvSpPr/>
                <p:nvPr/>
              </p:nvSpPr>
              <p:spPr>
                <a:xfrm>
                  <a:off x="1119235" y="409074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051" name="Rectangle 2050">
                  <a:extLst>
                    <a:ext uri="{FF2B5EF4-FFF2-40B4-BE49-F238E27FC236}">
                      <a16:creationId xmlns:a16="http://schemas.microsoft.com/office/drawing/2014/main" id="{E5AA10DE-6FAF-2A82-0DE6-0315EC24A6E3}"/>
                    </a:ext>
                  </a:extLst>
                </p:cNvPr>
                <p:cNvSpPr/>
                <p:nvPr/>
              </p:nvSpPr>
              <p:spPr>
                <a:xfrm>
                  <a:off x="1163752" y="409074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  <p:sp>
              <p:nvSpPr>
                <p:cNvPr id="2052" name="Rectangle 2051">
                  <a:extLst>
                    <a:ext uri="{FF2B5EF4-FFF2-40B4-BE49-F238E27FC236}">
                      <a16:creationId xmlns:a16="http://schemas.microsoft.com/office/drawing/2014/main" id="{D1D0F641-DE60-4E1C-2B5A-21C6230848D5}"/>
                    </a:ext>
                  </a:extLst>
                </p:cNvPr>
                <p:cNvSpPr/>
                <p:nvPr/>
              </p:nvSpPr>
              <p:spPr>
                <a:xfrm>
                  <a:off x="1202763" y="409074"/>
                  <a:ext cx="45719" cy="304800"/>
                </a:xfrm>
                <a:prstGeom prst="rect">
                  <a:avLst/>
                </a:prstGeom>
                <a:grpFill/>
                <a:ln w="31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39"/>
                </a:p>
              </p:txBody>
            </p:sp>
          </p:grpSp>
        </p:grpSp>
        <p:sp>
          <p:nvSpPr>
            <p:cNvPr id="2309" name="TextBox 2308">
              <a:extLst>
                <a:ext uri="{FF2B5EF4-FFF2-40B4-BE49-F238E27FC236}">
                  <a16:creationId xmlns:a16="http://schemas.microsoft.com/office/drawing/2014/main" id="{7F684458-BDE8-0DF1-B035-CE83DDAFCAE2}"/>
                </a:ext>
              </a:extLst>
            </p:cNvPr>
            <p:cNvSpPr txBox="1"/>
            <p:nvPr/>
          </p:nvSpPr>
          <p:spPr>
            <a:xfrm>
              <a:off x="2224255" y="1579888"/>
              <a:ext cx="81464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b="1" dirty="0"/>
                <a:t>Lag</a:t>
              </a:r>
            </a:p>
            <a:p>
              <a:pPr algn="ctr"/>
              <a:r>
                <a:rPr lang="en-US" sz="1100" b="1" dirty="0"/>
                <a:t>(24 hours)</a:t>
              </a:r>
            </a:p>
          </p:txBody>
        </p:sp>
        <p:cxnSp>
          <p:nvCxnSpPr>
            <p:cNvPr id="2311" name="Straight Arrow Connector 2310">
              <a:extLst>
                <a:ext uri="{FF2B5EF4-FFF2-40B4-BE49-F238E27FC236}">
                  <a16:creationId xmlns:a16="http://schemas.microsoft.com/office/drawing/2014/main" id="{B91EE726-82C5-18C7-5FFE-A47E0AF808DB}"/>
                </a:ext>
              </a:extLst>
            </p:cNvPr>
            <p:cNvCxnSpPr>
              <a:cxnSpLocks/>
              <a:stCxn id="2309" idx="2"/>
            </p:cNvCxnSpPr>
            <p:nvPr/>
          </p:nvCxnSpPr>
          <p:spPr>
            <a:xfrm flipH="1">
              <a:off x="1976513" y="2010775"/>
              <a:ext cx="655066" cy="324290"/>
            </a:xfrm>
            <a:prstGeom prst="straightConnector1">
              <a:avLst/>
            </a:prstGeom>
            <a:ln w="9525">
              <a:tailEnd type="triangle" w="med" len="sm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14" name="Straight Arrow Connector 2313">
              <a:extLst>
                <a:ext uri="{FF2B5EF4-FFF2-40B4-BE49-F238E27FC236}">
                  <a16:creationId xmlns:a16="http://schemas.microsoft.com/office/drawing/2014/main" id="{F8D04A93-F7D0-2161-C887-FFC208927563}"/>
                </a:ext>
              </a:extLst>
            </p:cNvPr>
            <p:cNvCxnSpPr>
              <a:cxnSpLocks/>
              <a:stCxn id="2309" idx="2"/>
            </p:cNvCxnSpPr>
            <p:nvPr/>
          </p:nvCxnSpPr>
          <p:spPr>
            <a:xfrm>
              <a:off x="2631579" y="2010775"/>
              <a:ext cx="519381" cy="331490"/>
            </a:xfrm>
            <a:prstGeom prst="straightConnector1">
              <a:avLst/>
            </a:prstGeom>
            <a:ln w="9525">
              <a:tailEnd type="triangle" w="med" len="sm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19" name="Straight Arrow Connector 2318">
              <a:extLst>
                <a:ext uri="{FF2B5EF4-FFF2-40B4-BE49-F238E27FC236}">
                  <a16:creationId xmlns:a16="http://schemas.microsoft.com/office/drawing/2014/main" id="{26AF1EF9-AA13-7F34-B171-B7EF3F4BBB11}"/>
                </a:ext>
              </a:extLst>
            </p:cNvPr>
            <p:cNvCxnSpPr/>
            <p:nvPr/>
          </p:nvCxnSpPr>
          <p:spPr>
            <a:xfrm>
              <a:off x="930969" y="4082473"/>
              <a:ext cx="1157506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96635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64" name="Group 2163">
            <a:extLst>
              <a:ext uri="{FF2B5EF4-FFF2-40B4-BE49-F238E27FC236}">
                <a16:creationId xmlns:a16="http://schemas.microsoft.com/office/drawing/2014/main" id="{4C44C579-023E-204F-D471-04E17F478114}"/>
              </a:ext>
            </a:extLst>
          </p:cNvPr>
          <p:cNvGrpSpPr/>
          <p:nvPr/>
        </p:nvGrpSpPr>
        <p:grpSpPr>
          <a:xfrm>
            <a:off x="359762" y="558286"/>
            <a:ext cx="11615329" cy="5283714"/>
            <a:chOff x="890707" y="1574286"/>
            <a:chExt cx="11615329" cy="5283714"/>
          </a:xfrm>
        </p:grpSpPr>
        <p:grpSp>
          <p:nvGrpSpPr>
            <p:cNvPr id="1638" name="Group 1637">
              <a:extLst>
                <a:ext uri="{FF2B5EF4-FFF2-40B4-BE49-F238E27FC236}">
                  <a16:creationId xmlns:a16="http://schemas.microsoft.com/office/drawing/2014/main" id="{55EE887D-9176-BC1E-C077-FCE72E83BD6A}"/>
                </a:ext>
              </a:extLst>
            </p:cNvPr>
            <p:cNvGrpSpPr/>
            <p:nvPr/>
          </p:nvGrpSpPr>
          <p:grpSpPr>
            <a:xfrm>
              <a:off x="930969" y="1574286"/>
              <a:ext cx="11575067" cy="2508187"/>
              <a:chOff x="930969" y="1574286"/>
              <a:chExt cx="11575067" cy="2508187"/>
            </a:xfrm>
          </p:grpSpPr>
          <p:grpSp>
            <p:nvGrpSpPr>
              <p:cNvPr id="1625" name="Group 1624">
                <a:extLst>
                  <a:ext uri="{FF2B5EF4-FFF2-40B4-BE49-F238E27FC236}">
                    <a16:creationId xmlns:a16="http://schemas.microsoft.com/office/drawing/2014/main" id="{98A950DB-70ED-2831-7F04-FA43240DC4C4}"/>
                  </a:ext>
                </a:extLst>
              </p:cNvPr>
              <p:cNvGrpSpPr/>
              <p:nvPr/>
            </p:nvGrpSpPr>
            <p:grpSpPr>
              <a:xfrm>
                <a:off x="930969" y="2362590"/>
                <a:ext cx="11402235" cy="1509937"/>
                <a:chOff x="930969" y="2362590"/>
                <a:chExt cx="11402235" cy="1509937"/>
              </a:xfrm>
            </p:grpSpPr>
            <p:grpSp>
              <p:nvGrpSpPr>
                <p:cNvPr id="768" name="Group 767">
                  <a:extLst>
                    <a:ext uri="{FF2B5EF4-FFF2-40B4-BE49-F238E27FC236}">
                      <a16:creationId xmlns:a16="http://schemas.microsoft.com/office/drawing/2014/main" id="{D984068C-7890-EC13-494D-64B5AECE1B57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80" name="Group 179">
                    <a:extLst>
                      <a:ext uri="{FF2B5EF4-FFF2-40B4-BE49-F238E27FC236}">
                        <a16:creationId xmlns:a16="http://schemas.microsoft.com/office/drawing/2014/main" id="{45291990-527D-18B9-DE48-B77089846CC1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72" name="Rectangle 171">
                      <a:extLst>
                        <a:ext uri="{FF2B5EF4-FFF2-40B4-BE49-F238E27FC236}">
                          <a16:creationId xmlns:a16="http://schemas.microsoft.com/office/drawing/2014/main" id="{B1C88A54-BEF7-4357-416C-434A95D275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73" name="Rectangle 172">
                      <a:extLst>
                        <a:ext uri="{FF2B5EF4-FFF2-40B4-BE49-F238E27FC236}">
                          <a16:creationId xmlns:a16="http://schemas.microsoft.com/office/drawing/2014/main" id="{68E89469-6F6F-F02C-52E7-62689AB290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74" name="Rectangle 173">
                      <a:extLst>
                        <a:ext uri="{FF2B5EF4-FFF2-40B4-BE49-F238E27FC236}">
                          <a16:creationId xmlns:a16="http://schemas.microsoft.com/office/drawing/2014/main" id="{05A48B07-CDF5-E0DE-32F3-26B5A377614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75" name="Rectangle 174">
                      <a:extLst>
                        <a:ext uri="{FF2B5EF4-FFF2-40B4-BE49-F238E27FC236}">
                          <a16:creationId xmlns:a16="http://schemas.microsoft.com/office/drawing/2014/main" id="{1D195A1F-C7AE-B1B5-588D-1A08F997AE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76" name="Rectangle 175">
                      <a:extLst>
                        <a:ext uri="{FF2B5EF4-FFF2-40B4-BE49-F238E27FC236}">
                          <a16:creationId xmlns:a16="http://schemas.microsoft.com/office/drawing/2014/main" id="{CBDF18A4-C751-F4F4-D1C5-A2AB89C7F98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77" name="Rectangle 176">
                      <a:extLst>
                        <a:ext uri="{FF2B5EF4-FFF2-40B4-BE49-F238E27FC236}">
                          <a16:creationId xmlns:a16="http://schemas.microsoft.com/office/drawing/2014/main" id="{AAB871C7-D12B-ADAA-3C6F-11A1D206E1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78" name="Rectangle 177">
                      <a:extLst>
                        <a:ext uri="{FF2B5EF4-FFF2-40B4-BE49-F238E27FC236}">
                          <a16:creationId xmlns:a16="http://schemas.microsoft.com/office/drawing/2014/main" id="{29DAFA14-22BF-1F2E-1978-35F4157B62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79" name="Rectangle 178">
                      <a:extLst>
                        <a:ext uri="{FF2B5EF4-FFF2-40B4-BE49-F238E27FC236}">
                          <a16:creationId xmlns:a16="http://schemas.microsoft.com/office/drawing/2014/main" id="{B14E7639-798A-AA52-C0CF-671D2F5630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  <p:grpSp>
                <p:nvGrpSpPr>
                  <p:cNvPr id="767" name="Group 766">
                    <a:extLst>
                      <a:ext uri="{FF2B5EF4-FFF2-40B4-BE49-F238E27FC236}">
                        <a16:creationId xmlns:a16="http://schemas.microsoft.com/office/drawing/2014/main" id="{ABBD2922-460F-A86F-2CA0-7548BCBD20D9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671" name="Group 670">
                      <a:extLst>
                        <a:ext uri="{FF2B5EF4-FFF2-40B4-BE49-F238E27FC236}">
                          <a16:creationId xmlns:a16="http://schemas.microsoft.com/office/drawing/2014/main" id="{AA9CB242-E76A-541F-039C-CF027888CC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623" name="Group 622">
                        <a:extLst>
                          <a:ext uri="{FF2B5EF4-FFF2-40B4-BE49-F238E27FC236}">
                            <a16:creationId xmlns:a16="http://schemas.microsoft.com/office/drawing/2014/main" id="{D08345D3-56BB-C338-2149-8FFA9712469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599" name="Group 598">
                          <a:extLst>
                            <a:ext uri="{FF2B5EF4-FFF2-40B4-BE49-F238E27FC236}">
                              <a16:creationId xmlns:a16="http://schemas.microsoft.com/office/drawing/2014/main" id="{EA50544F-9FDB-3BCB-3120-EBE5D175353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24" name="Group 23">
                            <a:extLst>
                              <a:ext uri="{FF2B5EF4-FFF2-40B4-BE49-F238E27FC236}">
                                <a16:creationId xmlns:a16="http://schemas.microsoft.com/office/drawing/2014/main" id="{1F5B85BF-DB5F-5807-556C-5D35F9F9A48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4" name="Rectangle 3">
                              <a:extLst>
                                <a:ext uri="{FF2B5EF4-FFF2-40B4-BE49-F238E27FC236}">
                                  <a16:creationId xmlns:a16="http://schemas.microsoft.com/office/drawing/2014/main" id="{7F147A33-7B06-1A41-FEF0-492168696E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5" name="Rectangle 4">
                              <a:extLst>
                                <a:ext uri="{FF2B5EF4-FFF2-40B4-BE49-F238E27FC236}">
                                  <a16:creationId xmlns:a16="http://schemas.microsoft.com/office/drawing/2014/main" id="{B77CAA29-9584-FFB0-F81E-EEE281CAD5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" name="Rectangle 5">
                              <a:extLst>
                                <a:ext uri="{FF2B5EF4-FFF2-40B4-BE49-F238E27FC236}">
                                  <a16:creationId xmlns:a16="http://schemas.microsoft.com/office/drawing/2014/main" id="{B9244D54-6B0F-B662-8C03-4661DEFA5C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" name="Rectangle 6">
                              <a:extLst>
                                <a:ext uri="{FF2B5EF4-FFF2-40B4-BE49-F238E27FC236}">
                                  <a16:creationId xmlns:a16="http://schemas.microsoft.com/office/drawing/2014/main" id="{4F480108-CBD4-7F72-9EFB-7915DA8C51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8" name="Rectangle 7">
                              <a:extLst>
                                <a:ext uri="{FF2B5EF4-FFF2-40B4-BE49-F238E27FC236}">
                                  <a16:creationId xmlns:a16="http://schemas.microsoft.com/office/drawing/2014/main" id="{65FE10D2-3107-7048-4551-E17821BE48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9" name="Rectangle 8">
                              <a:extLst>
                                <a:ext uri="{FF2B5EF4-FFF2-40B4-BE49-F238E27FC236}">
                                  <a16:creationId xmlns:a16="http://schemas.microsoft.com/office/drawing/2014/main" id="{7F2E5A33-3C5A-7150-41D4-2200F22D3E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" name="Rectangle 9">
                              <a:extLst>
                                <a:ext uri="{FF2B5EF4-FFF2-40B4-BE49-F238E27FC236}">
                                  <a16:creationId xmlns:a16="http://schemas.microsoft.com/office/drawing/2014/main" id="{766A414B-54AC-9BAA-102E-62F9531C900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" name="Rectangle 10">
                              <a:extLst>
                                <a:ext uri="{FF2B5EF4-FFF2-40B4-BE49-F238E27FC236}">
                                  <a16:creationId xmlns:a16="http://schemas.microsoft.com/office/drawing/2014/main" id="{5D8AB5A2-0E46-3B65-51C5-F420D6C91C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2" name="Rectangle 11">
                              <a:extLst>
                                <a:ext uri="{FF2B5EF4-FFF2-40B4-BE49-F238E27FC236}">
                                  <a16:creationId xmlns:a16="http://schemas.microsoft.com/office/drawing/2014/main" id="{CED0AB37-D245-CE1E-F2C3-33C6B1695A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3" name="Rectangle 12">
                              <a:extLst>
                                <a:ext uri="{FF2B5EF4-FFF2-40B4-BE49-F238E27FC236}">
                                  <a16:creationId xmlns:a16="http://schemas.microsoft.com/office/drawing/2014/main" id="{2486B88A-211D-6E6A-1535-DBA34D336D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588" name="Group 587">
                            <a:extLst>
                              <a:ext uri="{FF2B5EF4-FFF2-40B4-BE49-F238E27FC236}">
                                <a16:creationId xmlns:a16="http://schemas.microsoft.com/office/drawing/2014/main" id="{5EB1730E-2ECE-F018-9B2D-C96CCAD81E0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589" name="Rectangle 588">
                              <a:extLst>
                                <a:ext uri="{FF2B5EF4-FFF2-40B4-BE49-F238E27FC236}">
                                  <a16:creationId xmlns:a16="http://schemas.microsoft.com/office/drawing/2014/main" id="{03664F52-200D-3A24-F689-E097EFF025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590" name="Rectangle 589">
                              <a:extLst>
                                <a:ext uri="{FF2B5EF4-FFF2-40B4-BE49-F238E27FC236}">
                                  <a16:creationId xmlns:a16="http://schemas.microsoft.com/office/drawing/2014/main" id="{D7CB27A6-7B29-63FA-87DF-C85AC5E59F2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591" name="Rectangle 590">
                              <a:extLst>
                                <a:ext uri="{FF2B5EF4-FFF2-40B4-BE49-F238E27FC236}">
                                  <a16:creationId xmlns:a16="http://schemas.microsoft.com/office/drawing/2014/main" id="{10F3FAAA-99F5-1569-46F2-C747758186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592" name="Rectangle 591">
                              <a:extLst>
                                <a:ext uri="{FF2B5EF4-FFF2-40B4-BE49-F238E27FC236}">
                                  <a16:creationId xmlns:a16="http://schemas.microsoft.com/office/drawing/2014/main" id="{E57AC435-3D05-DD4B-0129-76D3A05164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593" name="Rectangle 592">
                              <a:extLst>
                                <a:ext uri="{FF2B5EF4-FFF2-40B4-BE49-F238E27FC236}">
                                  <a16:creationId xmlns:a16="http://schemas.microsoft.com/office/drawing/2014/main" id="{D0BD8737-9875-7EDD-7F73-1A940B6205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594" name="Rectangle 593">
                              <a:extLst>
                                <a:ext uri="{FF2B5EF4-FFF2-40B4-BE49-F238E27FC236}">
                                  <a16:creationId xmlns:a16="http://schemas.microsoft.com/office/drawing/2014/main" id="{2C51C324-0FDA-7B26-A706-6F488B0385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595" name="Rectangle 594">
                              <a:extLst>
                                <a:ext uri="{FF2B5EF4-FFF2-40B4-BE49-F238E27FC236}">
                                  <a16:creationId xmlns:a16="http://schemas.microsoft.com/office/drawing/2014/main" id="{43C01EEC-284B-2AD5-B09F-118C8E6E9F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596" name="Rectangle 595">
                              <a:extLst>
                                <a:ext uri="{FF2B5EF4-FFF2-40B4-BE49-F238E27FC236}">
                                  <a16:creationId xmlns:a16="http://schemas.microsoft.com/office/drawing/2014/main" id="{D572FE49-9540-390B-4F04-3E879D878B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597" name="Rectangle 596">
                              <a:extLst>
                                <a:ext uri="{FF2B5EF4-FFF2-40B4-BE49-F238E27FC236}">
                                  <a16:creationId xmlns:a16="http://schemas.microsoft.com/office/drawing/2014/main" id="{CCA3ECDB-EBA4-2299-21C1-333970C0B9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598" name="Rectangle 597">
                              <a:extLst>
                                <a:ext uri="{FF2B5EF4-FFF2-40B4-BE49-F238E27FC236}">
                                  <a16:creationId xmlns:a16="http://schemas.microsoft.com/office/drawing/2014/main" id="{D4CC54A2-37FD-4ED8-28DB-4ECFA068A0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  <p:grpSp>
                      <p:nvGrpSpPr>
                        <p:cNvPr id="600" name="Group 599">
                          <a:extLst>
                            <a:ext uri="{FF2B5EF4-FFF2-40B4-BE49-F238E27FC236}">
                              <a16:creationId xmlns:a16="http://schemas.microsoft.com/office/drawing/2014/main" id="{5D768426-E470-9106-7644-1AAE3CACBE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01" name="Group 600">
                            <a:extLst>
                              <a:ext uri="{FF2B5EF4-FFF2-40B4-BE49-F238E27FC236}">
                                <a16:creationId xmlns:a16="http://schemas.microsoft.com/office/drawing/2014/main" id="{6BE4D1C1-80CF-BD00-FF86-7DEC420BFD4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13" name="Rectangle 612">
                              <a:extLst>
                                <a:ext uri="{FF2B5EF4-FFF2-40B4-BE49-F238E27FC236}">
                                  <a16:creationId xmlns:a16="http://schemas.microsoft.com/office/drawing/2014/main" id="{02F0626C-4F56-E84D-D433-6E9B2BA4F1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14" name="Rectangle 613">
                              <a:extLst>
                                <a:ext uri="{FF2B5EF4-FFF2-40B4-BE49-F238E27FC236}">
                                  <a16:creationId xmlns:a16="http://schemas.microsoft.com/office/drawing/2014/main" id="{CB374EF5-1E1E-5D63-2601-AF8CDD3116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15" name="Rectangle 614">
                              <a:extLst>
                                <a:ext uri="{FF2B5EF4-FFF2-40B4-BE49-F238E27FC236}">
                                  <a16:creationId xmlns:a16="http://schemas.microsoft.com/office/drawing/2014/main" id="{0DA9E324-4289-28FD-7784-B7D95341D8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16" name="Rectangle 615">
                              <a:extLst>
                                <a:ext uri="{FF2B5EF4-FFF2-40B4-BE49-F238E27FC236}">
                                  <a16:creationId xmlns:a16="http://schemas.microsoft.com/office/drawing/2014/main" id="{367E5D94-8169-286C-D87D-ADE7BF0634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17" name="Rectangle 616">
                              <a:extLst>
                                <a:ext uri="{FF2B5EF4-FFF2-40B4-BE49-F238E27FC236}">
                                  <a16:creationId xmlns:a16="http://schemas.microsoft.com/office/drawing/2014/main" id="{948D5615-EA49-9F61-F360-4ADA539FFC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18" name="Rectangle 617">
                              <a:extLst>
                                <a:ext uri="{FF2B5EF4-FFF2-40B4-BE49-F238E27FC236}">
                                  <a16:creationId xmlns:a16="http://schemas.microsoft.com/office/drawing/2014/main" id="{83EF5850-C61B-3C39-3FBD-60B1338EAF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19" name="Rectangle 618">
                              <a:extLst>
                                <a:ext uri="{FF2B5EF4-FFF2-40B4-BE49-F238E27FC236}">
                                  <a16:creationId xmlns:a16="http://schemas.microsoft.com/office/drawing/2014/main" id="{6539BF1B-E35D-58D4-8FC7-DB9497188E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20" name="Rectangle 619">
                              <a:extLst>
                                <a:ext uri="{FF2B5EF4-FFF2-40B4-BE49-F238E27FC236}">
                                  <a16:creationId xmlns:a16="http://schemas.microsoft.com/office/drawing/2014/main" id="{46859747-115D-80F1-3283-01FC018A50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21" name="Rectangle 620">
                              <a:extLst>
                                <a:ext uri="{FF2B5EF4-FFF2-40B4-BE49-F238E27FC236}">
                                  <a16:creationId xmlns:a16="http://schemas.microsoft.com/office/drawing/2014/main" id="{3708718D-C5D1-773B-AB6D-5F9945B68E6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22" name="Rectangle 621">
                              <a:extLst>
                                <a:ext uri="{FF2B5EF4-FFF2-40B4-BE49-F238E27FC236}">
                                  <a16:creationId xmlns:a16="http://schemas.microsoft.com/office/drawing/2014/main" id="{DEB61CB4-A35C-2FD3-5481-139BDE566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602" name="Group 601">
                            <a:extLst>
                              <a:ext uri="{FF2B5EF4-FFF2-40B4-BE49-F238E27FC236}">
                                <a16:creationId xmlns:a16="http://schemas.microsoft.com/office/drawing/2014/main" id="{80A72019-89E8-B489-22CA-1603A7F56B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03" name="Rectangle 602">
                              <a:extLst>
                                <a:ext uri="{FF2B5EF4-FFF2-40B4-BE49-F238E27FC236}">
                                  <a16:creationId xmlns:a16="http://schemas.microsoft.com/office/drawing/2014/main" id="{EDD147DC-F7E3-EDDB-13A4-08872DA153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04" name="Rectangle 603">
                              <a:extLst>
                                <a:ext uri="{FF2B5EF4-FFF2-40B4-BE49-F238E27FC236}">
                                  <a16:creationId xmlns:a16="http://schemas.microsoft.com/office/drawing/2014/main" id="{9DC6AFE9-D92D-01F6-A5AE-B0CCB10497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05" name="Rectangle 604">
                              <a:extLst>
                                <a:ext uri="{FF2B5EF4-FFF2-40B4-BE49-F238E27FC236}">
                                  <a16:creationId xmlns:a16="http://schemas.microsoft.com/office/drawing/2014/main" id="{A28AC46F-DB24-9B71-2033-39EED5EAC4A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06" name="Rectangle 605">
                              <a:extLst>
                                <a:ext uri="{FF2B5EF4-FFF2-40B4-BE49-F238E27FC236}">
                                  <a16:creationId xmlns:a16="http://schemas.microsoft.com/office/drawing/2014/main" id="{4E6B582E-8800-0105-23B1-7ABF857000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07" name="Rectangle 606">
                              <a:extLst>
                                <a:ext uri="{FF2B5EF4-FFF2-40B4-BE49-F238E27FC236}">
                                  <a16:creationId xmlns:a16="http://schemas.microsoft.com/office/drawing/2014/main" id="{411874B1-7F71-DC18-6DD5-D2517C7198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08" name="Rectangle 607">
                              <a:extLst>
                                <a:ext uri="{FF2B5EF4-FFF2-40B4-BE49-F238E27FC236}">
                                  <a16:creationId xmlns:a16="http://schemas.microsoft.com/office/drawing/2014/main" id="{536C325A-0FCB-966B-8A60-1F974168B6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09" name="Rectangle 608">
                              <a:extLst>
                                <a:ext uri="{FF2B5EF4-FFF2-40B4-BE49-F238E27FC236}">
                                  <a16:creationId xmlns:a16="http://schemas.microsoft.com/office/drawing/2014/main" id="{1EF780A1-2F72-40C6-0882-E7FF53F0D2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10" name="Rectangle 609">
                              <a:extLst>
                                <a:ext uri="{FF2B5EF4-FFF2-40B4-BE49-F238E27FC236}">
                                  <a16:creationId xmlns:a16="http://schemas.microsoft.com/office/drawing/2014/main" id="{3ADE2C80-5C20-A5A2-3202-7870E718ED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11" name="Rectangle 610">
                              <a:extLst>
                                <a:ext uri="{FF2B5EF4-FFF2-40B4-BE49-F238E27FC236}">
                                  <a16:creationId xmlns:a16="http://schemas.microsoft.com/office/drawing/2014/main" id="{2A03B1A9-D10D-2DEA-B6AA-272C6F57FE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12" name="Rectangle 611">
                              <a:extLst>
                                <a:ext uri="{FF2B5EF4-FFF2-40B4-BE49-F238E27FC236}">
                                  <a16:creationId xmlns:a16="http://schemas.microsoft.com/office/drawing/2014/main" id="{9C022667-98DA-6AAD-8309-CB75C227E72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624" name="Group 623">
                        <a:extLst>
                          <a:ext uri="{FF2B5EF4-FFF2-40B4-BE49-F238E27FC236}">
                            <a16:creationId xmlns:a16="http://schemas.microsoft.com/office/drawing/2014/main" id="{7F3C920A-DDC1-5DC8-9416-38F8B9EA8DC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625" name="Group 624">
                          <a:extLst>
                            <a:ext uri="{FF2B5EF4-FFF2-40B4-BE49-F238E27FC236}">
                              <a16:creationId xmlns:a16="http://schemas.microsoft.com/office/drawing/2014/main" id="{162882B1-65B3-295F-FF25-3D1E2C0F659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649" name="Group 648">
                            <a:extLst>
                              <a:ext uri="{FF2B5EF4-FFF2-40B4-BE49-F238E27FC236}">
                                <a16:creationId xmlns:a16="http://schemas.microsoft.com/office/drawing/2014/main" id="{80AB5709-B297-7E7B-789B-59151970916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61" name="Rectangle 660">
                              <a:extLst>
                                <a:ext uri="{FF2B5EF4-FFF2-40B4-BE49-F238E27FC236}">
                                  <a16:creationId xmlns:a16="http://schemas.microsoft.com/office/drawing/2014/main" id="{F8C51DC0-856D-B7B9-7DFB-C05BE050FE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62" name="Rectangle 661">
                              <a:extLst>
                                <a:ext uri="{FF2B5EF4-FFF2-40B4-BE49-F238E27FC236}">
                                  <a16:creationId xmlns:a16="http://schemas.microsoft.com/office/drawing/2014/main" id="{C9B6791E-23DE-9ABA-5DCD-39EEB300A9A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63" name="Rectangle 662">
                              <a:extLst>
                                <a:ext uri="{FF2B5EF4-FFF2-40B4-BE49-F238E27FC236}">
                                  <a16:creationId xmlns:a16="http://schemas.microsoft.com/office/drawing/2014/main" id="{85753198-99C1-2583-59CD-6C63E2BB041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64" name="Rectangle 663">
                              <a:extLst>
                                <a:ext uri="{FF2B5EF4-FFF2-40B4-BE49-F238E27FC236}">
                                  <a16:creationId xmlns:a16="http://schemas.microsoft.com/office/drawing/2014/main" id="{D3AADB1B-C005-F13B-F1F2-DC281F39F0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65" name="Rectangle 664">
                              <a:extLst>
                                <a:ext uri="{FF2B5EF4-FFF2-40B4-BE49-F238E27FC236}">
                                  <a16:creationId xmlns:a16="http://schemas.microsoft.com/office/drawing/2014/main" id="{D7EEBB86-9E6E-5F9D-7ED2-418E926E4D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66" name="Rectangle 665">
                              <a:extLst>
                                <a:ext uri="{FF2B5EF4-FFF2-40B4-BE49-F238E27FC236}">
                                  <a16:creationId xmlns:a16="http://schemas.microsoft.com/office/drawing/2014/main" id="{3C247294-F21E-AB26-EA2A-B58193146A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67" name="Rectangle 666">
                              <a:extLst>
                                <a:ext uri="{FF2B5EF4-FFF2-40B4-BE49-F238E27FC236}">
                                  <a16:creationId xmlns:a16="http://schemas.microsoft.com/office/drawing/2014/main" id="{03FF539D-70C8-3ABB-8A95-E6F33F9D38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68" name="Rectangle 667">
                              <a:extLst>
                                <a:ext uri="{FF2B5EF4-FFF2-40B4-BE49-F238E27FC236}">
                                  <a16:creationId xmlns:a16="http://schemas.microsoft.com/office/drawing/2014/main" id="{6AE36FBB-E538-266D-E19D-931A5A53AE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69" name="Rectangle 668">
                              <a:extLst>
                                <a:ext uri="{FF2B5EF4-FFF2-40B4-BE49-F238E27FC236}">
                                  <a16:creationId xmlns:a16="http://schemas.microsoft.com/office/drawing/2014/main" id="{738F7CA9-E68E-2D05-5129-2A5D5B6330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70" name="Rectangle 669">
                              <a:extLst>
                                <a:ext uri="{FF2B5EF4-FFF2-40B4-BE49-F238E27FC236}">
                                  <a16:creationId xmlns:a16="http://schemas.microsoft.com/office/drawing/2014/main" id="{62B766E4-4DCA-0D10-4FF3-F5FF4E54BB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650" name="Group 649">
                            <a:extLst>
                              <a:ext uri="{FF2B5EF4-FFF2-40B4-BE49-F238E27FC236}">
                                <a16:creationId xmlns:a16="http://schemas.microsoft.com/office/drawing/2014/main" id="{0B285DBF-6F30-62F3-A768-D5501CCC7C6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51" name="Rectangle 650">
                              <a:extLst>
                                <a:ext uri="{FF2B5EF4-FFF2-40B4-BE49-F238E27FC236}">
                                  <a16:creationId xmlns:a16="http://schemas.microsoft.com/office/drawing/2014/main" id="{7AB1F600-411B-2ED4-DB8D-736F9EC460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52" name="Rectangle 651">
                              <a:extLst>
                                <a:ext uri="{FF2B5EF4-FFF2-40B4-BE49-F238E27FC236}">
                                  <a16:creationId xmlns:a16="http://schemas.microsoft.com/office/drawing/2014/main" id="{D0115692-56D5-57B3-DD99-F9F140B7DB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53" name="Rectangle 652">
                              <a:extLst>
                                <a:ext uri="{FF2B5EF4-FFF2-40B4-BE49-F238E27FC236}">
                                  <a16:creationId xmlns:a16="http://schemas.microsoft.com/office/drawing/2014/main" id="{F7A9B62E-C14F-6444-29FB-C8628E150D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54" name="Rectangle 653">
                              <a:extLst>
                                <a:ext uri="{FF2B5EF4-FFF2-40B4-BE49-F238E27FC236}">
                                  <a16:creationId xmlns:a16="http://schemas.microsoft.com/office/drawing/2014/main" id="{71B7A3C5-F437-DBBD-1A06-5ADC65F402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55" name="Rectangle 654">
                              <a:extLst>
                                <a:ext uri="{FF2B5EF4-FFF2-40B4-BE49-F238E27FC236}">
                                  <a16:creationId xmlns:a16="http://schemas.microsoft.com/office/drawing/2014/main" id="{FCF3A1A3-E4B4-6260-C01D-6BD82D2A8B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56" name="Rectangle 655">
                              <a:extLst>
                                <a:ext uri="{FF2B5EF4-FFF2-40B4-BE49-F238E27FC236}">
                                  <a16:creationId xmlns:a16="http://schemas.microsoft.com/office/drawing/2014/main" id="{6A6F9F00-6A4B-7DCE-6726-DA077988F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57" name="Rectangle 656">
                              <a:extLst>
                                <a:ext uri="{FF2B5EF4-FFF2-40B4-BE49-F238E27FC236}">
                                  <a16:creationId xmlns:a16="http://schemas.microsoft.com/office/drawing/2014/main" id="{C9E7CC88-7244-5825-D8E9-445688A1A7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58" name="Rectangle 657">
                              <a:extLst>
                                <a:ext uri="{FF2B5EF4-FFF2-40B4-BE49-F238E27FC236}">
                                  <a16:creationId xmlns:a16="http://schemas.microsoft.com/office/drawing/2014/main" id="{5D53AF13-56DE-8531-507E-09A1057B993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59" name="Rectangle 658">
                              <a:extLst>
                                <a:ext uri="{FF2B5EF4-FFF2-40B4-BE49-F238E27FC236}">
                                  <a16:creationId xmlns:a16="http://schemas.microsoft.com/office/drawing/2014/main" id="{47D2E188-64C3-1BF0-A1FA-47E3C89568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60" name="Rectangle 659">
                              <a:extLst>
                                <a:ext uri="{FF2B5EF4-FFF2-40B4-BE49-F238E27FC236}">
                                  <a16:creationId xmlns:a16="http://schemas.microsoft.com/office/drawing/2014/main" id="{E9D4752D-7767-C3A7-5700-6347274AFB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  <p:grpSp>
                      <p:nvGrpSpPr>
                        <p:cNvPr id="626" name="Group 625">
                          <a:extLst>
                            <a:ext uri="{FF2B5EF4-FFF2-40B4-BE49-F238E27FC236}">
                              <a16:creationId xmlns:a16="http://schemas.microsoft.com/office/drawing/2014/main" id="{3BF0FA13-911E-FBE1-2186-79B4215305D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27" name="Group 626">
                            <a:extLst>
                              <a:ext uri="{FF2B5EF4-FFF2-40B4-BE49-F238E27FC236}">
                                <a16:creationId xmlns:a16="http://schemas.microsoft.com/office/drawing/2014/main" id="{BCC54E76-8E88-A628-5867-F388EFBE904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39" name="Rectangle 638">
                              <a:extLst>
                                <a:ext uri="{FF2B5EF4-FFF2-40B4-BE49-F238E27FC236}">
                                  <a16:creationId xmlns:a16="http://schemas.microsoft.com/office/drawing/2014/main" id="{19E352FC-806E-C91D-4F29-19C63D94A5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40" name="Rectangle 639">
                              <a:extLst>
                                <a:ext uri="{FF2B5EF4-FFF2-40B4-BE49-F238E27FC236}">
                                  <a16:creationId xmlns:a16="http://schemas.microsoft.com/office/drawing/2014/main" id="{67C25DBA-9A52-EB67-34A2-332A1EE000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41" name="Rectangle 640">
                              <a:extLst>
                                <a:ext uri="{FF2B5EF4-FFF2-40B4-BE49-F238E27FC236}">
                                  <a16:creationId xmlns:a16="http://schemas.microsoft.com/office/drawing/2014/main" id="{647127C4-E881-7716-8EA1-7298E13371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42" name="Rectangle 641">
                              <a:extLst>
                                <a:ext uri="{FF2B5EF4-FFF2-40B4-BE49-F238E27FC236}">
                                  <a16:creationId xmlns:a16="http://schemas.microsoft.com/office/drawing/2014/main" id="{8780F3EA-EED1-8E0B-511B-0EAC48EA8A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43" name="Rectangle 642">
                              <a:extLst>
                                <a:ext uri="{FF2B5EF4-FFF2-40B4-BE49-F238E27FC236}">
                                  <a16:creationId xmlns:a16="http://schemas.microsoft.com/office/drawing/2014/main" id="{CBEFBD79-983A-18AD-9CF3-F5870AB714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44" name="Rectangle 643">
                              <a:extLst>
                                <a:ext uri="{FF2B5EF4-FFF2-40B4-BE49-F238E27FC236}">
                                  <a16:creationId xmlns:a16="http://schemas.microsoft.com/office/drawing/2014/main" id="{E3099D71-3279-BC7A-03BD-1CA8A99622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45" name="Rectangle 644">
                              <a:extLst>
                                <a:ext uri="{FF2B5EF4-FFF2-40B4-BE49-F238E27FC236}">
                                  <a16:creationId xmlns:a16="http://schemas.microsoft.com/office/drawing/2014/main" id="{22E216B6-33F6-553F-1255-D5C29B64CB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46" name="Rectangle 645">
                              <a:extLst>
                                <a:ext uri="{FF2B5EF4-FFF2-40B4-BE49-F238E27FC236}">
                                  <a16:creationId xmlns:a16="http://schemas.microsoft.com/office/drawing/2014/main" id="{77A2EC52-5FCE-0627-1C77-46FC5E5B5C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47" name="Rectangle 646">
                              <a:extLst>
                                <a:ext uri="{FF2B5EF4-FFF2-40B4-BE49-F238E27FC236}">
                                  <a16:creationId xmlns:a16="http://schemas.microsoft.com/office/drawing/2014/main" id="{B0F9725F-50CE-1A8A-9667-1CE92AA071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48" name="Rectangle 647">
                              <a:extLst>
                                <a:ext uri="{FF2B5EF4-FFF2-40B4-BE49-F238E27FC236}">
                                  <a16:creationId xmlns:a16="http://schemas.microsoft.com/office/drawing/2014/main" id="{6E3854CA-B513-EBD0-89B3-A6448C1D9B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628" name="Group 627">
                            <a:extLst>
                              <a:ext uri="{FF2B5EF4-FFF2-40B4-BE49-F238E27FC236}">
                                <a16:creationId xmlns:a16="http://schemas.microsoft.com/office/drawing/2014/main" id="{23A6AF0D-CD9B-3D39-52DC-B2E247F87E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29" name="Rectangle 628">
                              <a:extLst>
                                <a:ext uri="{FF2B5EF4-FFF2-40B4-BE49-F238E27FC236}">
                                  <a16:creationId xmlns:a16="http://schemas.microsoft.com/office/drawing/2014/main" id="{F76CEB1C-8108-A6EA-C82C-920C5C9B68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30" name="Rectangle 629">
                              <a:extLst>
                                <a:ext uri="{FF2B5EF4-FFF2-40B4-BE49-F238E27FC236}">
                                  <a16:creationId xmlns:a16="http://schemas.microsoft.com/office/drawing/2014/main" id="{E93E1EDA-1714-7936-F315-2CD105B534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31" name="Rectangle 630">
                              <a:extLst>
                                <a:ext uri="{FF2B5EF4-FFF2-40B4-BE49-F238E27FC236}">
                                  <a16:creationId xmlns:a16="http://schemas.microsoft.com/office/drawing/2014/main" id="{7A71B4B6-DD06-C572-8716-AA1DDC2DF4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32" name="Rectangle 631">
                              <a:extLst>
                                <a:ext uri="{FF2B5EF4-FFF2-40B4-BE49-F238E27FC236}">
                                  <a16:creationId xmlns:a16="http://schemas.microsoft.com/office/drawing/2014/main" id="{5D06244A-6D95-011F-9DD8-4306FCA284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33" name="Rectangle 632">
                              <a:extLst>
                                <a:ext uri="{FF2B5EF4-FFF2-40B4-BE49-F238E27FC236}">
                                  <a16:creationId xmlns:a16="http://schemas.microsoft.com/office/drawing/2014/main" id="{1A7C45DE-815A-5288-2782-C28940DC077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34" name="Rectangle 633">
                              <a:extLst>
                                <a:ext uri="{FF2B5EF4-FFF2-40B4-BE49-F238E27FC236}">
                                  <a16:creationId xmlns:a16="http://schemas.microsoft.com/office/drawing/2014/main" id="{32FDE1B0-1AD0-0BED-B877-C6C811B551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35" name="Rectangle 634">
                              <a:extLst>
                                <a:ext uri="{FF2B5EF4-FFF2-40B4-BE49-F238E27FC236}">
                                  <a16:creationId xmlns:a16="http://schemas.microsoft.com/office/drawing/2014/main" id="{71E8B7B6-6BCB-0457-91F2-D5264D2683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36" name="Rectangle 635">
                              <a:extLst>
                                <a:ext uri="{FF2B5EF4-FFF2-40B4-BE49-F238E27FC236}">
                                  <a16:creationId xmlns:a16="http://schemas.microsoft.com/office/drawing/2014/main" id="{D3EB2C8E-9A45-1E56-FD74-8DD47E118B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37" name="Rectangle 636">
                              <a:extLst>
                                <a:ext uri="{FF2B5EF4-FFF2-40B4-BE49-F238E27FC236}">
                                  <a16:creationId xmlns:a16="http://schemas.microsoft.com/office/drawing/2014/main" id="{DA708BAE-8779-7D87-311A-0E9ACBC710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38" name="Rectangle 637">
                              <a:extLst>
                                <a:ext uri="{FF2B5EF4-FFF2-40B4-BE49-F238E27FC236}">
                                  <a16:creationId xmlns:a16="http://schemas.microsoft.com/office/drawing/2014/main" id="{7504F593-70DE-189E-FF43-EE382355B5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672" name="Group 671">
                      <a:extLst>
                        <a:ext uri="{FF2B5EF4-FFF2-40B4-BE49-F238E27FC236}">
                          <a16:creationId xmlns:a16="http://schemas.microsoft.com/office/drawing/2014/main" id="{EFF6D263-A5D8-9233-5AF7-5119ED725B2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673" name="Group 672">
                        <a:extLst>
                          <a:ext uri="{FF2B5EF4-FFF2-40B4-BE49-F238E27FC236}">
                            <a16:creationId xmlns:a16="http://schemas.microsoft.com/office/drawing/2014/main" id="{A2CB8A94-6D61-3FDB-A5DF-DEE0862947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721" name="Group 720">
                          <a:extLst>
                            <a:ext uri="{FF2B5EF4-FFF2-40B4-BE49-F238E27FC236}">
                              <a16:creationId xmlns:a16="http://schemas.microsoft.com/office/drawing/2014/main" id="{1AA6C8C9-1D03-E362-8361-0E22D89AB44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745" name="Group 744">
                            <a:extLst>
                              <a:ext uri="{FF2B5EF4-FFF2-40B4-BE49-F238E27FC236}">
                                <a16:creationId xmlns:a16="http://schemas.microsoft.com/office/drawing/2014/main" id="{162784D2-E17B-95E7-B8D8-4686E48E30B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57" name="Rectangle 756">
                              <a:extLst>
                                <a:ext uri="{FF2B5EF4-FFF2-40B4-BE49-F238E27FC236}">
                                  <a16:creationId xmlns:a16="http://schemas.microsoft.com/office/drawing/2014/main" id="{437CEEB8-2046-315C-EC55-234B258FA5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58" name="Rectangle 757">
                              <a:extLst>
                                <a:ext uri="{FF2B5EF4-FFF2-40B4-BE49-F238E27FC236}">
                                  <a16:creationId xmlns:a16="http://schemas.microsoft.com/office/drawing/2014/main" id="{511C4935-F598-CB44-2B51-77A3C30E40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59" name="Rectangle 758">
                              <a:extLst>
                                <a:ext uri="{FF2B5EF4-FFF2-40B4-BE49-F238E27FC236}">
                                  <a16:creationId xmlns:a16="http://schemas.microsoft.com/office/drawing/2014/main" id="{09A8BA3F-6C41-33BD-D751-0637B01BBD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60" name="Rectangle 759">
                              <a:extLst>
                                <a:ext uri="{FF2B5EF4-FFF2-40B4-BE49-F238E27FC236}">
                                  <a16:creationId xmlns:a16="http://schemas.microsoft.com/office/drawing/2014/main" id="{271EB280-F5DD-63A0-8665-05D615E063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61" name="Rectangle 760">
                              <a:extLst>
                                <a:ext uri="{FF2B5EF4-FFF2-40B4-BE49-F238E27FC236}">
                                  <a16:creationId xmlns:a16="http://schemas.microsoft.com/office/drawing/2014/main" id="{06E8431F-15DD-72EA-753E-0021A9BCAE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62" name="Rectangle 761">
                              <a:extLst>
                                <a:ext uri="{FF2B5EF4-FFF2-40B4-BE49-F238E27FC236}">
                                  <a16:creationId xmlns:a16="http://schemas.microsoft.com/office/drawing/2014/main" id="{0B2EA351-510A-6F6F-AE42-45F01F5F2A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63" name="Rectangle 762">
                              <a:extLst>
                                <a:ext uri="{FF2B5EF4-FFF2-40B4-BE49-F238E27FC236}">
                                  <a16:creationId xmlns:a16="http://schemas.microsoft.com/office/drawing/2014/main" id="{53D478CB-0327-DF57-0571-BFCFDE8E52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64" name="Rectangle 763">
                              <a:extLst>
                                <a:ext uri="{FF2B5EF4-FFF2-40B4-BE49-F238E27FC236}">
                                  <a16:creationId xmlns:a16="http://schemas.microsoft.com/office/drawing/2014/main" id="{ACD279E5-D2A1-C270-0375-9D0E1051D8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65" name="Rectangle 764">
                              <a:extLst>
                                <a:ext uri="{FF2B5EF4-FFF2-40B4-BE49-F238E27FC236}">
                                  <a16:creationId xmlns:a16="http://schemas.microsoft.com/office/drawing/2014/main" id="{6A93AC42-73F3-C627-A423-1BBC862F8F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66" name="Rectangle 765">
                              <a:extLst>
                                <a:ext uri="{FF2B5EF4-FFF2-40B4-BE49-F238E27FC236}">
                                  <a16:creationId xmlns:a16="http://schemas.microsoft.com/office/drawing/2014/main" id="{B4A13B50-FC7B-00BE-3AE4-167D2C388D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746" name="Group 745">
                            <a:extLst>
                              <a:ext uri="{FF2B5EF4-FFF2-40B4-BE49-F238E27FC236}">
                                <a16:creationId xmlns:a16="http://schemas.microsoft.com/office/drawing/2014/main" id="{670FB39C-87D3-6240-233E-885051B537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47" name="Rectangle 746">
                              <a:extLst>
                                <a:ext uri="{FF2B5EF4-FFF2-40B4-BE49-F238E27FC236}">
                                  <a16:creationId xmlns:a16="http://schemas.microsoft.com/office/drawing/2014/main" id="{203CDEB6-50AE-F91F-B951-9B905DE3A4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48" name="Rectangle 747">
                              <a:extLst>
                                <a:ext uri="{FF2B5EF4-FFF2-40B4-BE49-F238E27FC236}">
                                  <a16:creationId xmlns:a16="http://schemas.microsoft.com/office/drawing/2014/main" id="{21474189-AB58-9171-35AD-3ED5B38FFB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49" name="Rectangle 748">
                              <a:extLst>
                                <a:ext uri="{FF2B5EF4-FFF2-40B4-BE49-F238E27FC236}">
                                  <a16:creationId xmlns:a16="http://schemas.microsoft.com/office/drawing/2014/main" id="{1DCD6417-AC66-FA13-F5DE-7C5CB5B056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50" name="Rectangle 749">
                              <a:extLst>
                                <a:ext uri="{FF2B5EF4-FFF2-40B4-BE49-F238E27FC236}">
                                  <a16:creationId xmlns:a16="http://schemas.microsoft.com/office/drawing/2014/main" id="{EBBC559D-B1E3-87D1-A7C5-0BE0443221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51" name="Rectangle 750">
                              <a:extLst>
                                <a:ext uri="{FF2B5EF4-FFF2-40B4-BE49-F238E27FC236}">
                                  <a16:creationId xmlns:a16="http://schemas.microsoft.com/office/drawing/2014/main" id="{37D61DB9-1246-D597-44A1-4C670B9D6D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52" name="Rectangle 751">
                              <a:extLst>
                                <a:ext uri="{FF2B5EF4-FFF2-40B4-BE49-F238E27FC236}">
                                  <a16:creationId xmlns:a16="http://schemas.microsoft.com/office/drawing/2014/main" id="{61935E93-4AB8-1882-8C05-77A6AA356C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53" name="Rectangle 752">
                              <a:extLst>
                                <a:ext uri="{FF2B5EF4-FFF2-40B4-BE49-F238E27FC236}">
                                  <a16:creationId xmlns:a16="http://schemas.microsoft.com/office/drawing/2014/main" id="{16A21676-2009-5CF9-93AB-618B327848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54" name="Rectangle 753">
                              <a:extLst>
                                <a:ext uri="{FF2B5EF4-FFF2-40B4-BE49-F238E27FC236}">
                                  <a16:creationId xmlns:a16="http://schemas.microsoft.com/office/drawing/2014/main" id="{7F85F3C4-4A0C-4DDC-C7CC-7358BFAFED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55" name="Rectangle 754">
                              <a:extLst>
                                <a:ext uri="{FF2B5EF4-FFF2-40B4-BE49-F238E27FC236}">
                                  <a16:creationId xmlns:a16="http://schemas.microsoft.com/office/drawing/2014/main" id="{A823D28E-33C3-B9A1-D3EA-2C4B3E76E3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56" name="Rectangle 755">
                              <a:extLst>
                                <a:ext uri="{FF2B5EF4-FFF2-40B4-BE49-F238E27FC236}">
                                  <a16:creationId xmlns:a16="http://schemas.microsoft.com/office/drawing/2014/main" id="{A95B39D8-CEB3-28D2-725C-83509551E1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  <p:grpSp>
                      <p:nvGrpSpPr>
                        <p:cNvPr id="722" name="Group 721">
                          <a:extLst>
                            <a:ext uri="{FF2B5EF4-FFF2-40B4-BE49-F238E27FC236}">
                              <a16:creationId xmlns:a16="http://schemas.microsoft.com/office/drawing/2014/main" id="{34227C40-0C1E-24E7-074E-14F3C80743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723" name="Group 722">
                            <a:extLst>
                              <a:ext uri="{FF2B5EF4-FFF2-40B4-BE49-F238E27FC236}">
                                <a16:creationId xmlns:a16="http://schemas.microsoft.com/office/drawing/2014/main" id="{308C883B-A5CB-8709-F909-FD6D6E241F9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35" name="Rectangle 734">
                              <a:extLst>
                                <a:ext uri="{FF2B5EF4-FFF2-40B4-BE49-F238E27FC236}">
                                  <a16:creationId xmlns:a16="http://schemas.microsoft.com/office/drawing/2014/main" id="{2E3E72B9-C8BA-BAA5-1AC9-868745A305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36" name="Rectangle 735">
                              <a:extLst>
                                <a:ext uri="{FF2B5EF4-FFF2-40B4-BE49-F238E27FC236}">
                                  <a16:creationId xmlns:a16="http://schemas.microsoft.com/office/drawing/2014/main" id="{F9B3C592-8CDB-BEC4-D281-8BA044B119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37" name="Rectangle 736">
                              <a:extLst>
                                <a:ext uri="{FF2B5EF4-FFF2-40B4-BE49-F238E27FC236}">
                                  <a16:creationId xmlns:a16="http://schemas.microsoft.com/office/drawing/2014/main" id="{3CFE07C3-764D-A2DA-B158-F9814BA103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38" name="Rectangle 737">
                              <a:extLst>
                                <a:ext uri="{FF2B5EF4-FFF2-40B4-BE49-F238E27FC236}">
                                  <a16:creationId xmlns:a16="http://schemas.microsoft.com/office/drawing/2014/main" id="{6A9DC2C7-A782-746D-A366-85EF91699E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39" name="Rectangle 738">
                              <a:extLst>
                                <a:ext uri="{FF2B5EF4-FFF2-40B4-BE49-F238E27FC236}">
                                  <a16:creationId xmlns:a16="http://schemas.microsoft.com/office/drawing/2014/main" id="{8924328C-1A46-B063-959D-BA76B83BFB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40" name="Rectangle 739">
                              <a:extLst>
                                <a:ext uri="{FF2B5EF4-FFF2-40B4-BE49-F238E27FC236}">
                                  <a16:creationId xmlns:a16="http://schemas.microsoft.com/office/drawing/2014/main" id="{AF9D6E08-921D-4CB1-6E4C-F4DD727E4A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41" name="Rectangle 740">
                              <a:extLst>
                                <a:ext uri="{FF2B5EF4-FFF2-40B4-BE49-F238E27FC236}">
                                  <a16:creationId xmlns:a16="http://schemas.microsoft.com/office/drawing/2014/main" id="{D41FB4A2-DE76-0F1E-B38E-A13B9F2BC0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42" name="Rectangle 741">
                              <a:extLst>
                                <a:ext uri="{FF2B5EF4-FFF2-40B4-BE49-F238E27FC236}">
                                  <a16:creationId xmlns:a16="http://schemas.microsoft.com/office/drawing/2014/main" id="{2BAB78B3-80F5-F04B-D406-C3E5E23BF7F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43" name="Rectangle 742">
                              <a:extLst>
                                <a:ext uri="{FF2B5EF4-FFF2-40B4-BE49-F238E27FC236}">
                                  <a16:creationId xmlns:a16="http://schemas.microsoft.com/office/drawing/2014/main" id="{B3CE92A0-9306-3AB5-3063-54B4CF82F8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44" name="Rectangle 743">
                              <a:extLst>
                                <a:ext uri="{FF2B5EF4-FFF2-40B4-BE49-F238E27FC236}">
                                  <a16:creationId xmlns:a16="http://schemas.microsoft.com/office/drawing/2014/main" id="{AD2ED8A4-9AF9-166C-06E9-DA0BA0EAC9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724" name="Group 723">
                            <a:extLst>
                              <a:ext uri="{FF2B5EF4-FFF2-40B4-BE49-F238E27FC236}">
                                <a16:creationId xmlns:a16="http://schemas.microsoft.com/office/drawing/2014/main" id="{32B27BE3-0FBA-5F7F-167D-7292C9AFE2D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25" name="Rectangle 724">
                              <a:extLst>
                                <a:ext uri="{FF2B5EF4-FFF2-40B4-BE49-F238E27FC236}">
                                  <a16:creationId xmlns:a16="http://schemas.microsoft.com/office/drawing/2014/main" id="{C99FE993-E24B-0743-F359-47687CA42E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26" name="Rectangle 725">
                              <a:extLst>
                                <a:ext uri="{FF2B5EF4-FFF2-40B4-BE49-F238E27FC236}">
                                  <a16:creationId xmlns:a16="http://schemas.microsoft.com/office/drawing/2014/main" id="{97CEC1A3-B1B3-421D-F56C-4352F72A1A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27" name="Rectangle 726">
                              <a:extLst>
                                <a:ext uri="{FF2B5EF4-FFF2-40B4-BE49-F238E27FC236}">
                                  <a16:creationId xmlns:a16="http://schemas.microsoft.com/office/drawing/2014/main" id="{70A67E01-7246-E755-783E-BE1BD1FBD3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28" name="Rectangle 727">
                              <a:extLst>
                                <a:ext uri="{FF2B5EF4-FFF2-40B4-BE49-F238E27FC236}">
                                  <a16:creationId xmlns:a16="http://schemas.microsoft.com/office/drawing/2014/main" id="{64C842E4-D291-ECAF-2F51-3A919C1A90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29" name="Rectangle 728">
                              <a:extLst>
                                <a:ext uri="{FF2B5EF4-FFF2-40B4-BE49-F238E27FC236}">
                                  <a16:creationId xmlns:a16="http://schemas.microsoft.com/office/drawing/2014/main" id="{2D8024D8-0C55-EE59-429B-63AE62387B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30" name="Rectangle 729">
                              <a:extLst>
                                <a:ext uri="{FF2B5EF4-FFF2-40B4-BE49-F238E27FC236}">
                                  <a16:creationId xmlns:a16="http://schemas.microsoft.com/office/drawing/2014/main" id="{CC72BF53-DF0D-A166-DECF-7C83D39B01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31" name="Rectangle 730">
                              <a:extLst>
                                <a:ext uri="{FF2B5EF4-FFF2-40B4-BE49-F238E27FC236}">
                                  <a16:creationId xmlns:a16="http://schemas.microsoft.com/office/drawing/2014/main" id="{BCB6AB09-7B5F-87E9-3395-83C752ECA8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32" name="Rectangle 731">
                              <a:extLst>
                                <a:ext uri="{FF2B5EF4-FFF2-40B4-BE49-F238E27FC236}">
                                  <a16:creationId xmlns:a16="http://schemas.microsoft.com/office/drawing/2014/main" id="{DBC89395-76D7-7602-38E6-BFC124861C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33" name="Rectangle 732">
                              <a:extLst>
                                <a:ext uri="{FF2B5EF4-FFF2-40B4-BE49-F238E27FC236}">
                                  <a16:creationId xmlns:a16="http://schemas.microsoft.com/office/drawing/2014/main" id="{6862BC5D-E1B3-4563-4A41-A19400E767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34" name="Rectangle 733">
                              <a:extLst>
                                <a:ext uri="{FF2B5EF4-FFF2-40B4-BE49-F238E27FC236}">
                                  <a16:creationId xmlns:a16="http://schemas.microsoft.com/office/drawing/2014/main" id="{2021E22B-BC20-0459-7262-015306BA05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674" name="Group 673">
                        <a:extLst>
                          <a:ext uri="{FF2B5EF4-FFF2-40B4-BE49-F238E27FC236}">
                            <a16:creationId xmlns:a16="http://schemas.microsoft.com/office/drawing/2014/main" id="{B0C72F1C-1C81-4763-3267-625E3F425CF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675" name="Group 674">
                          <a:extLst>
                            <a:ext uri="{FF2B5EF4-FFF2-40B4-BE49-F238E27FC236}">
                              <a16:creationId xmlns:a16="http://schemas.microsoft.com/office/drawing/2014/main" id="{F4FB4E5A-C026-E090-20F7-2C2E07BD21D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699" name="Group 698">
                            <a:extLst>
                              <a:ext uri="{FF2B5EF4-FFF2-40B4-BE49-F238E27FC236}">
                                <a16:creationId xmlns:a16="http://schemas.microsoft.com/office/drawing/2014/main" id="{166065EB-A379-A913-095F-5428657154A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11" name="Rectangle 710">
                              <a:extLst>
                                <a:ext uri="{FF2B5EF4-FFF2-40B4-BE49-F238E27FC236}">
                                  <a16:creationId xmlns:a16="http://schemas.microsoft.com/office/drawing/2014/main" id="{77B53CA4-619C-41B7-75D2-B668942637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12" name="Rectangle 711">
                              <a:extLst>
                                <a:ext uri="{FF2B5EF4-FFF2-40B4-BE49-F238E27FC236}">
                                  <a16:creationId xmlns:a16="http://schemas.microsoft.com/office/drawing/2014/main" id="{F13A83B3-320C-0AA8-58D3-9E518750E2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13" name="Rectangle 712">
                              <a:extLst>
                                <a:ext uri="{FF2B5EF4-FFF2-40B4-BE49-F238E27FC236}">
                                  <a16:creationId xmlns:a16="http://schemas.microsoft.com/office/drawing/2014/main" id="{1E00F2F2-3E32-F799-397A-3E49A8834B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14" name="Rectangle 713">
                              <a:extLst>
                                <a:ext uri="{FF2B5EF4-FFF2-40B4-BE49-F238E27FC236}">
                                  <a16:creationId xmlns:a16="http://schemas.microsoft.com/office/drawing/2014/main" id="{AB455D3B-E6F5-3B09-B61B-3BF39D52D8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15" name="Rectangle 714">
                              <a:extLst>
                                <a:ext uri="{FF2B5EF4-FFF2-40B4-BE49-F238E27FC236}">
                                  <a16:creationId xmlns:a16="http://schemas.microsoft.com/office/drawing/2014/main" id="{4445CF6A-1F01-4628-3AF2-7B6E2EAC13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16" name="Rectangle 715">
                              <a:extLst>
                                <a:ext uri="{FF2B5EF4-FFF2-40B4-BE49-F238E27FC236}">
                                  <a16:creationId xmlns:a16="http://schemas.microsoft.com/office/drawing/2014/main" id="{36A7F3F2-EDCD-CA46-EB0C-81947D3122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17" name="Rectangle 716">
                              <a:extLst>
                                <a:ext uri="{FF2B5EF4-FFF2-40B4-BE49-F238E27FC236}">
                                  <a16:creationId xmlns:a16="http://schemas.microsoft.com/office/drawing/2014/main" id="{C3FD57FB-4DB4-3259-3853-67ABC8E4926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18" name="Rectangle 717">
                              <a:extLst>
                                <a:ext uri="{FF2B5EF4-FFF2-40B4-BE49-F238E27FC236}">
                                  <a16:creationId xmlns:a16="http://schemas.microsoft.com/office/drawing/2014/main" id="{26CEEDA3-91F1-C354-39E5-FA31379FD0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19" name="Rectangle 718">
                              <a:extLst>
                                <a:ext uri="{FF2B5EF4-FFF2-40B4-BE49-F238E27FC236}">
                                  <a16:creationId xmlns:a16="http://schemas.microsoft.com/office/drawing/2014/main" id="{6844CC3F-FD4F-80EC-FC76-E8D6E8DE10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20" name="Rectangle 719">
                              <a:extLst>
                                <a:ext uri="{FF2B5EF4-FFF2-40B4-BE49-F238E27FC236}">
                                  <a16:creationId xmlns:a16="http://schemas.microsoft.com/office/drawing/2014/main" id="{4F8B0A7C-6542-4126-1A38-DEF7207D03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700" name="Group 699">
                            <a:extLst>
                              <a:ext uri="{FF2B5EF4-FFF2-40B4-BE49-F238E27FC236}">
                                <a16:creationId xmlns:a16="http://schemas.microsoft.com/office/drawing/2014/main" id="{94ED7B8B-E61C-E7BE-C069-3A8BD9350A8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01" name="Rectangle 700">
                              <a:extLst>
                                <a:ext uri="{FF2B5EF4-FFF2-40B4-BE49-F238E27FC236}">
                                  <a16:creationId xmlns:a16="http://schemas.microsoft.com/office/drawing/2014/main" id="{59499A6D-0717-40F0-65B0-F6EE9ADDDC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02" name="Rectangle 701">
                              <a:extLst>
                                <a:ext uri="{FF2B5EF4-FFF2-40B4-BE49-F238E27FC236}">
                                  <a16:creationId xmlns:a16="http://schemas.microsoft.com/office/drawing/2014/main" id="{80C6E259-633A-5644-8640-F7EEB2AA2D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03" name="Rectangle 702">
                              <a:extLst>
                                <a:ext uri="{FF2B5EF4-FFF2-40B4-BE49-F238E27FC236}">
                                  <a16:creationId xmlns:a16="http://schemas.microsoft.com/office/drawing/2014/main" id="{B21AABDA-B47A-940C-F326-84ED7E66E9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04" name="Rectangle 703">
                              <a:extLst>
                                <a:ext uri="{FF2B5EF4-FFF2-40B4-BE49-F238E27FC236}">
                                  <a16:creationId xmlns:a16="http://schemas.microsoft.com/office/drawing/2014/main" id="{5CA9102B-57D1-3F52-DD64-519BCC110C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05" name="Rectangle 704">
                              <a:extLst>
                                <a:ext uri="{FF2B5EF4-FFF2-40B4-BE49-F238E27FC236}">
                                  <a16:creationId xmlns:a16="http://schemas.microsoft.com/office/drawing/2014/main" id="{79E961AA-92B9-BD6A-228E-AE6FD55565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06" name="Rectangle 705">
                              <a:extLst>
                                <a:ext uri="{FF2B5EF4-FFF2-40B4-BE49-F238E27FC236}">
                                  <a16:creationId xmlns:a16="http://schemas.microsoft.com/office/drawing/2014/main" id="{569D4DAE-7ACB-3C87-9750-420C59C846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07" name="Rectangle 706">
                              <a:extLst>
                                <a:ext uri="{FF2B5EF4-FFF2-40B4-BE49-F238E27FC236}">
                                  <a16:creationId xmlns:a16="http://schemas.microsoft.com/office/drawing/2014/main" id="{395E1212-D651-A157-99C9-0481E21193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08" name="Rectangle 707">
                              <a:extLst>
                                <a:ext uri="{FF2B5EF4-FFF2-40B4-BE49-F238E27FC236}">
                                  <a16:creationId xmlns:a16="http://schemas.microsoft.com/office/drawing/2014/main" id="{6CC9A8CA-A39D-D993-2D6C-B7DA43D770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09" name="Rectangle 708">
                              <a:extLst>
                                <a:ext uri="{FF2B5EF4-FFF2-40B4-BE49-F238E27FC236}">
                                  <a16:creationId xmlns:a16="http://schemas.microsoft.com/office/drawing/2014/main" id="{97D44626-7D6D-B84F-7CE4-C8F7DA8FE1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710" name="Rectangle 709">
                              <a:extLst>
                                <a:ext uri="{FF2B5EF4-FFF2-40B4-BE49-F238E27FC236}">
                                  <a16:creationId xmlns:a16="http://schemas.microsoft.com/office/drawing/2014/main" id="{ECE12B0E-3127-37D7-9913-751E3539DB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  <p:grpSp>
                      <p:nvGrpSpPr>
                        <p:cNvPr id="676" name="Group 675">
                          <a:extLst>
                            <a:ext uri="{FF2B5EF4-FFF2-40B4-BE49-F238E27FC236}">
                              <a16:creationId xmlns:a16="http://schemas.microsoft.com/office/drawing/2014/main" id="{C0D6D242-61C3-D35E-A757-02CF6297965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77" name="Group 676">
                            <a:extLst>
                              <a:ext uri="{FF2B5EF4-FFF2-40B4-BE49-F238E27FC236}">
                                <a16:creationId xmlns:a16="http://schemas.microsoft.com/office/drawing/2014/main" id="{3F7CB464-8FE4-E679-E3BC-6381FCE8086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89" name="Rectangle 688">
                              <a:extLst>
                                <a:ext uri="{FF2B5EF4-FFF2-40B4-BE49-F238E27FC236}">
                                  <a16:creationId xmlns:a16="http://schemas.microsoft.com/office/drawing/2014/main" id="{B87E0B62-D74F-1362-F7D6-A65FD62431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90" name="Rectangle 689">
                              <a:extLst>
                                <a:ext uri="{FF2B5EF4-FFF2-40B4-BE49-F238E27FC236}">
                                  <a16:creationId xmlns:a16="http://schemas.microsoft.com/office/drawing/2014/main" id="{DBA8D52B-8533-B5C4-2504-B3D2210524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91" name="Rectangle 690">
                              <a:extLst>
                                <a:ext uri="{FF2B5EF4-FFF2-40B4-BE49-F238E27FC236}">
                                  <a16:creationId xmlns:a16="http://schemas.microsoft.com/office/drawing/2014/main" id="{6B836A76-C47E-0D4A-8736-2B5DCEC78B7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92" name="Rectangle 691">
                              <a:extLst>
                                <a:ext uri="{FF2B5EF4-FFF2-40B4-BE49-F238E27FC236}">
                                  <a16:creationId xmlns:a16="http://schemas.microsoft.com/office/drawing/2014/main" id="{3B3E73C4-1296-60CF-3EFA-3B77C1C03A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93" name="Rectangle 692">
                              <a:extLst>
                                <a:ext uri="{FF2B5EF4-FFF2-40B4-BE49-F238E27FC236}">
                                  <a16:creationId xmlns:a16="http://schemas.microsoft.com/office/drawing/2014/main" id="{724930E1-4F43-A671-6977-9A3405AA29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94" name="Rectangle 693">
                              <a:extLst>
                                <a:ext uri="{FF2B5EF4-FFF2-40B4-BE49-F238E27FC236}">
                                  <a16:creationId xmlns:a16="http://schemas.microsoft.com/office/drawing/2014/main" id="{60EAE71C-622E-D596-085E-4DA95BC154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95" name="Rectangle 694">
                              <a:extLst>
                                <a:ext uri="{FF2B5EF4-FFF2-40B4-BE49-F238E27FC236}">
                                  <a16:creationId xmlns:a16="http://schemas.microsoft.com/office/drawing/2014/main" id="{D90DB6B1-F980-3D6C-1C3A-93AD4D8C65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96" name="Rectangle 695">
                              <a:extLst>
                                <a:ext uri="{FF2B5EF4-FFF2-40B4-BE49-F238E27FC236}">
                                  <a16:creationId xmlns:a16="http://schemas.microsoft.com/office/drawing/2014/main" id="{E06E4B45-882F-FC69-8AC1-4CEDCF34CA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97" name="Rectangle 696">
                              <a:extLst>
                                <a:ext uri="{FF2B5EF4-FFF2-40B4-BE49-F238E27FC236}">
                                  <a16:creationId xmlns:a16="http://schemas.microsoft.com/office/drawing/2014/main" id="{F15B6299-17F9-3D74-B8FC-64C7B39499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98" name="Rectangle 697">
                              <a:extLst>
                                <a:ext uri="{FF2B5EF4-FFF2-40B4-BE49-F238E27FC236}">
                                  <a16:creationId xmlns:a16="http://schemas.microsoft.com/office/drawing/2014/main" id="{36633F3A-C729-E365-124B-3DFF8CFF30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678" name="Group 677">
                            <a:extLst>
                              <a:ext uri="{FF2B5EF4-FFF2-40B4-BE49-F238E27FC236}">
                                <a16:creationId xmlns:a16="http://schemas.microsoft.com/office/drawing/2014/main" id="{E599F85F-3808-81AE-8F55-B7AF7A5035F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79" name="Rectangle 678">
                              <a:extLst>
                                <a:ext uri="{FF2B5EF4-FFF2-40B4-BE49-F238E27FC236}">
                                  <a16:creationId xmlns:a16="http://schemas.microsoft.com/office/drawing/2014/main" id="{57936D60-1515-A8F8-969B-11C10A54C8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80" name="Rectangle 679">
                              <a:extLst>
                                <a:ext uri="{FF2B5EF4-FFF2-40B4-BE49-F238E27FC236}">
                                  <a16:creationId xmlns:a16="http://schemas.microsoft.com/office/drawing/2014/main" id="{F06A670E-17C9-C2F9-ADC1-536D95B849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81" name="Rectangle 680">
                              <a:extLst>
                                <a:ext uri="{FF2B5EF4-FFF2-40B4-BE49-F238E27FC236}">
                                  <a16:creationId xmlns:a16="http://schemas.microsoft.com/office/drawing/2014/main" id="{03409D37-FFE1-38F3-0274-8FC2BBE28F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82" name="Rectangle 681">
                              <a:extLst>
                                <a:ext uri="{FF2B5EF4-FFF2-40B4-BE49-F238E27FC236}">
                                  <a16:creationId xmlns:a16="http://schemas.microsoft.com/office/drawing/2014/main" id="{0877F99B-D818-1A4F-B8BE-6544767A4D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83" name="Rectangle 682">
                              <a:extLst>
                                <a:ext uri="{FF2B5EF4-FFF2-40B4-BE49-F238E27FC236}">
                                  <a16:creationId xmlns:a16="http://schemas.microsoft.com/office/drawing/2014/main" id="{F85D7ADD-E0EB-614F-A35B-7437D4DC21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84" name="Rectangle 683">
                              <a:extLst>
                                <a:ext uri="{FF2B5EF4-FFF2-40B4-BE49-F238E27FC236}">
                                  <a16:creationId xmlns:a16="http://schemas.microsoft.com/office/drawing/2014/main" id="{5DE1D10A-4A38-14A0-54C7-03382B7425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85" name="Rectangle 684">
                              <a:extLst>
                                <a:ext uri="{FF2B5EF4-FFF2-40B4-BE49-F238E27FC236}">
                                  <a16:creationId xmlns:a16="http://schemas.microsoft.com/office/drawing/2014/main" id="{26FE7527-4C2B-95E5-EEBD-3658537CE1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86" name="Rectangle 685">
                              <a:extLst>
                                <a:ext uri="{FF2B5EF4-FFF2-40B4-BE49-F238E27FC236}">
                                  <a16:creationId xmlns:a16="http://schemas.microsoft.com/office/drawing/2014/main" id="{A2CE813E-865C-7C5A-FC1D-23EAEA46D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87" name="Rectangle 686">
                              <a:extLst>
                                <a:ext uri="{FF2B5EF4-FFF2-40B4-BE49-F238E27FC236}">
                                  <a16:creationId xmlns:a16="http://schemas.microsoft.com/office/drawing/2014/main" id="{B023893D-8FFC-1FA6-18D7-3C11FCB1EF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688" name="Rectangle 687">
                              <a:extLst>
                                <a:ext uri="{FF2B5EF4-FFF2-40B4-BE49-F238E27FC236}">
                                  <a16:creationId xmlns:a16="http://schemas.microsoft.com/office/drawing/2014/main" id="{D54B4C4B-8A49-69AF-C689-D0044574C6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777" name="Group 776">
                  <a:extLst>
                    <a:ext uri="{FF2B5EF4-FFF2-40B4-BE49-F238E27FC236}">
                      <a16:creationId xmlns:a16="http://schemas.microsoft.com/office/drawing/2014/main" id="{7222642C-CD74-7B7A-EB08-662D817B10E2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825" name="Group 824">
                    <a:extLst>
                      <a:ext uri="{FF2B5EF4-FFF2-40B4-BE49-F238E27FC236}">
                        <a16:creationId xmlns:a16="http://schemas.microsoft.com/office/drawing/2014/main" id="{35551AE9-94A2-DEA0-71C3-3E58835E3D05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849" name="Group 848">
                      <a:extLst>
                        <a:ext uri="{FF2B5EF4-FFF2-40B4-BE49-F238E27FC236}">
                          <a16:creationId xmlns:a16="http://schemas.microsoft.com/office/drawing/2014/main" id="{96CECBA2-8396-72A0-2FD9-429C81EB011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861" name="Rectangle 860">
                        <a:extLst>
                          <a:ext uri="{FF2B5EF4-FFF2-40B4-BE49-F238E27FC236}">
                            <a16:creationId xmlns:a16="http://schemas.microsoft.com/office/drawing/2014/main" id="{C64E5C3F-5ACB-56E6-51DE-EC61C3AF1B8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62" name="Rectangle 861">
                        <a:extLst>
                          <a:ext uri="{FF2B5EF4-FFF2-40B4-BE49-F238E27FC236}">
                            <a16:creationId xmlns:a16="http://schemas.microsoft.com/office/drawing/2014/main" id="{0AA6B4E2-11D3-2824-8130-065CACDFDD7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63" name="Rectangle 862">
                        <a:extLst>
                          <a:ext uri="{FF2B5EF4-FFF2-40B4-BE49-F238E27FC236}">
                            <a16:creationId xmlns:a16="http://schemas.microsoft.com/office/drawing/2014/main" id="{43EE370D-8BF9-18A9-BED8-E6C1C4D46A8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64" name="Rectangle 863">
                        <a:extLst>
                          <a:ext uri="{FF2B5EF4-FFF2-40B4-BE49-F238E27FC236}">
                            <a16:creationId xmlns:a16="http://schemas.microsoft.com/office/drawing/2014/main" id="{74679826-8F35-63BB-826C-11F4710B7E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65" name="Rectangle 864">
                        <a:extLst>
                          <a:ext uri="{FF2B5EF4-FFF2-40B4-BE49-F238E27FC236}">
                            <a16:creationId xmlns:a16="http://schemas.microsoft.com/office/drawing/2014/main" id="{5B268368-90CA-7589-FBAC-0B2C3BF7799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66" name="Rectangle 865">
                        <a:extLst>
                          <a:ext uri="{FF2B5EF4-FFF2-40B4-BE49-F238E27FC236}">
                            <a16:creationId xmlns:a16="http://schemas.microsoft.com/office/drawing/2014/main" id="{9E387B89-EBA5-DFF7-9D13-E1EBDBF1AD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67" name="Rectangle 866">
                        <a:extLst>
                          <a:ext uri="{FF2B5EF4-FFF2-40B4-BE49-F238E27FC236}">
                            <a16:creationId xmlns:a16="http://schemas.microsoft.com/office/drawing/2014/main" id="{D15EE0C4-D27C-7876-CA81-E0E97D2CCAB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68" name="Rectangle 867">
                        <a:extLst>
                          <a:ext uri="{FF2B5EF4-FFF2-40B4-BE49-F238E27FC236}">
                            <a16:creationId xmlns:a16="http://schemas.microsoft.com/office/drawing/2014/main" id="{2538932E-5A4E-ED99-35F6-346C59ED7E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69" name="Rectangle 868">
                        <a:extLst>
                          <a:ext uri="{FF2B5EF4-FFF2-40B4-BE49-F238E27FC236}">
                            <a16:creationId xmlns:a16="http://schemas.microsoft.com/office/drawing/2014/main" id="{F13C6AA9-ADFC-39CF-204E-D0BF419F45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70" name="Rectangle 869">
                        <a:extLst>
                          <a:ext uri="{FF2B5EF4-FFF2-40B4-BE49-F238E27FC236}">
                            <a16:creationId xmlns:a16="http://schemas.microsoft.com/office/drawing/2014/main" id="{3808963B-2D04-6FB2-CCDD-87DAD9CED8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</p:grpSp>
                <p:grpSp>
                  <p:nvGrpSpPr>
                    <p:cNvPr id="850" name="Group 849">
                      <a:extLst>
                        <a:ext uri="{FF2B5EF4-FFF2-40B4-BE49-F238E27FC236}">
                          <a16:creationId xmlns:a16="http://schemas.microsoft.com/office/drawing/2014/main" id="{0C03408E-A16D-8377-A63A-ADEBEDDE481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851" name="Rectangle 850">
                        <a:extLst>
                          <a:ext uri="{FF2B5EF4-FFF2-40B4-BE49-F238E27FC236}">
                            <a16:creationId xmlns:a16="http://schemas.microsoft.com/office/drawing/2014/main" id="{2680A398-4E1E-E8FD-5B90-AB18ED9A3AB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52" name="Rectangle 851">
                        <a:extLst>
                          <a:ext uri="{FF2B5EF4-FFF2-40B4-BE49-F238E27FC236}">
                            <a16:creationId xmlns:a16="http://schemas.microsoft.com/office/drawing/2014/main" id="{8D45E455-FB34-671B-BBEF-5769C436AC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53" name="Rectangle 852">
                        <a:extLst>
                          <a:ext uri="{FF2B5EF4-FFF2-40B4-BE49-F238E27FC236}">
                            <a16:creationId xmlns:a16="http://schemas.microsoft.com/office/drawing/2014/main" id="{E2D132B7-1385-C1A1-6097-45F37FC789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54" name="Rectangle 853">
                        <a:extLst>
                          <a:ext uri="{FF2B5EF4-FFF2-40B4-BE49-F238E27FC236}">
                            <a16:creationId xmlns:a16="http://schemas.microsoft.com/office/drawing/2014/main" id="{EA9F2C7C-5FD0-D363-AFD4-0B309C9F576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55" name="Rectangle 854">
                        <a:extLst>
                          <a:ext uri="{FF2B5EF4-FFF2-40B4-BE49-F238E27FC236}">
                            <a16:creationId xmlns:a16="http://schemas.microsoft.com/office/drawing/2014/main" id="{65A7490F-8E5B-9C0C-F48F-CC2B98CCB27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56" name="Rectangle 855">
                        <a:extLst>
                          <a:ext uri="{FF2B5EF4-FFF2-40B4-BE49-F238E27FC236}">
                            <a16:creationId xmlns:a16="http://schemas.microsoft.com/office/drawing/2014/main" id="{0159CF17-F0A3-8745-B26F-4F86481FF5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57" name="Rectangle 856">
                        <a:extLst>
                          <a:ext uri="{FF2B5EF4-FFF2-40B4-BE49-F238E27FC236}">
                            <a16:creationId xmlns:a16="http://schemas.microsoft.com/office/drawing/2014/main" id="{62A2E509-359E-9F5B-89F6-5176815766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58" name="Rectangle 857">
                        <a:extLst>
                          <a:ext uri="{FF2B5EF4-FFF2-40B4-BE49-F238E27FC236}">
                            <a16:creationId xmlns:a16="http://schemas.microsoft.com/office/drawing/2014/main" id="{D7A337FA-E688-B79B-8A65-A8AAB01F0B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59" name="Rectangle 858">
                        <a:extLst>
                          <a:ext uri="{FF2B5EF4-FFF2-40B4-BE49-F238E27FC236}">
                            <a16:creationId xmlns:a16="http://schemas.microsoft.com/office/drawing/2014/main" id="{72866B91-AD67-32E6-E617-95BD73CB8CF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60" name="Rectangle 859">
                        <a:extLst>
                          <a:ext uri="{FF2B5EF4-FFF2-40B4-BE49-F238E27FC236}">
                            <a16:creationId xmlns:a16="http://schemas.microsoft.com/office/drawing/2014/main" id="{5E12FFC1-B951-36FC-2D04-E45A5B8D10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</p:grpSp>
              </p:grpSp>
              <p:grpSp>
                <p:nvGrpSpPr>
                  <p:cNvPr id="826" name="Group 825">
                    <a:extLst>
                      <a:ext uri="{FF2B5EF4-FFF2-40B4-BE49-F238E27FC236}">
                        <a16:creationId xmlns:a16="http://schemas.microsoft.com/office/drawing/2014/main" id="{D1CD6D2C-9994-6512-2012-53A1D1F3C3E1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827" name="Group 826">
                      <a:extLst>
                        <a:ext uri="{FF2B5EF4-FFF2-40B4-BE49-F238E27FC236}">
                          <a16:creationId xmlns:a16="http://schemas.microsoft.com/office/drawing/2014/main" id="{09195CFF-F5CB-5A9F-6AF7-4E3F1C6AE3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839" name="Rectangle 838">
                        <a:extLst>
                          <a:ext uri="{FF2B5EF4-FFF2-40B4-BE49-F238E27FC236}">
                            <a16:creationId xmlns:a16="http://schemas.microsoft.com/office/drawing/2014/main" id="{039307CB-D660-F47F-BBD9-1A4F454DC2A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40" name="Rectangle 839">
                        <a:extLst>
                          <a:ext uri="{FF2B5EF4-FFF2-40B4-BE49-F238E27FC236}">
                            <a16:creationId xmlns:a16="http://schemas.microsoft.com/office/drawing/2014/main" id="{BB0EB516-AF6A-2ED4-79FE-333887D271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41" name="Rectangle 840">
                        <a:extLst>
                          <a:ext uri="{FF2B5EF4-FFF2-40B4-BE49-F238E27FC236}">
                            <a16:creationId xmlns:a16="http://schemas.microsoft.com/office/drawing/2014/main" id="{A59750CD-84A4-1BF6-9CE8-703C7D1E191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42" name="Rectangle 841">
                        <a:extLst>
                          <a:ext uri="{FF2B5EF4-FFF2-40B4-BE49-F238E27FC236}">
                            <a16:creationId xmlns:a16="http://schemas.microsoft.com/office/drawing/2014/main" id="{D63323FE-B0D4-F42D-38A8-6D2890CE4A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43" name="Rectangle 842">
                        <a:extLst>
                          <a:ext uri="{FF2B5EF4-FFF2-40B4-BE49-F238E27FC236}">
                            <a16:creationId xmlns:a16="http://schemas.microsoft.com/office/drawing/2014/main" id="{E1ED94EB-0C45-1D65-9BDF-B3DD80F848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44" name="Rectangle 843">
                        <a:extLst>
                          <a:ext uri="{FF2B5EF4-FFF2-40B4-BE49-F238E27FC236}">
                            <a16:creationId xmlns:a16="http://schemas.microsoft.com/office/drawing/2014/main" id="{0737F3BE-0111-9200-2E04-A7DC6A8BA8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45" name="Rectangle 844">
                        <a:extLst>
                          <a:ext uri="{FF2B5EF4-FFF2-40B4-BE49-F238E27FC236}">
                            <a16:creationId xmlns:a16="http://schemas.microsoft.com/office/drawing/2014/main" id="{A9D38B28-8595-8F39-CAF9-C44C492CEE0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46" name="Rectangle 845">
                        <a:extLst>
                          <a:ext uri="{FF2B5EF4-FFF2-40B4-BE49-F238E27FC236}">
                            <a16:creationId xmlns:a16="http://schemas.microsoft.com/office/drawing/2014/main" id="{4DD32386-79F0-7DFE-539D-8185CD50BA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47" name="Rectangle 846">
                        <a:extLst>
                          <a:ext uri="{FF2B5EF4-FFF2-40B4-BE49-F238E27FC236}">
                            <a16:creationId xmlns:a16="http://schemas.microsoft.com/office/drawing/2014/main" id="{79D909D4-101A-C444-8E21-9B96CC570A6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48" name="Rectangle 847">
                        <a:extLst>
                          <a:ext uri="{FF2B5EF4-FFF2-40B4-BE49-F238E27FC236}">
                            <a16:creationId xmlns:a16="http://schemas.microsoft.com/office/drawing/2014/main" id="{073D3D7D-7735-F6B6-3D2C-C68B8D7B87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</p:grpSp>
                <p:grpSp>
                  <p:nvGrpSpPr>
                    <p:cNvPr id="828" name="Group 827">
                      <a:extLst>
                        <a:ext uri="{FF2B5EF4-FFF2-40B4-BE49-F238E27FC236}">
                          <a16:creationId xmlns:a16="http://schemas.microsoft.com/office/drawing/2014/main" id="{E3D2CB95-725B-23CD-8E05-3AF31B67ED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829" name="Rectangle 828">
                        <a:extLst>
                          <a:ext uri="{FF2B5EF4-FFF2-40B4-BE49-F238E27FC236}">
                            <a16:creationId xmlns:a16="http://schemas.microsoft.com/office/drawing/2014/main" id="{3E2A3B5C-2A12-1DAB-816D-4246A3A9DEB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30" name="Rectangle 829">
                        <a:extLst>
                          <a:ext uri="{FF2B5EF4-FFF2-40B4-BE49-F238E27FC236}">
                            <a16:creationId xmlns:a16="http://schemas.microsoft.com/office/drawing/2014/main" id="{F5676593-F2E3-9443-1016-75DE54EBA1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31" name="Rectangle 830">
                        <a:extLst>
                          <a:ext uri="{FF2B5EF4-FFF2-40B4-BE49-F238E27FC236}">
                            <a16:creationId xmlns:a16="http://schemas.microsoft.com/office/drawing/2014/main" id="{CBD11E19-50F7-6D7B-9372-1BFA79C7CC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32" name="Rectangle 831">
                        <a:extLst>
                          <a:ext uri="{FF2B5EF4-FFF2-40B4-BE49-F238E27FC236}">
                            <a16:creationId xmlns:a16="http://schemas.microsoft.com/office/drawing/2014/main" id="{898CB8D5-FBA7-337D-08B7-C37391DAEE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33" name="Rectangle 832">
                        <a:extLst>
                          <a:ext uri="{FF2B5EF4-FFF2-40B4-BE49-F238E27FC236}">
                            <a16:creationId xmlns:a16="http://schemas.microsoft.com/office/drawing/2014/main" id="{48688B73-A262-6595-18C8-B9BF858E94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34" name="Rectangle 833">
                        <a:extLst>
                          <a:ext uri="{FF2B5EF4-FFF2-40B4-BE49-F238E27FC236}">
                            <a16:creationId xmlns:a16="http://schemas.microsoft.com/office/drawing/2014/main" id="{AB199E79-2642-461D-CE3C-A41EFE70D15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35" name="Rectangle 834">
                        <a:extLst>
                          <a:ext uri="{FF2B5EF4-FFF2-40B4-BE49-F238E27FC236}">
                            <a16:creationId xmlns:a16="http://schemas.microsoft.com/office/drawing/2014/main" id="{9930924C-1B39-C85E-8B09-11D318F2D2C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36" name="Rectangle 835">
                        <a:extLst>
                          <a:ext uri="{FF2B5EF4-FFF2-40B4-BE49-F238E27FC236}">
                            <a16:creationId xmlns:a16="http://schemas.microsoft.com/office/drawing/2014/main" id="{8A1219CD-3AB0-CC8B-EC2F-46DB562787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37" name="Rectangle 836">
                        <a:extLst>
                          <a:ext uri="{FF2B5EF4-FFF2-40B4-BE49-F238E27FC236}">
                            <a16:creationId xmlns:a16="http://schemas.microsoft.com/office/drawing/2014/main" id="{5AF5B69C-7B03-EF71-146C-BCF37EACF7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838" name="Rectangle 837">
                        <a:extLst>
                          <a:ext uri="{FF2B5EF4-FFF2-40B4-BE49-F238E27FC236}">
                            <a16:creationId xmlns:a16="http://schemas.microsoft.com/office/drawing/2014/main" id="{04C87F5E-64A3-16D6-B339-BE4BD33C9A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</p:grpSp>
              </p:grpSp>
            </p:grpSp>
            <p:grpSp>
              <p:nvGrpSpPr>
                <p:cNvPr id="973" name="Group 972">
                  <a:extLst>
                    <a:ext uri="{FF2B5EF4-FFF2-40B4-BE49-F238E27FC236}">
                      <a16:creationId xmlns:a16="http://schemas.microsoft.com/office/drawing/2014/main" id="{D427F9E2-B99C-4B26-AC89-25F8E9B883FF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974" name="Group 973">
                    <a:extLst>
                      <a:ext uri="{FF2B5EF4-FFF2-40B4-BE49-F238E27FC236}">
                        <a16:creationId xmlns:a16="http://schemas.microsoft.com/office/drawing/2014/main" id="{9A6741D9-427A-7EB0-B843-661447393E7A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986" name="Rectangle 985">
                      <a:extLst>
                        <a:ext uri="{FF2B5EF4-FFF2-40B4-BE49-F238E27FC236}">
                          <a16:creationId xmlns:a16="http://schemas.microsoft.com/office/drawing/2014/main" id="{9D4253FA-C867-8FA8-58C6-2102CB5DDD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987" name="Rectangle 986">
                      <a:extLst>
                        <a:ext uri="{FF2B5EF4-FFF2-40B4-BE49-F238E27FC236}">
                          <a16:creationId xmlns:a16="http://schemas.microsoft.com/office/drawing/2014/main" id="{A1E2921E-E6D9-20DE-1F22-F7627E287C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988" name="Rectangle 987">
                      <a:extLst>
                        <a:ext uri="{FF2B5EF4-FFF2-40B4-BE49-F238E27FC236}">
                          <a16:creationId xmlns:a16="http://schemas.microsoft.com/office/drawing/2014/main" id="{5CA0DB7C-915D-17D1-0F9C-94AF511E9B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989" name="Rectangle 988">
                      <a:extLst>
                        <a:ext uri="{FF2B5EF4-FFF2-40B4-BE49-F238E27FC236}">
                          <a16:creationId xmlns:a16="http://schemas.microsoft.com/office/drawing/2014/main" id="{5C9C0724-21FF-D995-0A76-5BF87FA5F40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990" name="Rectangle 989">
                      <a:extLst>
                        <a:ext uri="{FF2B5EF4-FFF2-40B4-BE49-F238E27FC236}">
                          <a16:creationId xmlns:a16="http://schemas.microsoft.com/office/drawing/2014/main" id="{94D199E7-594A-7DCE-645F-9F49906FED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991" name="Rectangle 990">
                      <a:extLst>
                        <a:ext uri="{FF2B5EF4-FFF2-40B4-BE49-F238E27FC236}">
                          <a16:creationId xmlns:a16="http://schemas.microsoft.com/office/drawing/2014/main" id="{049FAA76-F66B-0942-A9B6-2026905834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992" name="Rectangle 991">
                      <a:extLst>
                        <a:ext uri="{FF2B5EF4-FFF2-40B4-BE49-F238E27FC236}">
                          <a16:creationId xmlns:a16="http://schemas.microsoft.com/office/drawing/2014/main" id="{4861E486-4A7E-ACFC-B442-D61F2CFDA3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993" name="Rectangle 992">
                      <a:extLst>
                        <a:ext uri="{FF2B5EF4-FFF2-40B4-BE49-F238E27FC236}">
                          <a16:creationId xmlns:a16="http://schemas.microsoft.com/office/drawing/2014/main" id="{5061B7C7-D5B4-30DE-DC36-A620F011BF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994" name="Rectangle 993">
                      <a:extLst>
                        <a:ext uri="{FF2B5EF4-FFF2-40B4-BE49-F238E27FC236}">
                          <a16:creationId xmlns:a16="http://schemas.microsoft.com/office/drawing/2014/main" id="{73C6668A-38D4-8FA5-2BC9-E0EF2DEBC3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995" name="Rectangle 994">
                      <a:extLst>
                        <a:ext uri="{FF2B5EF4-FFF2-40B4-BE49-F238E27FC236}">
                          <a16:creationId xmlns:a16="http://schemas.microsoft.com/office/drawing/2014/main" id="{34F6CBBD-8569-01FD-AAF9-0426425478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  <p:grpSp>
                <p:nvGrpSpPr>
                  <p:cNvPr id="975" name="Group 974">
                    <a:extLst>
                      <a:ext uri="{FF2B5EF4-FFF2-40B4-BE49-F238E27FC236}">
                        <a16:creationId xmlns:a16="http://schemas.microsoft.com/office/drawing/2014/main" id="{63C0E4E4-84DF-3FDD-52BE-A99BC6A553EC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976" name="Rectangle 975">
                      <a:extLst>
                        <a:ext uri="{FF2B5EF4-FFF2-40B4-BE49-F238E27FC236}">
                          <a16:creationId xmlns:a16="http://schemas.microsoft.com/office/drawing/2014/main" id="{4A013D5E-EF60-5517-88F1-4E8300C655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977" name="Rectangle 976">
                      <a:extLst>
                        <a:ext uri="{FF2B5EF4-FFF2-40B4-BE49-F238E27FC236}">
                          <a16:creationId xmlns:a16="http://schemas.microsoft.com/office/drawing/2014/main" id="{931BFCF4-4A6A-CA03-E070-346ED5388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978" name="Rectangle 977">
                      <a:extLst>
                        <a:ext uri="{FF2B5EF4-FFF2-40B4-BE49-F238E27FC236}">
                          <a16:creationId xmlns:a16="http://schemas.microsoft.com/office/drawing/2014/main" id="{B1F14955-620A-3574-1431-B23EF16F98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979" name="Rectangle 978">
                      <a:extLst>
                        <a:ext uri="{FF2B5EF4-FFF2-40B4-BE49-F238E27FC236}">
                          <a16:creationId xmlns:a16="http://schemas.microsoft.com/office/drawing/2014/main" id="{2B22BC4A-B896-C568-702E-56B9EE33A7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980" name="Rectangle 979">
                      <a:extLst>
                        <a:ext uri="{FF2B5EF4-FFF2-40B4-BE49-F238E27FC236}">
                          <a16:creationId xmlns:a16="http://schemas.microsoft.com/office/drawing/2014/main" id="{58A66F33-D906-FE03-5520-01B4642508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981" name="Rectangle 980">
                      <a:extLst>
                        <a:ext uri="{FF2B5EF4-FFF2-40B4-BE49-F238E27FC236}">
                          <a16:creationId xmlns:a16="http://schemas.microsoft.com/office/drawing/2014/main" id="{BFE7D4A8-CD68-EFE5-945D-73E705098E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982" name="Rectangle 981">
                      <a:extLst>
                        <a:ext uri="{FF2B5EF4-FFF2-40B4-BE49-F238E27FC236}">
                          <a16:creationId xmlns:a16="http://schemas.microsoft.com/office/drawing/2014/main" id="{EB220036-EA37-A38C-928C-E0DD799288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983" name="Rectangle 982">
                      <a:extLst>
                        <a:ext uri="{FF2B5EF4-FFF2-40B4-BE49-F238E27FC236}">
                          <a16:creationId xmlns:a16="http://schemas.microsoft.com/office/drawing/2014/main" id="{2C13FB91-0552-E743-177C-31B6691AA4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984" name="Rectangle 983">
                      <a:extLst>
                        <a:ext uri="{FF2B5EF4-FFF2-40B4-BE49-F238E27FC236}">
                          <a16:creationId xmlns:a16="http://schemas.microsoft.com/office/drawing/2014/main" id="{96AD36F5-13FF-7449-06D1-3423417204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985" name="Rectangle 984">
                      <a:extLst>
                        <a:ext uri="{FF2B5EF4-FFF2-40B4-BE49-F238E27FC236}">
                          <a16:creationId xmlns:a16="http://schemas.microsoft.com/office/drawing/2014/main" id="{C46EA631-78D2-7990-6AA8-1C72DF8DEE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</p:grpSp>
            <p:grpSp>
              <p:nvGrpSpPr>
                <p:cNvPr id="1030" name="Group 1029">
                  <a:extLst>
                    <a:ext uri="{FF2B5EF4-FFF2-40B4-BE49-F238E27FC236}">
                      <a16:creationId xmlns:a16="http://schemas.microsoft.com/office/drawing/2014/main" id="{7D063B3B-7CB2-2C2E-4505-7A133A999C1A}"/>
                    </a:ext>
                  </a:extLst>
                </p:cNvPr>
                <p:cNvGrpSpPr/>
                <p:nvPr/>
              </p:nvGrpSpPr>
              <p:grpSpPr>
                <a:xfrm>
                  <a:off x="1929802" y="2956989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031" name="Group 1030">
                    <a:extLst>
                      <a:ext uri="{FF2B5EF4-FFF2-40B4-BE49-F238E27FC236}">
                        <a16:creationId xmlns:a16="http://schemas.microsoft.com/office/drawing/2014/main" id="{224DA146-875C-9F9F-F112-3B8F449E4AF6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223" name="Rectangle 1222">
                      <a:extLst>
                        <a:ext uri="{FF2B5EF4-FFF2-40B4-BE49-F238E27FC236}">
                          <a16:creationId xmlns:a16="http://schemas.microsoft.com/office/drawing/2014/main" id="{C3E971CE-1FCC-B929-F6FE-C0D1C291D6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24" name="Rectangle 1223">
                      <a:extLst>
                        <a:ext uri="{FF2B5EF4-FFF2-40B4-BE49-F238E27FC236}">
                          <a16:creationId xmlns:a16="http://schemas.microsoft.com/office/drawing/2014/main" id="{B2E13F7A-25C7-C6E9-7645-E5529DD6C9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25" name="Rectangle 1224">
                      <a:extLst>
                        <a:ext uri="{FF2B5EF4-FFF2-40B4-BE49-F238E27FC236}">
                          <a16:creationId xmlns:a16="http://schemas.microsoft.com/office/drawing/2014/main" id="{BAAE8EA6-82F4-6366-02D7-AE53ED5A75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26" name="Rectangle 1225">
                      <a:extLst>
                        <a:ext uri="{FF2B5EF4-FFF2-40B4-BE49-F238E27FC236}">
                          <a16:creationId xmlns:a16="http://schemas.microsoft.com/office/drawing/2014/main" id="{C6CFD723-9C5B-C7B3-601D-B8B29CEA7D0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27" name="Rectangle 1226">
                      <a:extLst>
                        <a:ext uri="{FF2B5EF4-FFF2-40B4-BE49-F238E27FC236}">
                          <a16:creationId xmlns:a16="http://schemas.microsoft.com/office/drawing/2014/main" id="{9FD0FDE8-CD4A-49DC-3F9F-F7670F65A6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28" name="Rectangle 1227">
                      <a:extLst>
                        <a:ext uri="{FF2B5EF4-FFF2-40B4-BE49-F238E27FC236}">
                          <a16:creationId xmlns:a16="http://schemas.microsoft.com/office/drawing/2014/main" id="{D45E255D-AB1F-BDA4-75CE-CC2AD7BBA5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29" name="Rectangle 1228">
                      <a:extLst>
                        <a:ext uri="{FF2B5EF4-FFF2-40B4-BE49-F238E27FC236}">
                          <a16:creationId xmlns:a16="http://schemas.microsoft.com/office/drawing/2014/main" id="{049BEFEE-545A-B9C6-3A6B-802C20D610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30" name="Rectangle 1229">
                      <a:extLst>
                        <a:ext uri="{FF2B5EF4-FFF2-40B4-BE49-F238E27FC236}">
                          <a16:creationId xmlns:a16="http://schemas.microsoft.com/office/drawing/2014/main" id="{29C36DD6-7D7B-5B16-C2EE-BC136E3C8C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  <p:grpSp>
                <p:nvGrpSpPr>
                  <p:cNvPr id="1032" name="Group 1031">
                    <a:extLst>
                      <a:ext uri="{FF2B5EF4-FFF2-40B4-BE49-F238E27FC236}">
                        <a16:creationId xmlns:a16="http://schemas.microsoft.com/office/drawing/2014/main" id="{250A1898-BB4D-3C11-7A53-5C4F98FD7037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033" name="Group 1032">
                      <a:extLst>
                        <a:ext uri="{FF2B5EF4-FFF2-40B4-BE49-F238E27FC236}">
                          <a16:creationId xmlns:a16="http://schemas.microsoft.com/office/drawing/2014/main" id="{53CC8786-72D3-9BA1-7A90-2A93FF6F406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129" name="Group 1128">
                        <a:extLst>
                          <a:ext uri="{FF2B5EF4-FFF2-40B4-BE49-F238E27FC236}">
                            <a16:creationId xmlns:a16="http://schemas.microsoft.com/office/drawing/2014/main" id="{1985DDC1-EF23-42ED-03C1-F65495781DD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177" name="Group 1176">
                          <a:extLst>
                            <a:ext uri="{FF2B5EF4-FFF2-40B4-BE49-F238E27FC236}">
                              <a16:creationId xmlns:a16="http://schemas.microsoft.com/office/drawing/2014/main" id="{6B5C252B-DAFE-8BF1-0443-6FD3E6E3276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201" name="Group 1200">
                            <a:extLst>
                              <a:ext uri="{FF2B5EF4-FFF2-40B4-BE49-F238E27FC236}">
                                <a16:creationId xmlns:a16="http://schemas.microsoft.com/office/drawing/2014/main" id="{C0E1083F-9216-CDEC-49A6-02B1D2DAC7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213" name="Rectangle 1212">
                              <a:extLst>
                                <a:ext uri="{FF2B5EF4-FFF2-40B4-BE49-F238E27FC236}">
                                  <a16:creationId xmlns:a16="http://schemas.microsoft.com/office/drawing/2014/main" id="{6ABEE4F4-81EE-7D6D-73CB-5575DDEAE4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214" name="Rectangle 1213">
                              <a:extLst>
                                <a:ext uri="{FF2B5EF4-FFF2-40B4-BE49-F238E27FC236}">
                                  <a16:creationId xmlns:a16="http://schemas.microsoft.com/office/drawing/2014/main" id="{DA909591-3D7F-570F-8710-518CDC40BF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215" name="Rectangle 1214">
                              <a:extLst>
                                <a:ext uri="{FF2B5EF4-FFF2-40B4-BE49-F238E27FC236}">
                                  <a16:creationId xmlns:a16="http://schemas.microsoft.com/office/drawing/2014/main" id="{16745F4B-CD9D-BFC7-0A02-8E1F2B51A9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216" name="Rectangle 1215">
                              <a:extLst>
                                <a:ext uri="{FF2B5EF4-FFF2-40B4-BE49-F238E27FC236}">
                                  <a16:creationId xmlns:a16="http://schemas.microsoft.com/office/drawing/2014/main" id="{AA0E0561-DF50-9DB4-6486-94CB4BD6EE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217" name="Rectangle 1216">
                              <a:extLst>
                                <a:ext uri="{FF2B5EF4-FFF2-40B4-BE49-F238E27FC236}">
                                  <a16:creationId xmlns:a16="http://schemas.microsoft.com/office/drawing/2014/main" id="{BA5151CC-C838-F86F-F1C7-78CB3F6069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218" name="Rectangle 1217">
                              <a:extLst>
                                <a:ext uri="{FF2B5EF4-FFF2-40B4-BE49-F238E27FC236}">
                                  <a16:creationId xmlns:a16="http://schemas.microsoft.com/office/drawing/2014/main" id="{F0132429-1B72-1D5C-E06B-C2D4CAB4DA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219" name="Rectangle 1218">
                              <a:extLst>
                                <a:ext uri="{FF2B5EF4-FFF2-40B4-BE49-F238E27FC236}">
                                  <a16:creationId xmlns:a16="http://schemas.microsoft.com/office/drawing/2014/main" id="{5C2267CA-CDC5-6C04-DA1B-455205F743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220" name="Rectangle 1219">
                              <a:extLst>
                                <a:ext uri="{FF2B5EF4-FFF2-40B4-BE49-F238E27FC236}">
                                  <a16:creationId xmlns:a16="http://schemas.microsoft.com/office/drawing/2014/main" id="{2AF4BEC5-115E-5068-E48B-B23AAD9F6B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221" name="Rectangle 1220">
                              <a:extLst>
                                <a:ext uri="{FF2B5EF4-FFF2-40B4-BE49-F238E27FC236}">
                                  <a16:creationId xmlns:a16="http://schemas.microsoft.com/office/drawing/2014/main" id="{0790BFC7-7951-C38B-6CE7-E4B101E89F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222" name="Rectangle 1221">
                              <a:extLst>
                                <a:ext uri="{FF2B5EF4-FFF2-40B4-BE49-F238E27FC236}">
                                  <a16:creationId xmlns:a16="http://schemas.microsoft.com/office/drawing/2014/main" id="{B585DC56-4B0E-FCFD-0BF7-EF4796233B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202" name="Group 1201">
                            <a:extLst>
                              <a:ext uri="{FF2B5EF4-FFF2-40B4-BE49-F238E27FC236}">
                                <a16:creationId xmlns:a16="http://schemas.microsoft.com/office/drawing/2014/main" id="{3B998561-5136-2AB2-6F39-B4EA95B07F1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203" name="Rectangle 1202">
                              <a:extLst>
                                <a:ext uri="{FF2B5EF4-FFF2-40B4-BE49-F238E27FC236}">
                                  <a16:creationId xmlns:a16="http://schemas.microsoft.com/office/drawing/2014/main" id="{AF0F4D2C-79EF-75F2-13A9-06CC675F0A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204" name="Rectangle 1203">
                              <a:extLst>
                                <a:ext uri="{FF2B5EF4-FFF2-40B4-BE49-F238E27FC236}">
                                  <a16:creationId xmlns:a16="http://schemas.microsoft.com/office/drawing/2014/main" id="{76FB6930-57D3-636E-2404-B83F05515C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205" name="Rectangle 1204">
                              <a:extLst>
                                <a:ext uri="{FF2B5EF4-FFF2-40B4-BE49-F238E27FC236}">
                                  <a16:creationId xmlns:a16="http://schemas.microsoft.com/office/drawing/2014/main" id="{12DA8FA3-352E-10CD-4CE0-16198C19E0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206" name="Rectangle 1205">
                              <a:extLst>
                                <a:ext uri="{FF2B5EF4-FFF2-40B4-BE49-F238E27FC236}">
                                  <a16:creationId xmlns:a16="http://schemas.microsoft.com/office/drawing/2014/main" id="{A813A6C7-F412-7C94-B186-BF0602213E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207" name="Rectangle 1206">
                              <a:extLst>
                                <a:ext uri="{FF2B5EF4-FFF2-40B4-BE49-F238E27FC236}">
                                  <a16:creationId xmlns:a16="http://schemas.microsoft.com/office/drawing/2014/main" id="{6E201381-24D5-4DC0-AAB0-56854F27C6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208" name="Rectangle 1207">
                              <a:extLst>
                                <a:ext uri="{FF2B5EF4-FFF2-40B4-BE49-F238E27FC236}">
                                  <a16:creationId xmlns:a16="http://schemas.microsoft.com/office/drawing/2014/main" id="{FD910410-2D15-4D47-F619-6EBB521233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209" name="Rectangle 1208">
                              <a:extLst>
                                <a:ext uri="{FF2B5EF4-FFF2-40B4-BE49-F238E27FC236}">
                                  <a16:creationId xmlns:a16="http://schemas.microsoft.com/office/drawing/2014/main" id="{02D70843-FEE0-7DA6-43A4-E8163A0A65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210" name="Rectangle 1209">
                              <a:extLst>
                                <a:ext uri="{FF2B5EF4-FFF2-40B4-BE49-F238E27FC236}">
                                  <a16:creationId xmlns:a16="http://schemas.microsoft.com/office/drawing/2014/main" id="{5071525E-2882-B075-CDA8-649597CE0D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211" name="Rectangle 1210">
                              <a:extLst>
                                <a:ext uri="{FF2B5EF4-FFF2-40B4-BE49-F238E27FC236}">
                                  <a16:creationId xmlns:a16="http://schemas.microsoft.com/office/drawing/2014/main" id="{F1F2C15D-17C8-58FA-55F6-F714588F1C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212" name="Rectangle 1211">
                              <a:extLst>
                                <a:ext uri="{FF2B5EF4-FFF2-40B4-BE49-F238E27FC236}">
                                  <a16:creationId xmlns:a16="http://schemas.microsoft.com/office/drawing/2014/main" id="{4FBC2D42-700E-4C16-B038-E4E71EEFC1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  <p:grpSp>
                      <p:nvGrpSpPr>
                        <p:cNvPr id="1178" name="Group 1177">
                          <a:extLst>
                            <a:ext uri="{FF2B5EF4-FFF2-40B4-BE49-F238E27FC236}">
                              <a16:creationId xmlns:a16="http://schemas.microsoft.com/office/drawing/2014/main" id="{F7F9430A-3BB9-CD84-7FE3-8B8B897203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179" name="Group 1178">
                            <a:extLst>
                              <a:ext uri="{FF2B5EF4-FFF2-40B4-BE49-F238E27FC236}">
                                <a16:creationId xmlns:a16="http://schemas.microsoft.com/office/drawing/2014/main" id="{4F7CFAF2-9B47-B41B-8DF0-9BC028CC855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91" name="Rectangle 1190">
                              <a:extLst>
                                <a:ext uri="{FF2B5EF4-FFF2-40B4-BE49-F238E27FC236}">
                                  <a16:creationId xmlns:a16="http://schemas.microsoft.com/office/drawing/2014/main" id="{590FA0A9-C165-2783-1812-AD5ED0E828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92" name="Rectangle 1191">
                              <a:extLst>
                                <a:ext uri="{FF2B5EF4-FFF2-40B4-BE49-F238E27FC236}">
                                  <a16:creationId xmlns:a16="http://schemas.microsoft.com/office/drawing/2014/main" id="{B7529CA9-3B2C-669B-64BD-93439B3AD1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93" name="Rectangle 1192">
                              <a:extLst>
                                <a:ext uri="{FF2B5EF4-FFF2-40B4-BE49-F238E27FC236}">
                                  <a16:creationId xmlns:a16="http://schemas.microsoft.com/office/drawing/2014/main" id="{62380C63-8222-C7BC-85EA-3B02FBBB4B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94" name="Rectangle 1193">
                              <a:extLst>
                                <a:ext uri="{FF2B5EF4-FFF2-40B4-BE49-F238E27FC236}">
                                  <a16:creationId xmlns:a16="http://schemas.microsoft.com/office/drawing/2014/main" id="{E7AFF814-F181-DBFF-9387-F2A02CB7BF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95" name="Rectangle 1194">
                              <a:extLst>
                                <a:ext uri="{FF2B5EF4-FFF2-40B4-BE49-F238E27FC236}">
                                  <a16:creationId xmlns:a16="http://schemas.microsoft.com/office/drawing/2014/main" id="{78C54309-C68C-3425-180A-DE904A951A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96" name="Rectangle 1195">
                              <a:extLst>
                                <a:ext uri="{FF2B5EF4-FFF2-40B4-BE49-F238E27FC236}">
                                  <a16:creationId xmlns:a16="http://schemas.microsoft.com/office/drawing/2014/main" id="{430D124F-258A-647F-87B0-45CF56B40B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97" name="Rectangle 1196">
                              <a:extLst>
                                <a:ext uri="{FF2B5EF4-FFF2-40B4-BE49-F238E27FC236}">
                                  <a16:creationId xmlns:a16="http://schemas.microsoft.com/office/drawing/2014/main" id="{EAEC86A9-2B16-0E58-24C7-95A7A0633E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98" name="Rectangle 1197">
                              <a:extLst>
                                <a:ext uri="{FF2B5EF4-FFF2-40B4-BE49-F238E27FC236}">
                                  <a16:creationId xmlns:a16="http://schemas.microsoft.com/office/drawing/2014/main" id="{DCB3312E-DED0-7EDA-7B03-28480B992B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99" name="Rectangle 1198">
                              <a:extLst>
                                <a:ext uri="{FF2B5EF4-FFF2-40B4-BE49-F238E27FC236}">
                                  <a16:creationId xmlns:a16="http://schemas.microsoft.com/office/drawing/2014/main" id="{1C35FC37-8F7F-C93E-B30B-EA3C54A91F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200" name="Rectangle 1199">
                              <a:extLst>
                                <a:ext uri="{FF2B5EF4-FFF2-40B4-BE49-F238E27FC236}">
                                  <a16:creationId xmlns:a16="http://schemas.microsoft.com/office/drawing/2014/main" id="{372B9461-C2C5-2D9D-BC33-2E74BFCBE6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180" name="Group 1179">
                            <a:extLst>
                              <a:ext uri="{FF2B5EF4-FFF2-40B4-BE49-F238E27FC236}">
                                <a16:creationId xmlns:a16="http://schemas.microsoft.com/office/drawing/2014/main" id="{A4C14043-46F6-8D71-833F-5F24B074850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81" name="Rectangle 1180">
                              <a:extLst>
                                <a:ext uri="{FF2B5EF4-FFF2-40B4-BE49-F238E27FC236}">
                                  <a16:creationId xmlns:a16="http://schemas.microsoft.com/office/drawing/2014/main" id="{519FB6B1-6247-ABC7-D959-4D1A977B93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82" name="Rectangle 1181">
                              <a:extLst>
                                <a:ext uri="{FF2B5EF4-FFF2-40B4-BE49-F238E27FC236}">
                                  <a16:creationId xmlns:a16="http://schemas.microsoft.com/office/drawing/2014/main" id="{29ED82B2-C1C5-F2B4-F2C8-7483AC89E7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83" name="Rectangle 1182">
                              <a:extLst>
                                <a:ext uri="{FF2B5EF4-FFF2-40B4-BE49-F238E27FC236}">
                                  <a16:creationId xmlns:a16="http://schemas.microsoft.com/office/drawing/2014/main" id="{92643099-A2E7-AFD7-18FD-82A88576755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84" name="Rectangle 1183">
                              <a:extLst>
                                <a:ext uri="{FF2B5EF4-FFF2-40B4-BE49-F238E27FC236}">
                                  <a16:creationId xmlns:a16="http://schemas.microsoft.com/office/drawing/2014/main" id="{3A5B4095-E554-FE45-D64F-E78EA48311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85" name="Rectangle 1184">
                              <a:extLst>
                                <a:ext uri="{FF2B5EF4-FFF2-40B4-BE49-F238E27FC236}">
                                  <a16:creationId xmlns:a16="http://schemas.microsoft.com/office/drawing/2014/main" id="{29321AB1-D89A-068A-C8B4-BA2786EE2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86" name="Rectangle 1185">
                              <a:extLst>
                                <a:ext uri="{FF2B5EF4-FFF2-40B4-BE49-F238E27FC236}">
                                  <a16:creationId xmlns:a16="http://schemas.microsoft.com/office/drawing/2014/main" id="{78DF429B-47D1-CD88-ECBC-F898289AE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87" name="Rectangle 1186">
                              <a:extLst>
                                <a:ext uri="{FF2B5EF4-FFF2-40B4-BE49-F238E27FC236}">
                                  <a16:creationId xmlns:a16="http://schemas.microsoft.com/office/drawing/2014/main" id="{32CFC75C-523E-D589-2EF4-05DEC81A42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88" name="Rectangle 1187">
                              <a:extLst>
                                <a:ext uri="{FF2B5EF4-FFF2-40B4-BE49-F238E27FC236}">
                                  <a16:creationId xmlns:a16="http://schemas.microsoft.com/office/drawing/2014/main" id="{0CF6E3A8-5DAC-8F15-7AA7-0580F876B0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89" name="Rectangle 1188">
                              <a:extLst>
                                <a:ext uri="{FF2B5EF4-FFF2-40B4-BE49-F238E27FC236}">
                                  <a16:creationId xmlns:a16="http://schemas.microsoft.com/office/drawing/2014/main" id="{9927CB46-A401-DEF6-0F1E-084270DC6D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90" name="Rectangle 1189">
                              <a:extLst>
                                <a:ext uri="{FF2B5EF4-FFF2-40B4-BE49-F238E27FC236}">
                                  <a16:creationId xmlns:a16="http://schemas.microsoft.com/office/drawing/2014/main" id="{8DFE2C99-4EA6-64C1-55EF-D1AF26C7F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130" name="Group 1129">
                        <a:extLst>
                          <a:ext uri="{FF2B5EF4-FFF2-40B4-BE49-F238E27FC236}">
                            <a16:creationId xmlns:a16="http://schemas.microsoft.com/office/drawing/2014/main" id="{924E6832-CF1C-96C2-2237-68B4A568418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131" name="Group 1130">
                          <a:extLst>
                            <a:ext uri="{FF2B5EF4-FFF2-40B4-BE49-F238E27FC236}">
                              <a16:creationId xmlns:a16="http://schemas.microsoft.com/office/drawing/2014/main" id="{5A489FEE-0C1B-4CF2-A6F0-99B3DC0EA3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155" name="Group 1154">
                            <a:extLst>
                              <a:ext uri="{FF2B5EF4-FFF2-40B4-BE49-F238E27FC236}">
                                <a16:creationId xmlns:a16="http://schemas.microsoft.com/office/drawing/2014/main" id="{85882B60-4F9C-CE1A-F8BF-DE16C4CC58E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67" name="Rectangle 1166">
                              <a:extLst>
                                <a:ext uri="{FF2B5EF4-FFF2-40B4-BE49-F238E27FC236}">
                                  <a16:creationId xmlns:a16="http://schemas.microsoft.com/office/drawing/2014/main" id="{052D45C2-1989-C058-6964-F4B9D3ABB1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68" name="Rectangle 1167">
                              <a:extLst>
                                <a:ext uri="{FF2B5EF4-FFF2-40B4-BE49-F238E27FC236}">
                                  <a16:creationId xmlns:a16="http://schemas.microsoft.com/office/drawing/2014/main" id="{6F347C37-375C-9588-F768-1DBEAD2C171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69" name="Rectangle 1168">
                              <a:extLst>
                                <a:ext uri="{FF2B5EF4-FFF2-40B4-BE49-F238E27FC236}">
                                  <a16:creationId xmlns:a16="http://schemas.microsoft.com/office/drawing/2014/main" id="{7565495E-E92A-3D67-FA5C-6E2E8AA664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70" name="Rectangle 1169">
                              <a:extLst>
                                <a:ext uri="{FF2B5EF4-FFF2-40B4-BE49-F238E27FC236}">
                                  <a16:creationId xmlns:a16="http://schemas.microsoft.com/office/drawing/2014/main" id="{A75873EA-4E33-1E30-8E53-E976892275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71" name="Rectangle 1170">
                              <a:extLst>
                                <a:ext uri="{FF2B5EF4-FFF2-40B4-BE49-F238E27FC236}">
                                  <a16:creationId xmlns:a16="http://schemas.microsoft.com/office/drawing/2014/main" id="{6A3F9A05-977F-3E42-48E9-6F38DD7A78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72" name="Rectangle 1171">
                              <a:extLst>
                                <a:ext uri="{FF2B5EF4-FFF2-40B4-BE49-F238E27FC236}">
                                  <a16:creationId xmlns:a16="http://schemas.microsoft.com/office/drawing/2014/main" id="{5DC15CDE-37A1-70A3-30F1-2095299AF6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73" name="Rectangle 1172">
                              <a:extLst>
                                <a:ext uri="{FF2B5EF4-FFF2-40B4-BE49-F238E27FC236}">
                                  <a16:creationId xmlns:a16="http://schemas.microsoft.com/office/drawing/2014/main" id="{913045DC-631C-DF81-E83D-ABB42F4DD0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74" name="Rectangle 1173">
                              <a:extLst>
                                <a:ext uri="{FF2B5EF4-FFF2-40B4-BE49-F238E27FC236}">
                                  <a16:creationId xmlns:a16="http://schemas.microsoft.com/office/drawing/2014/main" id="{AF49DC6F-FC1C-611A-6240-668AC809D6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75" name="Rectangle 1174">
                              <a:extLst>
                                <a:ext uri="{FF2B5EF4-FFF2-40B4-BE49-F238E27FC236}">
                                  <a16:creationId xmlns:a16="http://schemas.microsoft.com/office/drawing/2014/main" id="{418CD1B1-1CB7-73A9-6037-429DB89CE8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76" name="Rectangle 1175">
                              <a:extLst>
                                <a:ext uri="{FF2B5EF4-FFF2-40B4-BE49-F238E27FC236}">
                                  <a16:creationId xmlns:a16="http://schemas.microsoft.com/office/drawing/2014/main" id="{C0FC0619-B379-71B8-442E-AEF5C48B74A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156" name="Group 1155">
                            <a:extLst>
                              <a:ext uri="{FF2B5EF4-FFF2-40B4-BE49-F238E27FC236}">
                                <a16:creationId xmlns:a16="http://schemas.microsoft.com/office/drawing/2014/main" id="{EADD98BE-A7C3-BC58-7424-748D68E9DEE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57" name="Rectangle 1156">
                              <a:extLst>
                                <a:ext uri="{FF2B5EF4-FFF2-40B4-BE49-F238E27FC236}">
                                  <a16:creationId xmlns:a16="http://schemas.microsoft.com/office/drawing/2014/main" id="{62443E3B-C279-6F66-456B-29A882F0A9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58" name="Rectangle 1157">
                              <a:extLst>
                                <a:ext uri="{FF2B5EF4-FFF2-40B4-BE49-F238E27FC236}">
                                  <a16:creationId xmlns:a16="http://schemas.microsoft.com/office/drawing/2014/main" id="{96785626-9EB9-0A32-0EF6-98976D2451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59" name="Rectangle 1158">
                              <a:extLst>
                                <a:ext uri="{FF2B5EF4-FFF2-40B4-BE49-F238E27FC236}">
                                  <a16:creationId xmlns:a16="http://schemas.microsoft.com/office/drawing/2014/main" id="{56C81670-6BD3-FBB2-238D-DDA1207DE9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60" name="Rectangle 1159">
                              <a:extLst>
                                <a:ext uri="{FF2B5EF4-FFF2-40B4-BE49-F238E27FC236}">
                                  <a16:creationId xmlns:a16="http://schemas.microsoft.com/office/drawing/2014/main" id="{472FB2A5-EDCA-FC47-890B-1266D3FEDD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61" name="Rectangle 1160">
                              <a:extLst>
                                <a:ext uri="{FF2B5EF4-FFF2-40B4-BE49-F238E27FC236}">
                                  <a16:creationId xmlns:a16="http://schemas.microsoft.com/office/drawing/2014/main" id="{132B2AC1-4E38-04F8-A7A3-DC9BA853A6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62" name="Rectangle 1161">
                              <a:extLst>
                                <a:ext uri="{FF2B5EF4-FFF2-40B4-BE49-F238E27FC236}">
                                  <a16:creationId xmlns:a16="http://schemas.microsoft.com/office/drawing/2014/main" id="{34ECCD9D-D0B1-AB50-7CD9-B22F6F07EE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63" name="Rectangle 1162">
                              <a:extLst>
                                <a:ext uri="{FF2B5EF4-FFF2-40B4-BE49-F238E27FC236}">
                                  <a16:creationId xmlns:a16="http://schemas.microsoft.com/office/drawing/2014/main" id="{A6B4C90A-0599-27BB-4AC0-B03ED53FC8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64" name="Rectangle 1163">
                              <a:extLst>
                                <a:ext uri="{FF2B5EF4-FFF2-40B4-BE49-F238E27FC236}">
                                  <a16:creationId xmlns:a16="http://schemas.microsoft.com/office/drawing/2014/main" id="{8CAA994B-6806-192E-8B7B-8E1DCDCA0B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65" name="Rectangle 1164">
                              <a:extLst>
                                <a:ext uri="{FF2B5EF4-FFF2-40B4-BE49-F238E27FC236}">
                                  <a16:creationId xmlns:a16="http://schemas.microsoft.com/office/drawing/2014/main" id="{7E73E69F-6DEA-B36D-9E68-A9B294DCB5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66" name="Rectangle 1165">
                              <a:extLst>
                                <a:ext uri="{FF2B5EF4-FFF2-40B4-BE49-F238E27FC236}">
                                  <a16:creationId xmlns:a16="http://schemas.microsoft.com/office/drawing/2014/main" id="{353099F9-55E9-7077-2F40-D80225DC09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  <p:grpSp>
                      <p:nvGrpSpPr>
                        <p:cNvPr id="1132" name="Group 1131">
                          <a:extLst>
                            <a:ext uri="{FF2B5EF4-FFF2-40B4-BE49-F238E27FC236}">
                              <a16:creationId xmlns:a16="http://schemas.microsoft.com/office/drawing/2014/main" id="{30797673-ACD5-1343-8D2A-39004D6792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133" name="Group 1132">
                            <a:extLst>
                              <a:ext uri="{FF2B5EF4-FFF2-40B4-BE49-F238E27FC236}">
                                <a16:creationId xmlns:a16="http://schemas.microsoft.com/office/drawing/2014/main" id="{54C8F8C5-838B-E98A-D382-083AFF4D7A6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45" name="Rectangle 1144">
                              <a:extLst>
                                <a:ext uri="{FF2B5EF4-FFF2-40B4-BE49-F238E27FC236}">
                                  <a16:creationId xmlns:a16="http://schemas.microsoft.com/office/drawing/2014/main" id="{63E71530-AD54-A818-BE1D-2864553144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46" name="Rectangle 1145">
                              <a:extLst>
                                <a:ext uri="{FF2B5EF4-FFF2-40B4-BE49-F238E27FC236}">
                                  <a16:creationId xmlns:a16="http://schemas.microsoft.com/office/drawing/2014/main" id="{FB0D957D-0426-5132-D458-0853F55D57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47" name="Rectangle 1146">
                              <a:extLst>
                                <a:ext uri="{FF2B5EF4-FFF2-40B4-BE49-F238E27FC236}">
                                  <a16:creationId xmlns:a16="http://schemas.microsoft.com/office/drawing/2014/main" id="{3B0FCFBB-8D6D-1130-41A6-388A4986BA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48" name="Rectangle 1147">
                              <a:extLst>
                                <a:ext uri="{FF2B5EF4-FFF2-40B4-BE49-F238E27FC236}">
                                  <a16:creationId xmlns:a16="http://schemas.microsoft.com/office/drawing/2014/main" id="{5EB255A2-FEC9-FBA7-9CDA-F1A619F846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49" name="Rectangle 1148">
                              <a:extLst>
                                <a:ext uri="{FF2B5EF4-FFF2-40B4-BE49-F238E27FC236}">
                                  <a16:creationId xmlns:a16="http://schemas.microsoft.com/office/drawing/2014/main" id="{4553BAEB-01A6-9701-0782-A9D29A27E32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50" name="Rectangle 1149">
                              <a:extLst>
                                <a:ext uri="{FF2B5EF4-FFF2-40B4-BE49-F238E27FC236}">
                                  <a16:creationId xmlns:a16="http://schemas.microsoft.com/office/drawing/2014/main" id="{5143FCD2-A5E2-8418-5734-AA1A232B78B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51" name="Rectangle 1150">
                              <a:extLst>
                                <a:ext uri="{FF2B5EF4-FFF2-40B4-BE49-F238E27FC236}">
                                  <a16:creationId xmlns:a16="http://schemas.microsoft.com/office/drawing/2014/main" id="{8A808B20-3647-70CD-BA03-618E106352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52" name="Rectangle 1151">
                              <a:extLst>
                                <a:ext uri="{FF2B5EF4-FFF2-40B4-BE49-F238E27FC236}">
                                  <a16:creationId xmlns:a16="http://schemas.microsoft.com/office/drawing/2014/main" id="{38E60234-0371-65C3-8E73-04A4D519ECB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53" name="Rectangle 1152">
                              <a:extLst>
                                <a:ext uri="{FF2B5EF4-FFF2-40B4-BE49-F238E27FC236}">
                                  <a16:creationId xmlns:a16="http://schemas.microsoft.com/office/drawing/2014/main" id="{6318B472-E4AF-3FD3-B88D-99D24B173B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54" name="Rectangle 1153">
                              <a:extLst>
                                <a:ext uri="{FF2B5EF4-FFF2-40B4-BE49-F238E27FC236}">
                                  <a16:creationId xmlns:a16="http://schemas.microsoft.com/office/drawing/2014/main" id="{AF51438E-7CED-77A4-386C-69795B3794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134" name="Group 1133">
                            <a:extLst>
                              <a:ext uri="{FF2B5EF4-FFF2-40B4-BE49-F238E27FC236}">
                                <a16:creationId xmlns:a16="http://schemas.microsoft.com/office/drawing/2014/main" id="{F69A26E4-262E-D7E8-88E6-5AE2D313CC9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35" name="Rectangle 1134">
                              <a:extLst>
                                <a:ext uri="{FF2B5EF4-FFF2-40B4-BE49-F238E27FC236}">
                                  <a16:creationId xmlns:a16="http://schemas.microsoft.com/office/drawing/2014/main" id="{A2D42D25-50D3-3BA5-1FC8-30DEECE9D1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36" name="Rectangle 1135">
                              <a:extLst>
                                <a:ext uri="{FF2B5EF4-FFF2-40B4-BE49-F238E27FC236}">
                                  <a16:creationId xmlns:a16="http://schemas.microsoft.com/office/drawing/2014/main" id="{B41C8803-9D99-3D27-C100-7432D767D3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37" name="Rectangle 1136">
                              <a:extLst>
                                <a:ext uri="{FF2B5EF4-FFF2-40B4-BE49-F238E27FC236}">
                                  <a16:creationId xmlns:a16="http://schemas.microsoft.com/office/drawing/2014/main" id="{C81BBBD5-0009-1EC0-D1D3-81182735AC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38" name="Rectangle 1137">
                              <a:extLst>
                                <a:ext uri="{FF2B5EF4-FFF2-40B4-BE49-F238E27FC236}">
                                  <a16:creationId xmlns:a16="http://schemas.microsoft.com/office/drawing/2014/main" id="{C30F3688-2865-B5E4-BC74-2CD4A203C6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39" name="Rectangle 1138">
                              <a:extLst>
                                <a:ext uri="{FF2B5EF4-FFF2-40B4-BE49-F238E27FC236}">
                                  <a16:creationId xmlns:a16="http://schemas.microsoft.com/office/drawing/2014/main" id="{4A51DAF4-1AFC-4615-84C2-8688DB4E74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40" name="Rectangle 1139">
                              <a:extLst>
                                <a:ext uri="{FF2B5EF4-FFF2-40B4-BE49-F238E27FC236}">
                                  <a16:creationId xmlns:a16="http://schemas.microsoft.com/office/drawing/2014/main" id="{A2D1747E-9CA5-7CE1-690F-5FEF69C714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41" name="Rectangle 1140">
                              <a:extLst>
                                <a:ext uri="{FF2B5EF4-FFF2-40B4-BE49-F238E27FC236}">
                                  <a16:creationId xmlns:a16="http://schemas.microsoft.com/office/drawing/2014/main" id="{169EE2DC-407B-9EAA-C93C-6C799372BC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42" name="Rectangle 1141">
                              <a:extLst>
                                <a:ext uri="{FF2B5EF4-FFF2-40B4-BE49-F238E27FC236}">
                                  <a16:creationId xmlns:a16="http://schemas.microsoft.com/office/drawing/2014/main" id="{504CC53C-3D98-58B3-97B2-C49CBA6BDB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43" name="Rectangle 1142">
                              <a:extLst>
                                <a:ext uri="{FF2B5EF4-FFF2-40B4-BE49-F238E27FC236}">
                                  <a16:creationId xmlns:a16="http://schemas.microsoft.com/office/drawing/2014/main" id="{7A9C7DD4-441D-4584-E152-8FCD7903FE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44" name="Rectangle 1143">
                              <a:extLst>
                                <a:ext uri="{FF2B5EF4-FFF2-40B4-BE49-F238E27FC236}">
                                  <a16:creationId xmlns:a16="http://schemas.microsoft.com/office/drawing/2014/main" id="{55461237-C776-C13E-F769-9C1C817D17C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034" name="Group 1033">
                      <a:extLst>
                        <a:ext uri="{FF2B5EF4-FFF2-40B4-BE49-F238E27FC236}">
                          <a16:creationId xmlns:a16="http://schemas.microsoft.com/office/drawing/2014/main" id="{09BD1591-5F36-476B-4E87-2EEF6FB887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035" name="Group 1034">
                        <a:extLst>
                          <a:ext uri="{FF2B5EF4-FFF2-40B4-BE49-F238E27FC236}">
                            <a16:creationId xmlns:a16="http://schemas.microsoft.com/office/drawing/2014/main" id="{C8451879-37AE-0F09-3662-193B36A20AA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083" name="Group 1082">
                          <a:extLst>
                            <a:ext uri="{FF2B5EF4-FFF2-40B4-BE49-F238E27FC236}">
                              <a16:creationId xmlns:a16="http://schemas.microsoft.com/office/drawing/2014/main" id="{2061D321-2FE8-D725-DCA3-847DD98796F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107" name="Group 1106">
                            <a:extLst>
                              <a:ext uri="{FF2B5EF4-FFF2-40B4-BE49-F238E27FC236}">
                                <a16:creationId xmlns:a16="http://schemas.microsoft.com/office/drawing/2014/main" id="{8F6173D2-9263-75EA-BA85-621B849ACAF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19" name="Rectangle 1118">
                              <a:extLst>
                                <a:ext uri="{FF2B5EF4-FFF2-40B4-BE49-F238E27FC236}">
                                  <a16:creationId xmlns:a16="http://schemas.microsoft.com/office/drawing/2014/main" id="{5A7047B8-7794-5385-D909-704C28C554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20" name="Rectangle 1119">
                              <a:extLst>
                                <a:ext uri="{FF2B5EF4-FFF2-40B4-BE49-F238E27FC236}">
                                  <a16:creationId xmlns:a16="http://schemas.microsoft.com/office/drawing/2014/main" id="{CB5E6304-A3FF-8EDB-BAA5-3872378C64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21" name="Rectangle 1120">
                              <a:extLst>
                                <a:ext uri="{FF2B5EF4-FFF2-40B4-BE49-F238E27FC236}">
                                  <a16:creationId xmlns:a16="http://schemas.microsoft.com/office/drawing/2014/main" id="{AF0D57AF-3E7A-D18A-FF83-C06C1A1D2E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22" name="Rectangle 1121">
                              <a:extLst>
                                <a:ext uri="{FF2B5EF4-FFF2-40B4-BE49-F238E27FC236}">
                                  <a16:creationId xmlns:a16="http://schemas.microsoft.com/office/drawing/2014/main" id="{18AFF3BD-0B7A-3EA5-0B8C-AE5A343A4F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23" name="Rectangle 1122">
                              <a:extLst>
                                <a:ext uri="{FF2B5EF4-FFF2-40B4-BE49-F238E27FC236}">
                                  <a16:creationId xmlns:a16="http://schemas.microsoft.com/office/drawing/2014/main" id="{05D9874C-EC7C-16DC-E9D1-EFC8387FBB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24" name="Rectangle 1123">
                              <a:extLst>
                                <a:ext uri="{FF2B5EF4-FFF2-40B4-BE49-F238E27FC236}">
                                  <a16:creationId xmlns:a16="http://schemas.microsoft.com/office/drawing/2014/main" id="{80719121-E9C3-AACD-D456-32EECC0946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25" name="Rectangle 1124">
                              <a:extLst>
                                <a:ext uri="{FF2B5EF4-FFF2-40B4-BE49-F238E27FC236}">
                                  <a16:creationId xmlns:a16="http://schemas.microsoft.com/office/drawing/2014/main" id="{28063E69-F07B-D657-3B0E-F8EFB7DCA3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26" name="Rectangle 1125">
                              <a:extLst>
                                <a:ext uri="{FF2B5EF4-FFF2-40B4-BE49-F238E27FC236}">
                                  <a16:creationId xmlns:a16="http://schemas.microsoft.com/office/drawing/2014/main" id="{1509EA6F-77C4-0952-B630-03B3AE0868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27" name="Rectangle 1126">
                              <a:extLst>
                                <a:ext uri="{FF2B5EF4-FFF2-40B4-BE49-F238E27FC236}">
                                  <a16:creationId xmlns:a16="http://schemas.microsoft.com/office/drawing/2014/main" id="{3A7FEBAA-B6B0-BE34-3AD4-BA40D0E27B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28" name="Rectangle 1127">
                              <a:extLst>
                                <a:ext uri="{FF2B5EF4-FFF2-40B4-BE49-F238E27FC236}">
                                  <a16:creationId xmlns:a16="http://schemas.microsoft.com/office/drawing/2014/main" id="{96ADCBB8-3E77-4490-E115-CC0278DE35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108" name="Group 1107">
                            <a:extLst>
                              <a:ext uri="{FF2B5EF4-FFF2-40B4-BE49-F238E27FC236}">
                                <a16:creationId xmlns:a16="http://schemas.microsoft.com/office/drawing/2014/main" id="{6740B8B3-0AEC-858C-D070-C35C373EAFF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09" name="Rectangle 1108">
                              <a:extLst>
                                <a:ext uri="{FF2B5EF4-FFF2-40B4-BE49-F238E27FC236}">
                                  <a16:creationId xmlns:a16="http://schemas.microsoft.com/office/drawing/2014/main" id="{FA79B830-88A7-466D-C6BC-22DB86A0E05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10" name="Rectangle 1109">
                              <a:extLst>
                                <a:ext uri="{FF2B5EF4-FFF2-40B4-BE49-F238E27FC236}">
                                  <a16:creationId xmlns:a16="http://schemas.microsoft.com/office/drawing/2014/main" id="{E5621F97-097C-7C07-37AC-BFE0D5DC97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11" name="Rectangle 1110">
                              <a:extLst>
                                <a:ext uri="{FF2B5EF4-FFF2-40B4-BE49-F238E27FC236}">
                                  <a16:creationId xmlns:a16="http://schemas.microsoft.com/office/drawing/2014/main" id="{483D74E2-921F-ED52-CCCE-C1C993A6EB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12" name="Rectangle 1111">
                              <a:extLst>
                                <a:ext uri="{FF2B5EF4-FFF2-40B4-BE49-F238E27FC236}">
                                  <a16:creationId xmlns:a16="http://schemas.microsoft.com/office/drawing/2014/main" id="{9F2DB1E4-3B33-71C3-82D3-4178C21B4A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13" name="Rectangle 1112">
                              <a:extLst>
                                <a:ext uri="{FF2B5EF4-FFF2-40B4-BE49-F238E27FC236}">
                                  <a16:creationId xmlns:a16="http://schemas.microsoft.com/office/drawing/2014/main" id="{8F865721-A0FC-FA1A-AED4-4E796CED37F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14" name="Rectangle 1113">
                              <a:extLst>
                                <a:ext uri="{FF2B5EF4-FFF2-40B4-BE49-F238E27FC236}">
                                  <a16:creationId xmlns:a16="http://schemas.microsoft.com/office/drawing/2014/main" id="{D326E656-EE6F-E8BD-1477-F20DB31DC0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15" name="Rectangle 1114">
                              <a:extLst>
                                <a:ext uri="{FF2B5EF4-FFF2-40B4-BE49-F238E27FC236}">
                                  <a16:creationId xmlns:a16="http://schemas.microsoft.com/office/drawing/2014/main" id="{945F1B46-F352-7A36-6441-D4122A377D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16" name="Rectangle 1115">
                              <a:extLst>
                                <a:ext uri="{FF2B5EF4-FFF2-40B4-BE49-F238E27FC236}">
                                  <a16:creationId xmlns:a16="http://schemas.microsoft.com/office/drawing/2014/main" id="{8ED0435D-93DF-FFCA-DE5B-D24757C87B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17" name="Rectangle 1116">
                              <a:extLst>
                                <a:ext uri="{FF2B5EF4-FFF2-40B4-BE49-F238E27FC236}">
                                  <a16:creationId xmlns:a16="http://schemas.microsoft.com/office/drawing/2014/main" id="{7DDA75CC-FF81-27CE-D010-3EF4CD2EF7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18" name="Rectangle 1117">
                              <a:extLst>
                                <a:ext uri="{FF2B5EF4-FFF2-40B4-BE49-F238E27FC236}">
                                  <a16:creationId xmlns:a16="http://schemas.microsoft.com/office/drawing/2014/main" id="{300F6F8A-208F-3FBD-62CE-7636F327C2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  <p:grpSp>
                      <p:nvGrpSpPr>
                        <p:cNvPr id="1084" name="Group 1083">
                          <a:extLst>
                            <a:ext uri="{FF2B5EF4-FFF2-40B4-BE49-F238E27FC236}">
                              <a16:creationId xmlns:a16="http://schemas.microsoft.com/office/drawing/2014/main" id="{C73EE3E4-B8D1-CDB6-C0B9-522D21AB226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085" name="Group 1084">
                            <a:extLst>
                              <a:ext uri="{FF2B5EF4-FFF2-40B4-BE49-F238E27FC236}">
                                <a16:creationId xmlns:a16="http://schemas.microsoft.com/office/drawing/2014/main" id="{BCA4A1ED-BAC4-46DE-95CA-F47EF1DFAEA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97" name="Rectangle 1096">
                              <a:extLst>
                                <a:ext uri="{FF2B5EF4-FFF2-40B4-BE49-F238E27FC236}">
                                  <a16:creationId xmlns:a16="http://schemas.microsoft.com/office/drawing/2014/main" id="{5470FA52-FF3C-D611-18DC-815D22CE57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98" name="Rectangle 1097">
                              <a:extLst>
                                <a:ext uri="{FF2B5EF4-FFF2-40B4-BE49-F238E27FC236}">
                                  <a16:creationId xmlns:a16="http://schemas.microsoft.com/office/drawing/2014/main" id="{A2D57CC2-C01B-B7BD-19AD-D24941A13B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99" name="Rectangle 1098">
                              <a:extLst>
                                <a:ext uri="{FF2B5EF4-FFF2-40B4-BE49-F238E27FC236}">
                                  <a16:creationId xmlns:a16="http://schemas.microsoft.com/office/drawing/2014/main" id="{55CC8C2C-12A6-3857-8D5F-52268492D7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00" name="Rectangle 1099">
                              <a:extLst>
                                <a:ext uri="{FF2B5EF4-FFF2-40B4-BE49-F238E27FC236}">
                                  <a16:creationId xmlns:a16="http://schemas.microsoft.com/office/drawing/2014/main" id="{D50A74C2-7F18-DB61-E34D-0B19BE5D26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01" name="Rectangle 1100">
                              <a:extLst>
                                <a:ext uri="{FF2B5EF4-FFF2-40B4-BE49-F238E27FC236}">
                                  <a16:creationId xmlns:a16="http://schemas.microsoft.com/office/drawing/2014/main" id="{0A1247E1-93ED-72D6-B3BD-BBC875C181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02" name="Rectangle 1101">
                              <a:extLst>
                                <a:ext uri="{FF2B5EF4-FFF2-40B4-BE49-F238E27FC236}">
                                  <a16:creationId xmlns:a16="http://schemas.microsoft.com/office/drawing/2014/main" id="{EDD79981-79DC-654E-B1EC-45BF4DCB8A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03" name="Rectangle 1102">
                              <a:extLst>
                                <a:ext uri="{FF2B5EF4-FFF2-40B4-BE49-F238E27FC236}">
                                  <a16:creationId xmlns:a16="http://schemas.microsoft.com/office/drawing/2014/main" id="{4DD6DE7D-80E4-A3AE-A6E9-1152FD4540B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04" name="Rectangle 1103">
                              <a:extLst>
                                <a:ext uri="{FF2B5EF4-FFF2-40B4-BE49-F238E27FC236}">
                                  <a16:creationId xmlns:a16="http://schemas.microsoft.com/office/drawing/2014/main" id="{377D8BB5-E47A-DE63-2566-42DA2E4DB7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05" name="Rectangle 1104">
                              <a:extLst>
                                <a:ext uri="{FF2B5EF4-FFF2-40B4-BE49-F238E27FC236}">
                                  <a16:creationId xmlns:a16="http://schemas.microsoft.com/office/drawing/2014/main" id="{5F0879C7-6FF5-A627-8436-7471CF6A67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106" name="Rectangle 1105">
                              <a:extLst>
                                <a:ext uri="{FF2B5EF4-FFF2-40B4-BE49-F238E27FC236}">
                                  <a16:creationId xmlns:a16="http://schemas.microsoft.com/office/drawing/2014/main" id="{B3B2D63D-2398-DCB9-C879-3536342C73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086" name="Group 1085">
                            <a:extLst>
                              <a:ext uri="{FF2B5EF4-FFF2-40B4-BE49-F238E27FC236}">
                                <a16:creationId xmlns:a16="http://schemas.microsoft.com/office/drawing/2014/main" id="{09389BD2-8A6F-8F12-729F-FCC362C7C78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87" name="Rectangle 1086">
                              <a:extLst>
                                <a:ext uri="{FF2B5EF4-FFF2-40B4-BE49-F238E27FC236}">
                                  <a16:creationId xmlns:a16="http://schemas.microsoft.com/office/drawing/2014/main" id="{CBD4FE8E-9CD6-0096-E9CC-8F52CD7A387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88" name="Rectangle 1087">
                              <a:extLst>
                                <a:ext uri="{FF2B5EF4-FFF2-40B4-BE49-F238E27FC236}">
                                  <a16:creationId xmlns:a16="http://schemas.microsoft.com/office/drawing/2014/main" id="{614B4319-D5B4-BF0F-3393-257D55AE67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89" name="Rectangle 1088">
                              <a:extLst>
                                <a:ext uri="{FF2B5EF4-FFF2-40B4-BE49-F238E27FC236}">
                                  <a16:creationId xmlns:a16="http://schemas.microsoft.com/office/drawing/2014/main" id="{7F2B6D89-4E3A-A764-25F7-2BE166010B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90" name="Rectangle 1089">
                              <a:extLst>
                                <a:ext uri="{FF2B5EF4-FFF2-40B4-BE49-F238E27FC236}">
                                  <a16:creationId xmlns:a16="http://schemas.microsoft.com/office/drawing/2014/main" id="{F994D361-F067-895D-4AC1-B971A482BD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91" name="Rectangle 1090">
                              <a:extLst>
                                <a:ext uri="{FF2B5EF4-FFF2-40B4-BE49-F238E27FC236}">
                                  <a16:creationId xmlns:a16="http://schemas.microsoft.com/office/drawing/2014/main" id="{0E6D32A4-C8A7-7816-2F01-94017CB2D1E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92" name="Rectangle 1091">
                              <a:extLst>
                                <a:ext uri="{FF2B5EF4-FFF2-40B4-BE49-F238E27FC236}">
                                  <a16:creationId xmlns:a16="http://schemas.microsoft.com/office/drawing/2014/main" id="{1B44E61E-6693-C1C9-ED1D-D2D1A8A592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93" name="Rectangle 1092">
                              <a:extLst>
                                <a:ext uri="{FF2B5EF4-FFF2-40B4-BE49-F238E27FC236}">
                                  <a16:creationId xmlns:a16="http://schemas.microsoft.com/office/drawing/2014/main" id="{F47E9134-778F-2BA2-9C22-F8414B231E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94" name="Rectangle 1093">
                              <a:extLst>
                                <a:ext uri="{FF2B5EF4-FFF2-40B4-BE49-F238E27FC236}">
                                  <a16:creationId xmlns:a16="http://schemas.microsoft.com/office/drawing/2014/main" id="{0C5780D4-BC98-BD58-2C85-0351CE6825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95" name="Rectangle 1094">
                              <a:extLst>
                                <a:ext uri="{FF2B5EF4-FFF2-40B4-BE49-F238E27FC236}">
                                  <a16:creationId xmlns:a16="http://schemas.microsoft.com/office/drawing/2014/main" id="{B19E223D-7EF6-2817-4F36-1B0D809E70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96" name="Rectangle 1095">
                              <a:extLst>
                                <a:ext uri="{FF2B5EF4-FFF2-40B4-BE49-F238E27FC236}">
                                  <a16:creationId xmlns:a16="http://schemas.microsoft.com/office/drawing/2014/main" id="{4A8019E5-72A8-0D36-AEEE-642D15F3E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036" name="Group 1035">
                        <a:extLst>
                          <a:ext uri="{FF2B5EF4-FFF2-40B4-BE49-F238E27FC236}">
                            <a16:creationId xmlns:a16="http://schemas.microsoft.com/office/drawing/2014/main" id="{34295A80-98B1-DEDD-CC7B-B48E9A66B86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037" name="Group 1036">
                          <a:extLst>
                            <a:ext uri="{FF2B5EF4-FFF2-40B4-BE49-F238E27FC236}">
                              <a16:creationId xmlns:a16="http://schemas.microsoft.com/office/drawing/2014/main" id="{70EC8628-4E35-B24C-08F1-75AFF53240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061" name="Group 1060">
                            <a:extLst>
                              <a:ext uri="{FF2B5EF4-FFF2-40B4-BE49-F238E27FC236}">
                                <a16:creationId xmlns:a16="http://schemas.microsoft.com/office/drawing/2014/main" id="{763B9E52-0CC6-9F50-015C-7F468BE6757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73" name="Rectangle 1072">
                              <a:extLst>
                                <a:ext uri="{FF2B5EF4-FFF2-40B4-BE49-F238E27FC236}">
                                  <a16:creationId xmlns:a16="http://schemas.microsoft.com/office/drawing/2014/main" id="{701FFE94-2488-CDEE-532C-34D87F5D9C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74" name="Rectangle 1073">
                              <a:extLst>
                                <a:ext uri="{FF2B5EF4-FFF2-40B4-BE49-F238E27FC236}">
                                  <a16:creationId xmlns:a16="http://schemas.microsoft.com/office/drawing/2014/main" id="{4ED64D61-0C07-22DA-B0E9-4414E1392C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75" name="Rectangle 1074">
                              <a:extLst>
                                <a:ext uri="{FF2B5EF4-FFF2-40B4-BE49-F238E27FC236}">
                                  <a16:creationId xmlns:a16="http://schemas.microsoft.com/office/drawing/2014/main" id="{077E4412-7C66-7A96-9514-1CC891CFB1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76" name="Rectangle 1075">
                              <a:extLst>
                                <a:ext uri="{FF2B5EF4-FFF2-40B4-BE49-F238E27FC236}">
                                  <a16:creationId xmlns:a16="http://schemas.microsoft.com/office/drawing/2014/main" id="{B9316FFB-8968-B223-4CFF-C590861FD8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77" name="Rectangle 1076">
                              <a:extLst>
                                <a:ext uri="{FF2B5EF4-FFF2-40B4-BE49-F238E27FC236}">
                                  <a16:creationId xmlns:a16="http://schemas.microsoft.com/office/drawing/2014/main" id="{E82B870A-3B39-483F-A8EB-DFFDD9F658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78" name="Rectangle 1077">
                              <a:extLst>
                                <a:ext uri="{FF2B5EF4-FFF2-40B4-BE49-F238E27FC236}">
                                  <a16:creationId xmlns:a16="http://schemas.microsoft.com/office/drawing/2014/main" id="{B1D56F10-DDFA-54F9-0ED6-1F04B27075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79" name="Rectangle 1078">
                              <a:extLst>
                                <a:ext uri="{FF2B5EF4-FFF2-40B4-BE49-F238E27FC236}">
                                  <a16:creationId xmlns:a16="http://schemas.microsoft.com/office/drawing/2014/main" id="{65A0F89B-5F4F-8E14-851F-4D86217A21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80" name="Rectangle 1079">
                              <a:extLst>
                                <a:ext uri="{FF2B5EF4-FFF2-40B4-BE49-F238E27FC236}">
                                  <a16:creationId xmlns:a16="http://schemas.microsoft.com/office/drawing/2014/main" id="{3A5613B6-997B-3D00-8972-E1207D62DA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81" name="Rectangle 1080">
                              <a:extLst>
                                <a:ext uri="{FF2B5EF4-FFF2-40B4-BE49-F238E27FC236}">
                                  <a16:creationId xmlns:a16="http://schemas.microsoft.com/office/drawing/2014/main" id="{0EFB6BB6-473E-7FE3-AFC1-0D7054F5F1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82" name="Rectangle 1081">
                              <a:extLst>
                                <a:ext uri="{FF2B5EF4-FFF2-40B4-BE49-F238E27FC236}">
                                  <a16:creationId xmlns:a16="http://schemas.microsoft.com/office/drawing/2014/main" id="{10093DE2-59AB-E060-ADA6-8F73852A2E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062" name="Group 1061">
                            <a:extLst>
                              <a:ext uri="{FF2B5EF4-FFF2-40B4-BE49-F238E27FC236}">
                                <a16:creationId xmlns:a16="http://schemas.microsoft.com/office/drawing/2014/main" id="{4A119F30-EAF6-B002-27A8-D81FE1B31D9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63" name="Rectangle 1062">
                              <a:extLst>
                                <a:ext uri="{FF2B5EF4-FFF2-40B4-BE49-F238E27FC236}">
                                  <a16:creationId xmlns:a16="http://schemas.microsoft.com/office/drawing/2014/main" id="{0721E8F4-293C-B64F-B8EB-03B38325D5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64" name="Rectangle 1063">
                              <a:extLst>
                                <a:ext uri="{FF2B5EF4-FFF2-40B4-BE49-F238E27FC236}">
                                  <a16:creationId xmlns:a16="http://schemas.microsoft.com/office/drawing/2014/main" id="{37F48E76-2AA3-2DD8-C986-AE85E5CFA9B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65" name="Rectangle 1064">
                              <a:extLst>
                                <a:ext uri="{FF2B5EF4-FFF2-40B4-BE49-F238E27FC236}">
                                  <a16:creationId xmlns:a16="http://schemas.microsoft.com/office/drawing/2014/main" id="{67FE692D-56E6-ACF5-B3D0-F07E42F5A4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66" name="Rectangle 1065">
                              <a:extLst>
                                <a:ext uri="{FF2B5EF4-FFF2-40B4-BE49-F238E27FC236}">
                                  <a16:creationId xmlns:a16="http://schemas.microsoft.com/office/drawing/2014/main" id="{6328CC77-D9C5-5092-5F96-D58593A008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67" name="Rectangle 1066">
                              <a:extLst>
                                <a:ext uri="{FF2B5EF4-FFF2-40B4-BE49-F238E27FC236}">
                                  <a16:creationId xmlns:a16="http://schemas.microsoft.com/office/drawing/2014/main" id="{9EC9BB52-0BCB-2370-6950-961185DC1C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68" name="Rectangle 1067">
                              <a:extLst>
                                <a:ext uri="{FF2B5EF4-FFF2-40B4-BE49-F238E27FC236}">
                                  <a16:creationId xmlns:a16="http://schemas.microsoft.com/office/drawing/2014/main" id="{94FA1822-FB8B-D7AD-4DA9-90C705FC1B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69" name="Rectangle 1068">
                              <a:extLst>
                                <a:ext uri="{FF2B5EF4-FFF2-40B4-BE49-F238E27FC236}">
                                  <a16:creationId xmlns:a16="http://schemas.microsoft.com/office/drawing/2014/main" id="{5C2A93F5-1D3B-126D-9E69-8A198F7ED6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70" name="Rectangle 1069">
                              <a:extLst>
                                <a:ext uri="{FF2B5EF4-FFF2-40B4-BE49-F238E27FC236}">
                                  <a16:creationId xmlns:a16="http://schemas.microsoft.com/office/drawing/2014/main" id="{19C565E2-3AAF-A84E-0304-75F5614ABD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71" name="Rectangle 1070">
                              <a:extLst>
                                <a:ext uri="{FF2B5EF4-FFF2-40B4-BE49-F238E27FC236}">
                                  <a16:creationId xmlns:a16="http://schemas.microsoft.com/office/drawing/2014/main" id="{11E706B7-A17B-B26C-1BB0-5D4CF42C99E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72" name="Rectangle 1071">
                              <a:extLst>
                                <a:ext uri="{FF2B5EF4-FFF2-40B4-BE49-F238E27FC236}">
                                  <a16:creationId xmlns:a16="http://schemas.microsoft.com/office/drawing/2014/main" id="{56F8076C-DC9E-26D0-9A0F-D7EEFC026D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  <p:grpSp>
                      <p:nvGrpSpPr>
                        <p:cNvPr id="1038" name="Group 1037">
                          <a:extLst>
                            <a:ext uri="{FF2B5EF4-FFF2-40B4-BE49-F238E27FC236}">
                              <a16:creationId xmlns:a16="http://schemas.microsoft.com/office/drawing/2014/main" id="{AD8B82B9-7715-221D-63B5-2ED9FB8A432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039" name="Group 1038">
                            <a:extLst>
                              <a:ext uri="{FF2B5EF4-FFF2-40B4-BE49-F238E27FC236}">
                                <a16:creationId xmlns:a16="http://schemas.microsoft.com/office/drawing/2014/main" id="{DA8EBDF2-0FF0-C1DE-DB6C-6770DC305D9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51" name="Rectangle 1050">
                              <a:extLst>
                                <a:ext uri="{FF2B5EF4-FFF2-40B4-BE49-F238E27FC236}">
                                  <a16:creationId xmlns:a16="http://schemas.microsoft.com/office/drawing/2014/main" id="{00EAFF7D-C437-B6E1-34A3-B35BC864F3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52" name="Rectangle 1051">
                              <a:extLst>
                                <a:ext uri="{FF2B5EF4-FFF2-40B4-BE49-F238E27FC236}">
                                  <a16:creationId xmlns:a16="http://schemas.microsoft.com/office/drawing/2014/main" id="{FF5DDF2F-7243-C8EF-48C8-FFF0C4A242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53" name="Rectangle 1052">
                              <a:extLst>
                                <a:ext uri="{FF2B5EF4-FFF2-40B4-BE49-F238E27FC236}">
                                  <a16:creationId xmlns:a16="http://schemas.microsoft.com/office/drawing/2014/main" id="{72FFFAFF-CFE4-E84E-F487-C8D31E67B4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54" name="Rectangle 1053">
                              <a:extLst>
                                <a:ext uri="{FF2B5EF4-FFF2-40B4-BE49-F238E27FC236}">
                                  <a16:creationId xmlns:a16="http://schemas.microsoft.com/office/drawing/2014/main" id="{288F7573-314B-C251-24C5-1FD2F53C97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55" name="Rectangle 1054">
                              <a:extLst>
                                <a:ext uri="{FF2B5EF4-FFF2-40B4-BE49-F238E27FC236}">
                                  <a16:creationId xmlns:a16="http://schemas.microsoft.com/office/drawing/2014/main" id="{65BB186E-699B-851C-2EF1-818C60F275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56" name="Rectangle 1055">
                              <a:extLst>
                                <a:ext uri="{FF2B5EF4-FFF2-40B4-BE49-F238E27FC236}">
                                  <a16:creationId xmlns:a16="http://schemas.microsoft.com/office/drawing/2014/main" id="{3714AAB1-DB9A-7646-878C-B8B579CC3C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57" name="Rectangle 1056">
                              <a:extLst>
                                <a:ext uri="{FF2B5EF4-FFF2-40B4-BE49-F238E27FC236}">
                                  <a16:creationId xmlns:a16="http://schemas.microsoft.com/office/drawing/2014/main" id="{377E40A7-6B5D-20C4-4C11-96C067032C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58" name="Rectangle 1057">
                              <a:extLst>
                                <a:ext uri="{FF2B5EF4-FFF2-40B4-BE49-F238E27FC236}">
                                  <a16:creationId xmlns:a16="http://schemas.microsoft.com/office/drawing/2014/main" id="{B4EF1554-8D94-3FC3-0CEB-A5E478A24A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59" name="Rectangle 1058">
                              <a:extLst>
                                <a:ext uri="{FF2B5EF4-FFF2-40B4-BE49-F238E27FC236}">
                                  <a16:creationId xmlns:a16="http://schemas.microsoft.com/office/drawing/2014/main" id="{692465E6-B6C0-7754-1A1E-6EF79044D4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60" name="Rectangle 1059">
                              <a:extLst>
                                <a:ext uri="{FF2B5EF4-FFF2-40B4-BE49-F238E27FC236}">
                                  <a16:creationId xmlns:a16="http://schemas.microsoft.com/office/drawing/2014/main" id="{A5C85DEB-2CFF-06C9-3A5F-7CA20FBC4A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040" name="Group 1039">
                            <a:extLst>
                              <a:ext uri="{FF2B5EF4-FFF2-40B4-BE49-F238E27FC236}">
                                <a16:creationId xmlns:a16="http://schemas.microsoft.com/office/drawing/2014/main" id="{69B0A06C-20CA-E094-9322-3D7337C797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41" name="Rectangle 1040">
                              <a:extLst>
                                <a:ext uri="{FF2B5EF4-FFF2-40B4-BE49-F238E27FC236}">
                                  <a16:creationId xmlns:a16="http://schemas.microsoft.com/office/drawing/2014/main" id="{A4B599AE-3C6F-59DC-19DC-7D3DBF8C51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42" name="Rectangle 1041">
                              <a:extLst>
                                <a:ext uri="{FF2B5EF4-FFF2-40B4-BE49-F238E27FC236}">
                                  <a16:creationId xmlns:a16="http://schemas.microsoft.com/office/drawing/2014/main" id="{0FBBA09A-B55C-D4F6-8A03-BAED48A7C0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43" name="Rectangle 1042">
                              <a:extLst>
                                <a:ext uri="{FF2B5EF4-FFF2-40B4-BE49-F238E27FC236}">
                                  <a16:creationId xmlns:a16="http://schemas.microsoft.com/office/drawing/2014/main" id="{547B67EA-4596-A470-611E-580C101593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44" name="Rectangle 1043">
                              <a:extLst>
                                <a:ext uri="{FF2B5EF4-FFF2-40B4-BE49-F238E27FC236}">
                                  <a16:creationId xmlns:a16="http://schemas.microsoft.com/office/drawing/2014/main" id="{5ACADE39-9C8D-3DD2-C948-F8E23043BB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45" name="Rectangle 1044">
                              <a:extLst>
                                <a:ext uri="{FF2B5EF4-FFF2-40B4-BE49-F238E27FC236}">
                                  <a16:creationId xmlns:a16="http://schemas.microsoft.com/office/drawing/2014/main" id="{1311701F-3F08-837D-2126-F4B75DDB9F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46" name="Rectangle 1045">
                              <a:extLst>
                                <a:ext uri="{FF2B5EF4-FFF2-40B4-BE49-F238E27FC236}">
                                  <a16:creationId xmlns:a16="http://schemas.microsoft.com/office/drawing/2014/main" id="{B1976E11-0874-CC34-1DF8-8B39A87F59D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47" name="Rectangle 1046">
                              <a:extLst>
                                <a:ext uri="{FF2B5EF4-FFF2-40B4-BE49-F238E27FC236}">
                                  <a16:creationId xmlns:a16="http://schemas.microsoft.com/office/drawing/2014/main" id="{E0B4CB9D-A73E-8ECC-8E0F-12780C6715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48" name="Rectangle 1047">
                              <a:extLst>
                                <a:ext uri="{FF2B5EF4-FFF2-40B4-BE49-F238E27FC236}">
                                  <a16:creationId xmlns:a16="http://schemas.microsoft.com/office/drawing/2014/main" id="{14EC8B0A-A6A1-1CD8-05C9-15395BF5928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49" name="Rectangle 1048">
                              <a:extLst>
                                <a:ext uri="{FF2B5EF4-FFF2-40B4-BE49-F238E27FC236}">
                                  <a16:creationId xmlns:a16="http://schemas.microsoft.com/office/drawing/2014/main" id="{5F5A33A7-B143-A08C-03C7-5C54126679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050" name="Rectangle 1049">
                              <a:extLst>
                                <a:ext uri="{FF2B5EF4-FFF2-40B4-BE49-F238E27FC236}">
                                  <a16:creationId xmlns:a16="http://schemas.microsoft.com/office/drawing/2014/main" id="{CAC5C2FA-D05A-4405-2423-F1734D4E8E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231" name="Group 1230">
                  <a:extLst>
                    <a:ext uri="{FF2B5EF4-FFF2-40B4-BE49-F238E27FC236}">
                      <a16:creationId xmlns:a16="http://schemas.microsoft.com/office/drawing/2014/main" id="{22C71345-005B-005A-87B2-5E8141541B5D}"/>
                    </a:ext>
                  </a:extLst>
                </p:cNvPr>
                <p:cNvGrpSpPr/>
                <p:nvPr/>
              </p:nvGrpSpPr>
              <p:grpSpPr>
                <a:xfrm>
                  <a:off x="10326140" y="2953803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232" name="Group 1231">
                    <a:extLst>
                      <a:ext uri="{FF2B5EF4-FFF2-40B4-BE49-F238E27FC236}">
                        <a16:creationId xmlns:a16="http://schemas.microsoft.com/office/drawing/2014/main" id="{43D399A0-D345-750D-6893-81737A3EB5B7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256" name="Group 1255">
                      <a:extLst>
                        <a:ext uri="{FF2B5EF4-FFF2-40B4-BE49-F238E27FC236}">
                          <a16:creationId xmlns:a16="http://schemas.microsoft.com/office/drawing/2014/main" id="{055D67CF-11CE-4292-B0B7-584496A2A00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268" name="Rectangle 1267">
                        <a:extLst>
                          <a:ext uri="{FF2B5EF4-FFF2-40B4-BE49-F238E27FC236}">
                            <a16:creationId xmlns:a16="http://schemas.microsoft.com/office/drawing/2014/main" id="{2C688C54-488C-3DC2-DAE8-CB2957DB25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69" name="Rectangle 1268">
                        <a:extLst>
                          <a:ext uri="{FF2B5EF4-FFF2-40B4-BE49-F238E27FC236}">
                            <a16:creationId xmlns:a16="http://schemas.microsoft.com/office/drawing/2014/main" id="{35AD954C-9EF6-2983-2629-EDA2273F3AF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70" name="Rectangle 1269">
                        <a:extLst>
                          <a:ext uri="{FF2B5EF4-FFF2-40B4-BE49-F238E27FC236}">
                            <a16:creationId xmlns:a16="http://schemas.microsoft.com/office/drawing/2014/main" id="{75F97BFD-11EE-654F-BB25-B2AA13C29B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71" name="Rectangle 1270">
                        <a:extLst>
                          <a:ext uri="{FF2B5EF4-FFF2-40B4-BE49-F238E27FC236}">
                            <a16:creationId xmlns:a16="http://schemas.microsoft.com/office/drawing/2014/main" id="{3DA332BB-98A6-3827-630F-1DA3CC99FF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72" name="Rectangle 1271">
                        <a:extLst>
                          <a:ext uri="{FF2B5EF4-FFF2-40B4-BE49-F238E27FC236}">
                            <a16:creationId xmlns:a16="http://schemas.microsoft.com/office/drawing/2014/main" id="{B5524245-3323-7D75-72E6-B0678037C0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73" name="Rectangle 1272">
                        <a:extLst>
                          <a:ext uri="{FF2B5EF4-FFF2-40B4-BE49-F238E27FC236}">
                            <a16:creationId xmlns:a16="http://schemas.microsoft.com/office/drawing/2014/main" id="{0AE34779-D86B-9CA0-33A8-0162ED73E9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74" name="Rectangle 1273">
                        <a:extLst>
                          <a:ext uri="{FF2B5EF4-FFF2-40B4-BE49-F238E27FC236}">
                            <a16:creationId xmlns:a16="http://schemas.microsoft.com/office/drawing/2014/main" id="{E97A5ECE-258F-245F-3A25-2800F65D4D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75" name="Rectangle 1274">
                        <a:extLst>
                          <a:ext uri="{FF2B5EF4-FFF2-40B4-BE49-F238E27FC236}">
                            <a16:creationId xmlns:a16="http://schemas.microsoft.com/office/drawing/2014/main" id="{CCB4BE17-F9B9-8DC9-3600-0498F5C835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76" name="Rectangle 1275">
                        <a:extLst>
                          <a:ext uri="{FF2B5EF4-FFF2-40B4-BE49-F238E27FC236}">
                            <a16:creationId xmlns:a16="http://schemas.microsoft.com/office/drawing/2014/main" id="{DECC7366-48A5-635F-295D-3684D36AFB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77" name="Rectangle 1276">
                        <a:extLst>
                          <a:ext uri="{FF2B5EF4-FFF2-40B4-BE49-F238E27FC236}">
                            <a16:creationId xmlns:a16="http://schemas.microsoft.com/office/drawing/2014/main" id="{F7A312FC-354F-8B75-BAFB-E11496947E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</p:grpSp>
                <p:grpSp>
                  <p:nvGrpSpPr>
                    <p:cNvPr id="1257" name="Group 1256">
                      <a:extLst>
                        <a:ext uri="{FF2B5EF4-FFF2-40B4-BE49-F238E27FC236}">
                          <a16:creationId xmlns:a16="http://schemas.microsoft.com/office/drawing/2014/main" id="{79500C3D-EAA5-2D21-8A18-1F5E439BB5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258" name="Rectangle 1257">
                        <a:extLst>
                          <a:ext uri="{FF2B5EF4-FFF2-40B4-BE49-F238E27FC236}">
                            <a16:creationId xmlns:a16="http://schemas.microsoft.com/office/drawing/2014/main" id="{1809E64C-6299-A896-033C-74064CAF4A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59" name="Rectangle 1258">
                        <a:extLst>
                          <a:ext uri="{FF2B5EF4-FFF2-40B4-BE49-F238E27FC236}">
                            <a16:creationId xmlns:a16="http://schemas.microsoft.com/office/drawing/2014/main" id="{323DBE12-F670-192E-549A-4737ED7BC5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60" name="Rectangle 1259">
                        <a:extLst>
                          <a:ext uri="{FF2B5EF4-FFF2-40B4-BE49-F238E27FC236}">
                            <a16:creationId xmlns:a16="http://schemas.microsoft.com/office/drawing/2014/main" id="{ECDDC205-05DF-F79B-BD6F-A7AB6BBC26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61" name="Rectangle 1260">
                        <a:extLst>
                          <a:ext uri="{FF2B5EF4-FFF2-40B4-BE49-F238E27FC236}">
                            <a16:creationId xmlns:a16="http://schemas.microsoft.com/office/drawing/2014/main" id="{10B0700F-E354-50ED-8773-7BBE11CC37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62" name="Rectangle 1261">
                        <a:extLst>
                          <a:ext uri="{FF2B5EF4-FFF2-40B4-BE49-F238E27FC236}">
                            <a16:creationId xmlns:a16="http://schemas.microsoft.com/office/drawing/2014/main" id="{046803B2-D9A7-6A90-780F-FDF3351E885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63" name="Rectangle 1262">
                        <a:extLst>
                          <a:ext uri="{FF2B5EF4-FFF2-40B4-BE49-F238E27FC236}">
                            <a16:creationId xmlns:a16="http://schemas.microsoft.com/office/drawing/2014/main" id="{8D0EF04B-8DC3-40B1-E1E6-7502EDD074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64" name="Rectangle 1263">
                        <a:extLst>
                          <a:ext uri="{FF2B5EF4-FFF2-40B4-BE49-F238E27FC236}">
                            <a16:creationId xmlns:a16="http://schemas.microsoft.com/office/drawing/2014/main" id="{B73B6722-B751-4F54-EA5D-7C226FDE2F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65" name="Rectangle 1264">
                        <a:extLst>
                          <a:ext uri="{FF2B5EF4-FFF2-40B4-BE49-F238E27FC236}">
                            <a16:creationId xmlns:a16="http://schemas.microsoft.com/office/drawing/2014/main" id="{16172379-AF90-0F8B-C40C-432B8AD70E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66" name="Rectangle 1265">
                        <a:extLst>
                          <a:ext uri="{FF2B5EF4-FFF2-40B4-BE49-F238E27FC236}">
                            <a16:creationId xmlns:a16="http://schemas.microsoft.com/office/drawing/2014/main" id="{AD16A933-8815-78E3-5210-D56A838DB5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67" name="Rectangle 1266">
                        <a:extLst>
                          <a:ext uri="{FF2B5EF4-FFF2-40B4-BE49-F238E27FC236}">
                            <a16:creationId xmlns:a16="http://schemas.microsoft.com/office/drawing/2014/main" id="{87D78574-0D2C-1E40-2AED-DC58EF1005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</p:grpSp>
              </p:grpSp>
              <p:grpSp>
                <p:nvGrpSpPr>
                  <p:cNvPr id="1233" name="Group 1232">
                    <a:extLst>
                      <a:ext uri="{FF2B5EF4-FFF2-40B4-BE49-F238E27FC236}">
                        <a16:creationId xmlns:a16="http://schemas.microsoft.com/office/drawing/2014/main" id="{82AC356B-1779-1D3F-A10D-90384AF8AA3C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234" name="Group 1233">
                      <a:extLst>
                        <a:ext uri="{FF2B5EF4-FFF2-40B4-BE49-F238E27FC236}">
                          <a16:creationId xmlns:a16="http://schemas.microsoft.com/office/drawing/2014/main" id="{5589056E-95B6-3EFB-4E71-CDE67B1B8C5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246" name="Rectangle 1245">
                        <a:extLst>
                          <a:ext uri="{FF2B5EF4-FFF2-40B4-BE49-F238E27FC236}">
                            <a16:creationId xmlns:a16="http://schemas.microsoft.com/office/drawing/2014/main" id="{36459286-41C6-50FB-C65F-DA7F1C4E24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47" name="Rectangle 1246">
                        <a:extLst>
                          <a:ext uri="{FF2B5EF4-FFF2-40B4-BE49-F238E27FC236}">
                            <a16:creationId xmlns:a16="http://schemas.microsoft.com/office/drawing/2014/main" id="{0586F4E7-09DC-7663-0C87-E58664BF1B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48" name="Rectangle 1247">
                        <a:extLst>
                          <a:ext uri="{FF2B5EF4-FFF2-40B4-BE49-F238E27FC236}">
                            <a16:creationId xmlns:a16="http://schemas.microsoft.com/office/drawing/2014/main" id="{E6650490-1151-5BB4-94F7-7D104860CB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49" name="Rectangle 1248">
                        <a:extLst>
                          <a:ext uri="{FF2B5EF4-FFF2-40B4-BE49-F238E27FC236}">
                            <a16:creationId xmlns:a16="http://schemas.microsoft.com/office/drawing/2014/main" id="{5A2AA746-9CE1-7F65-E5BB-7E6691889D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50" name="Rectangle 1249">
                        <a:extLst>
                          <a:ext uri="{FF2B5EF4-FFF2-40B4-BE49-F238E27FC236}">
                            <a16:creationId xmlns:a16="http://schemas.microsoft.com/office/drawing/2014/main" id="{CC1D75DC-0785-67C1-ABE1-FB6FF9CFE86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51" name="Rectangle 1250">
                        <a:extLst>
                          <a:ext uri="{FF2B5EF4-FFF2-40B4-BE49-F238E27FC236}">
                            <a16:creationId xmlns:a16="http://schemas.microsoft.com/office/drawing/2014/main" id="{27587E4C-7FD4-B394-4E30-BA479C86BE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52" name="Rectangle 1251">
                        <a:extLst>
                          <a:ext uri="{FF2B5EF4-FFF2-40B4-BE49-F238E27FC236}">
                            <a16:creationId xmlns:a16="http://schemas.microsoft.com/office/drawing/2014/main" id="{21A0A8FA-F921-CDFC-69D4-A4F68149B8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53" name="Rectangle 1252">
                        <a:extLst>
                          <a:ext uri="{FF2B5EF4-FFF2-40B4-BE49-F238E27FC236}">
                            <a16:creationId xmlns:a16="http://schemas.microsoft.com/office/drawing/2014/main" id="{47D3894C-FFBF-C176-CA31-4C7F8EC0B4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54" name="Rectangle 1253">
                        <a:extLst>
                          <a:ext uri="{FF2B5EF4-FFF2-40B4-BE49-F238E27FC236}">
                            <a16:creationId xmlns:a16="http://schemas.microsoft.com/office/drawing/2014/main" id="{952A38A5-AAA0-0A65-BB64-CF9F05A5C3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55" name="Rectangle 1254">
                        <a:extLst>
                          <a:ext uri="{FF2B5EF4-FFF2-40B4-BE49-F238E27FC236}">
                            <a16:creationId xmlns:a16="http://schemas.microsoft.com/office/drawing/2014/main" id="{BDFD8C74-A064-7DD6-521D-D17B84C5A9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</p:grpSp>
                <p:grpSp>
                  <p:nvGrpSpPr>
                    <p:cNvPr id="1235" name="Group 1234">
                      <a:extLst>
                        <a:ext uri="{FF2B5EF4-FFF2-40B4-BE49-F238E27FC236}">
                          <a16:creationId xmlns:a16="http://schemas.microsoft.com/office/drawing/2014/main" id="{DD0B22CE-DE9E-28AB-2291-0CB09A02786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236" name="Rectangle 1235">
                        <a:extLst>
                          <a:ext uri="{FF2B5EF4-FFF2-40B4-BE49-F238E27FC236}">
                            <a16:creationId xmlns:a16="http://schemas.microsoft.com/office/drawing/2014/main" id="{70867D41-6C4C-893A-6453-67BD26859C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37" name="Rectangle 1236">
                        <a:extLst>
                          <a:ext uri="{FF2B5EF4-FFF2-40B4-BE49-F238E27FC236}">
                            <a16:creationId xmlns:a16="http://schemas.microsoft.com/office/drawing/2014/main" id="{76833AA7-9355-3175-5129-B25A0E1943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38" name="Rectangle 1237">
                        <a:extLst>
                          <a:ext uri="{FF2B5EF4-FFF2-40B4-BE49-F238E27FC236}">
                            <a16:creationId xmlns:a16="http://schemas.microsoft.com/office/drawing/2014/main" id="{837C3435-8978-32D1-F75D-D78BC66FAF3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39" name="Rectangle 1238">
                        <a:extLst>
                          <a:ext uri="{FF2B5EF4-FFF2-40B4-BE49-F238E27FC236}">
                            <a16:creationId xmlns:a16="http://schemas.microsoft.com/office/drawing/2014/main" id="{447C043A-B6E7-62F4-FFB7-6DF9D096F3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40" name="Rectangle 1239">
                        <a:extLst>
                          <a:ext uri="{FF2B5EF4-FFF2-40B4-BE49-F238E27FC236}">
                            <a16:creationId xmlns:a16="http://schemas.microsoft.com/office/drawing/2014/main" id="{ADF53CF8-D977-B771-D1E2-CC545862CDA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41" name="Rectangle 1240">
                        <a:extLst>
                          <a:ext uri="{FF2B5EF4-FFF2-40B4-BE49-F238E27FC236}">
                            <a16:creationId xmlns:a16="http://schemas.microsoft.com/office/drawing/2014/main" id="{7FB5B63B-5189-8E33-DF90-B14DFF0409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42" name="Rectangle 1241">
                        <a:extLst>
                          <a:ext uri="{FF2B5EF4-FFF2-40B4-BE49-F238E27FC236}">
                            <a16:creationId xmlns:a16="http://schemas.microsoft.com/office/drawing/2014/main" id="{26EA1519-644D-4273-2F7E-73F139A537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43" name="Rectangle 1242">
                        <a:extLst>
                          <a:ext uri="{FF2B5EF4-FFF2-40B4-BE49-F238E27FC236}">
                            <a16:creationId xmlns:a16="http://schemas.microsoft.com/office/drawing/2014/main" id="{AE81D3D8-B477-EABC-6747-843607174E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44" name="Rectangle 1243">
                        <a:extLst>
                          <a:ext uri="{FF2B5EF4-FFF2-40B4-BE49-F238E27FC236}">
                            <a16:creationId xmlns:a16="http://schemas.microsoft.com/office/drawing/2014/main" id="{EBAE692F-FA2C-6549-12EC-11EA76E386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245" name="Rectangle 1244">
                        <a:extLst>
                          <a:ext uri="{FF2B5EF4-FFF2-40B4-BE49-F238E27FC236}">
                            <a16:creationId xmlns:a16="http://schemas.microsoft.com/office/drawing/2014/main" id="{1C8B5192-796E-FC5C-A268-6323136517C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</p:grpSp>
              </p:grpSp>
            </p:grpSp>
            <p:grpSp>
              <p:nvGrpSpPr>
                <p:cNvPr id="1278" name="Group 1277">
                  <a:extLst>
                    <a:ext uri="{FF2B5EF4-FFF2-40B4-BE49-F238E27FC236}">
                      <a16:creationId xmlns:a16="http://schemas.microsoft.com/office/drawing/2014/main" id="{21638047-6799-85EA-A100-715C9DF1351C}"/>
                    </a:ext>
                  </a:extLst>
                </p:cNvPr>
                <p:cNvGrpSpPr/>
                <p:nvPr/>
              </p:nvGrpSpPr>
              <p:grpSpPr>
                <a:xfrm>
                  <a:off x="930969" y="2953803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279" name="Group 1278">
                    <a:extLst>
                      <a:ext uri="{FF2B5EF4-FFF2-40B4-BE49-F238E27FC236}">
                        <a16:creationId xmlns:a16="http://schemas.microsoft.com/office/drawing/2014/main" id="{D05203CD-6F23-1636-1F3B-3252056F0020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291" name="Rectangle 1290">
                      <a:extLst>
                        <a:ext uri="{FF2B5EF4-FFF2-40B4-BE49-F238E27FC236}">
                          <a16:creationId xmlns:a16="http://schemas.microsoft.com/office/drawing/2014/main" id="{6B4FE1D3-1746-83F7-455A-B034F4C8AA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92" name="Rectangle 1291">
                      <a:extLst>
                        <a:ext uri="{FF2B5EF4-FFF2-40B4-BE49-F238E27FC236}">
                          <a16:creationId xmlns:a16="http://schemas.microsoft.com/office/drawing/2014/main" id="{373B48C3-E33D-B578-ABA3-EA2DD6A929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93" name="Rectangle 1292">
                      <a:extLst>
                        <a:ext uri="{FF2B5EF4-FFF2-40B4-BE49-F238E27FC236}">
                          <a16:creationId xmlns:a16="http://schemas.microsoft.com/office/drawing/2014/main" id="{70084223-90FF-53AB-BF0D-2BC2EEB2C2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94" name="Rectangle 1293">
                      <a:extLst>
                        <a:ext uri="{FF2B5EF4-FFF2-40B4-BE49-F238E27FC236}">
                          <a16:creationId xmlns:a16="http://schemas.microsoft.com/office/drawing/2014/main" id="{1C0B56BE-4FED-0E90-FFB0-313F167996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95" name="Rectangle 1294">
                      <a:extLst>
                        <a:ext uri="{FF2B5EF4-FFF2-40B4-BE49-F238E27FC236}">
                          <a16:creationId xmlns:a16="http://schemas.microsoft.com/office/drawing/2014/main" id="{5C13B17B-BC73-0DC6-B4D1-A63FDD82FB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96" name="Rectangle 1295">
                      <a:extLst>
                        <a:ext uri="{FF2B5EF4-FFF2-40B4-BE49-F238E27FC236}">
                          <a16:creationId xmlns:a16="http://schemas.microsoft.com/office/drawing/2014/main" id="{3D2F33ED-10D5-7EB1-B343-7D57CC571A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97" name="Rectangle 1296">
                      <a:extLst>
                        <a:ext uri="{FF2B5EF4-FFF2-40B4-BE49-F238E27FC236}">
                          <a16:creationId xmlns:a16="http://schemas.microsoft.com/office/drawing/2014/main" id="{672312B7-D6E9-8B84-C085-B7291636A4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98" name="Rectangle 1297">
                      <a:extLst>
                        <a:ext uri="{FF2B5EF4-FFF2-40B4-BE49-F238E27FC236}">
                          <a16:creationId xmlns:a16="http://schemas.microsoft.com/office/drawing/2014/main" id="{AF52E458-E2BE-E5C8-0494-FF1EA6CEDB9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99" name="Rectangle 1298">
                      <a:extLst>
                        <a:ext uri="{FF2B5EF4-FFF2-40B4-BE49-F238E27FC236}">
                          <a16:creationId xmlns:a16="http://schemas.microsoft.com/office/drawing/2014/main" id="{2BE79164-6552-5E8D-01A2-C95A061B04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00" name="Rectangle 1299">
                      <a:extLst>
                        <a:ext uri="{FF2B5EF4-FFF2-40B4-BE49-F238E27FC236}">
                          <a16:creationId xmlns:a16="http://schemas.microsoft.com/office/drawing/2014/main" id="{DF31F50F-C713-7CD1-45F7-8E8EA6F4E5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  <p:grpSp>
                <p:nvGrpSpPr>
                  <p:cNvPr id="1280" name="Group 1279">
                    <a:extLst>
                      <a:ext uri="{FF2B5EF4-FFF2-40B4-BE49-F238E27FC236}">
                        <a16:creationId xmlns:a16="http://schemas.microsoft.com/office/drawing/2014/main" id="{1D77E2EB-FAA5-450C-F7E7-E6CC12C65BA0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281" name="Rectangle 1280">
                      <a:extLst>
                        <a:ext uri="{FF2B5EF4-FFF2-40B4-BE49-F238E27FC236}">
                          <a16:creationId xmlns:a16="http://schemas.microsoft.com/office/drawing/2014/main" id="{AE8D2331-86B7-A57E-F963-C1D6E18091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82" name="Rectangle 1281">
                      <a:extLst>
                        <a:ext uri="{FF2B5EF4-FFF2-40B4-BE49-F238E27FC236}">
                          <a16:creationId xmlns:a16="http://schemas.microsoft.com/office/drawing/2014/main" id="{690793FB-624B-19B7-74A9-1608140066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83" name="Rectangle 1282">
                      <a:extLst>
                        <a:ext uri="{FF2B5EF4-FFF2-40B4-BE49-F238E27FC236}">
                          <a16:creationId xmlns:a16="http://schemas.microsoft.com/office/drawing/2014/main" id="{0A8FDA2A-B8A2-4C79-9BB3-32EF9FFE7E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84" name="Rectangle 1283">
                      <a:extLst>
                        <a:ext uri="{FF2B5EF4-FFF2-40B4-BE49-F238E27FC236}">
                          <a16:creationId xmlns:a16="http://schemas.microsoft.com/office/drawing/2014/main" id="{45C2D0D8-EA95-C476-3FF8-59444E5107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85" name="Rectangle 1284">
                      <a:extLst>
                        <a:ext uri="{FF2B5EF4-FFF2-40B4-BE49-F238E27FC236}">
                          <a16:creationId xmlns:a16="http://schemas.microsoft.com/office/drawing/2014/main" id="{78360C93-E6DB-E52E-04FB-A47C46FAAA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86" name="Rectangle 1285">
                      <a:extLst>
                        <a:ext uri="{FF2B5EF4-FFF2-40B4-BE49-F238E27FC236}">
                          <a16:creationId xmlns:a16="http://schemas.microsoft.com/office/drawing/2014/main" id="{ED99B831-B2C2-799B-E393-940922C8B6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87" name="Rectangle 1286">
                      <a:extLst>
                        <a:ext uri="{FF2B5EF4-FFF2-40B4-BE49-F238E27FC236}">
                          <a16:creationId xmlns:a16="http://schemas.microsoft.com/office/drawing/2014/main" id="{71F32568-259C-D1CA-C8D2-6A7BD53A3D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88" name="Rectangle 1287">
                      <a:extLst>
                        <a:ext uri="{FF2B5EF4-FFF2-40B4-BE49-F238E27FC236}">
                          <a16:creationId xmlns:a16="http://schemas.microsoft.com/office/drawing/2014/main" id="{D78ECF55-C756-A043-AD68-80F62F13A3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89" name="Rectangle 1288">
                      <a:extLst>
                        <a:ext uri="{FF2B5EF4-FFF2-40B4-BE49-F238E27FC236}">
                          <a16:creationId xmlns:a16="http://schemas.microsoft.com/office/drawing/2014/main" id="{1985DC3D-D7EC-D363-7E11-D43DD3903E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90" name="Rectangle 1289">
                      <a:extLst>
                        <a:ext uri="{FF2B5EF4-FFF2-40B4-BE49-F238E27FC236}">
                          <a16:creationId xmlns:a16="http://schemas.microsoft.com/office/drawing/2014/main" id="{5D5A0694-BA0F-23ED-F0FE-BE972A3922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</p:grpSp>
            <p:sp>
              <p:nvSpPr>
                <p:cNvPr id="1326" name="Arrow: Curved Down 1325">
                  <a:extLst>
                    <a:ext uri="{FF2B5EF4-FFF2-40B4-BE49-F238E27FC236}">
                      <a16:creationId xmlns:a16="http://schemas.microsoft.com/office/drawing/2014/main" id="{2E3612BE-AD2B-583C-783F-88924C8EF20F}"/>
                    </a:ext>
                  </a:extLst>
                </p:cNvPr>
                <p:cNvSpPr/>
                <p:nvPr/>
              </p:nvSpPr>
              <p:spPr>
                <a:xfrm>
                  <a:off x="1938489" y="2759243"/>
                  <a:ext cx="107048" cy="184484"/>
                </a:xfrm>
                <a:prstGeom prst="curvedDownArrow">
                  <a:avLst/>
                </a:prstGeom>
                <a:solidFill>
                  <a:schemeClr val="accent5"/>
                </a:solidFill>
                <a:ln w="3175">
                  <a:solidFill>
                    <a:srgbClr val="CB6BCE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329" name="Group 1328">
                  <a:extLst>
                    <a:ext uri="{FF2B5EF4-FFF2-40B4-BE49-F238E27FC236}">
                      <a16:creationId xmlns:a16="http://schemas.microsoft.com/office/drawing/2014/main" id="{E8A23C12-0E1B-5EDC-C32E-B43D09757B5E}"/>
                    </a:ext>
                  </a:extLst>
                </p:cNvPr>
                <p:cNvGrpSpPr/>
                <p:nvPr/>
              </p:nvGrpSpPr>
              <p:grpSpPr>
                <a:xfrm>
                  <a:off x="1930151" y="3527325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424" name="Group 1423">
                    <a:extLst>
                      <a:ext uri="{FF2B5EF4-FFF2-40B4-BE49-F238E27FC236}">
                        <a16:creationId xmlns:a16="http://schemas.microsoft.com/office/drawing/2014/main" id="{014BD2C9-878D-0600-A2D1-57CBEF2611F4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616" name="Rectangle 1615">
                      <a:extLst>
                        <a:ext uri="{FF2B5EF4-FFF2-40B4-BE49-F238E27FC236}">
                          <a16:creationId xmlns:a16="http://schemas.microsoft.com/office/drawing/2014/main" id="{2C1D802D-6DA5-6857-A8F6-00FBE2416F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17" name="Rectangle 1616">
                      <a:extLst>
                        <a:ext uri="{FF2B5EF4-FFF2-40B4-BE49-F238E27FC236}">
                          <a16:creationId xmlns:a16="http://schemas.microsoft.com/office/drawing/2014/main" id="{A9D717C3-6170-3494-1C2A-98BFB273CE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18" name="Rectangle 1617">
                      <a:extLst>
                        <a:ext uri="{FF2B5EF4-FFF2-40B4-BE49-F238E27FC236}">
                          <a16:creationId xmlns:a16="http://schemas.microsoft.com/office/drawing/2014/main" id="{EA4CA279-9A3C-661D-11C1-B4221CC27F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19" name="Rectangle 1618">
                      <a:extLst>
                        <a:ext uri="{FF2B5EF4-FFF2-40B4-BE49-F238E27FC236}">
                          <a16:creationId xmlns:a16="http://schemas.microsoft.com/office/drawing/2014/main" id="{8487FE53-3C73-0B74-0AB9-55D409EEC8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20" name="Rectangle 1619">
                      <a:extLst>
                        <a:ext uri="{FF2B5EF4-FFF2-40B4-BE49-F238E27FC236}">
                          <a16:creationId xmlns:a16="http://schemas.microsoft.com/office/drawing/2014/main" id="{8593E114-2933-A65C-8695-A2D4117B95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21" name="Rectangle 1620">
                      <a:extLst>
                        <a:ext uri="{FF2B5EF4-FFF2-40B4-BE49-F238E27FC236}">
                          <a16:creationId xmlns:a16="http://schemas.microsoft.com/office/drawing/2014/main" id="{B0E6D0B4-BE50-AF60-A14B-2E37281616A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22" name="Rectangle 1621">
                      <a:extLst>
                        <a:ext uri="{FF2B5EF4-FFF2-40B4-BE49-F238E27FC236}">
                          <a16:creationId xmlns:a16="http://schemas.microsoft.com/office/drawing/2014/main" id="{72A1E976-CC68-C07D-0BE3-A1C05F62350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23" name="Rectangle 1622">
                      <a:extLst>
                        <a:ext uri="{FF2B5EF4-FFF2-40B4-BE49-F238E27FC236}">
                          <a16:creationId xmlns:a16="http://schemas.microsoft.com/office/drawing/2014/main" id="{0678363A-9A3B-5F5F-8FC9-E8C3820E42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  <p:grpSp>
                <p:nvGrpSpPr>
                  <p:cNvPr id="1425" name="Group 1424">
                    <a:extLst>
                      <a:ext uri="{FF2B5EF4-FFF2-40B4-BE49-F238E27FC236}">
                        <a16:creationId xmlns:a16="http://schemas.microsoft.com/office/drawing/2014/main" id="{C6456117-212F-9605-A39E-F549BBED2A39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426" name="Group 1425">
                      <a:extLst>
                        <a:ext uri="{FF2B5EF4-FFF2-40B4-BE49-F238E27FC236}">
                          <a16:creationId xmlns:a16="http://schemas.microsoft.com/office/drawing/2014/main" id="{AB467972-C3B0-32B2-0D1B-4C8905B163B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522" name="Group 1521">
                        <a:extLst>
                          <a:ext uri="{FF2B5EF4-FFF2-40B4-BE49-F238E27FC236}">
                            <a16:creationId xmlns:a16="http://schemas.microsoft.com/office/drawing/2014/main" id="{729BDDD1-51E2-4ADF-486F-87D4F8D322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570" name="Group 1569">
                          <a:extLst>
                            <a:ext uri="{FF2B5EF4-FFF2-40B4-BE49-F238E27FC236}">
                              <a16:creationId xmlns:a16="http://schemas.microsoft.com/office/drawing/2014/main" id="{304F50EA-2F47-4756-7108-7EDEBB1A934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594" name="Group 1593">
                            <a:extLst>
                              <a:ext uri="{FF2B5EF4-FFF2-40B4-BE49-F238E27FC236}">
                                <a16:creationId xmlns:a16="http://schemas.microsoft.com/office/drawing/2014/main" id="{2B6E44D8-4F60-E587-7114-62F9C805199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606" name="Rectangle 1605">
                              <a:extLst>
                                <a:ext uri="{FF2B5EF4-FFF2-40B4-BE49-F238E27FC236}">
                                  <a16:creationId xmlns:a16="http://schemas.microsoft.com/office/drawing/2014/main" id="{79C58DD1-B537-1BAC-59EF-17116B6122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607" name="Rectangle 1606">
                              <a:extLst>
                                <a:ext uri="{FF2B5EF4-FFF2-40B4-BE49-F238E27FC236}">
                                  <a16:creationId xmlns:a16="http://schemas.microsoft.com/office/drawing/2014/main" id="{7EA5C663-9892-7F30-CECF-C87EBAD544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608" name="Rectangle 1607">
                              <a:extLst>
                                <a:ext uri="{FF2B5EF4-FFF2-40B4-BE49-F238E27FC236}">
                                  <a16:creationId xmlns:a16="http://schemas.microsoft.com/office/drawing/2014/main" id="{63A2B235-50D6-5C5F-AD5E-3125D902DB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609" name="Rectangle 1608">
                              <a:extLst>
                                <a:ext uri="{FF2B5EF4-FFF2-40B4-BE49-F238E27FC236}">
                                  <a16:creationId xmlns:a16="http://schemas.microsoft.com/office/drawing/2014/main" id="{5564B5BD-A6D7-6CC1-EDEF-DAFDC3E10B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610" name="Rectangle 1609">
                              <a:extLst>
                                <a:ext uri="{FF2B5EF4-FFF2-40B4-BE49-F238E27FC236}">
                                  <a16:creationId xmlns:a16="http://schemas.microsoft.com/office/drawing/2014/main" id="{287183A3-0E42-1418-189B-7EBB8CC6C29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611" name="Rectangle 1610">
                              <a:extLst>
                                <a:ext uri="{FF2B5EF4-FFF2-40B4-BE49-F238E27FC236}">
                                  <a16:creationId xmlns:a16="http://schemas.microsoft.com/office/drawing/2014/main" id="{3A4463A6-0E5A-7714-4B55-4C90D5429B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612" name="Rectangle 1611">
                              <a:extLst>
                                <a:ext uri="{FF2B5EF4-FFF2-40B4-BE49-F238E27FC236}">
                                  <a16:creationId xmlns:a16="http://schemas.microsoft.com/office/drawing/2014/main" id="{A915AD9D-F4DD-A001-E7DE-E6CB751C51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613" name="Rectangle 1612">
                              <a:extLst>
                                <a:ext uri="{FF2B5EF4-FFF2-40B4-BE49-F238E27FC236}">
                                  <a16:creationId xmlns:a16="http://schemas.microsoft.com/office/drawing/2014/main" id="{CEC282DA-7E0C-8E4E-5230-8ADA59AAA8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614" name="Rectangle 1613">
                              <a:extLst>
                                <a:ext uri="{FF2B5EF4-FFF2-40B4-BE49-F238E27FC236}">
                                  <a16:creationId xmlns:a16="http://schemas.microsoft.com/office/drawing/2014/main" id="{E9D6E7B7-125A-CC4B-B104-9760241B59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615" name="Rectangle 1614">
                              <a:extLst>
                                <a:ext uri="{FF2B5EF4-FFF2-40B4-BE49-F238E27FC236}">
                                  <a16:creationId xmlns:a16="http://schemas.microsoft.com/office/drawing/2014/main" id="{2AB28C56-06E3-40A7-0994-9BF7A07A11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595" name="Group 1594">
                            <a:extLst>
                              <a:ext uri="{FF2B5EF4-FFF2-40B4-BE49-F238E27FC236}">
                                <a16:creationId xmlns:a16="http://schemas.microsoft.com/office/drawing/2014/main" id="{428C1B40-4D96-8513-3C77-2E3F6DE77C5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96" name="Rectangle 1595">
                              <a:extLst>
                                <a:ext uri="{FF2B5EF4-FFF2-40B4-BE49-F238E27FC236}">
                                  <a16:creationId xmlns:a16="http://schemas.microsoft.com/office/drawing/2014/main" id="{D9F26488-758C-94ED-9008-0462DFA37B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97" name="Rectangle 1596">
                              <a:extLst>
                                <a:ext uri="{FF2B5EF4-FFF2-40B4-BE49-F238E27FC236}">
                                  <a16:creationId xmlns:a16="http://schemas.microsoft.com/office/drawing/2014/main" id="{F84387E5-13F0-CE39-FFD3-3CBA619C25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98" name="Rectangle 1597">
                              <a:extLst>
                                <a:ext uri="{FF2B5EF4-FFF2-40B4-BE49-F238E27FC236}">
                                  <a16:creationId xmlns:a16="http://schemas.microsoft.com/office/drawing/2014/main" id="{5439AAFE-02A1-F9A9-004D-3DF5FC2A99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99" name="Rectangle 1598">
                              <a:extLst>
                                <a:ext uri="{FF2B5EF4-FFF2-40B4-BE49-F238E27FC236}">
                                  <a16:creationId xmlns:a16="http://schemas.microsoft.com/office/drawing/2014/main" id="{678BB62E-E02A-37B9-944A-D12BD408C0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600" name="Rectangle 1599">
                              <a:extLst>
                                <a:ext uri="{FF2B5EF4-FFF2-40B4-BE49-F238E27FC236}">
                                  <a16:creationId xmlns:a16="http://schemas.microsoft.com/office/drawing/2014/main" id="{0B5D62F3-6DA9-93AE-CBF5-9B9170835F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601" name="Rectangle 1600">
                              <a:extLst>
                                <a:ext uri="{FF2B5EF4-FFF2-40B4-BE49-F238E27FC236}">
                                  <a16:creationId xmlns:a16="http://schemas.microsoft.com/office/drawing/2014/main" id="{BBEC9EB4-1358-0138-633C-5F015B9D79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602" name="Rectangle 1601">
                              <a:extLst>
                                <a:ext uri="{FF2B5EF4-FFF2-40B4-BE49-F238E27FC236}">
                                  <a16:creationId xmlns:a16="http://schemas.microsoft.com/office/drawing/2014/main" id="{158FAA06-FEC0-FA49-D7D1-A36C7F6676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603" name="Rectangle 1602">
                              <a:extLst>
                                <a:ext uri="{FF2B5EF4-FFF2-40B4-BE49-F238E27FC236}">
                                  <a16:creationId xmlns:a16="http://schemas.microsoft.com/office/drawing/2014/main" id="{00D2F7CC-8314-B0FC-2E1A-E1094888F0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604" name="Rectangle 1603">
                              <a:extLst>
                                <a:ext uri="{FF2B5EF4-FFF2-40B4-BE49-F238E27FC236}">
                                  <a16:creationId xmlns:a16="http://schemas.microsoft.com/office/drawing/2014/main" id="{2C6540DB-00C3-53CF-8931-3E93441F5D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605" name="Rectangle 1604">
                              <a:extLst>
                                <a:ext uri="{FF2B5EF4-FFF2-40B4-BE49-F238E27FC236}">
                                  <a16:creationId xmlns:a16="http://schemas.microsoft.com/office/drawing/2014/main" id="{F584FBFA-12C4-8419-547F-CDE525C39E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  <p:grpSp>
                      <p:nvGrpSpPr>
                        <p:cNvPr id="1571" name="Group 1570">
                          <a:extLst>
                            <a:ext uri="{FF2B5EF4-FFF2-40B4-BE49-F238E27FC236}">
                              <a16:creationId xmlns:a16="http://schemas.microsoft.com/office/drawing/2014/main" id="{10101F5D-3716-ACB5-3C41-1CDFC1F3C82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572" name="Group 1571">
                            <a:extLst>
                              <a:ext uri="{FF2B5EF4-FFF2-40B4-BE49-F238E27FC236}">
                                <a16:creationId xmlns:a16="http://schemas.microsoft.com/office/drawing/2014/main" id="{86E32329-F6F9-4581-3ADA-79ECB0B3CF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84" name="Rectangle 1583">
                              <a:extLst>
                                <a:ext uri="{FF2B5EF4-FFF2-40B4-BE49-F238E27FC236}">
                                  <a16:creationId xmlns:a16="http://schemas.microsoft.com/office/drawing/2014/main" id="{5B0FC916-A70F-114B-A634-5B6737F867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85" name="Rectangle 1584">
                              <a:extLst>
                                <a:ext uri="{FF2B5EF4-FFF2-40B4-BE49-F238E27FC236}">
                                  <a16:creationId xmlns:a16="http://schemas.microsoft.com/office/drawing/2014/main" id="{AE7BF165-FB78-34D6-ED70-912FA8F700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86" name="Rectangle 1585">
                              <a:extLst>
                                <a:ext uri="{FF2B5EF4-FFF2-40B4-BE49-F238E27FC236}">
                                  <a16:creationId xmlns:a16="http://schemas.microsoft.com/office/drawing/2014/main" id="{53F0AD29-FB5B-2730-E4DA-BFD72A9BB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87" name="Rectangle 1586">
                              <a:extLst>
                                <a:ext uri="{FF2B5EF4-FFF2-40B4-BE49-F238E27FC236}">
                                  <a16:creationId xmlns:a16="http://schemas.microsoft.com/office/drawing/2014/main" id="{2C5A9A34-247E-C237-3D42-5F26DF0736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88" name="Rectangle 1587">
                              <a:extLst>
                                <a:ext uri="{FF2B5EF4-FFF2-40B4-BE49-F238E27FC236}">
                                  <a16:creationId xmlns:a16="http://schemas.microsoft.com/office/drawing/2014/main" id="{70040E09-3663-41A6-508F-A6E0997EDD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89" name="Rectangle 1588">
                              <a:extLst>
                                <a:ext uri="{FF2B5EF4-FFF2-40B4-BE49-F238E27FC236}">
                                  <a16:creationId xmlns:a16="http://schemas.microsoft.com/office/drawing/2014/main" id="{31363190-C0AB-60F0-055D-F94EBA9F8F1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90" name="Rectangle 1589">
                              <a:extLst>
                                <a:ext uri="{FF2B5EF4-FFF2-40B4-BE49-F238E27FC236}">
                                  <a16:creationId xmlns:a16="http://schemas.microsoft.com/office/drawing/2014/main" id="{633E8682-B6A2-EDB8-B44D-039637990B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91" name="Rectangle 1590">
                              <a:extLst>
                                <a:ext uri="{FF2B5EF4-FFF2-40B4-BE49-F238E27FC236}">
                                  <a16:creationId xmlns:a16="http://schemas.microsoft.com/office/drawing/2014/main" id="{0DF9B4A1-A014-327D-CD37-CBED329E1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92" name="Rectangle 1591">
                              <a:extLst>
                                <a:ext uri="{FF2B5EF4-FFF2-40B4-BE49-F238E27FC236}">
                                  <a16:creationId xmlns:a16="http://schemas.microsoft.com/office/drawing/2014/main" id="{17F11114-E8F8-54E1-09C1-7C65A9C29A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93" name="Rectangle 1592">
                              <a:extLst>
                                <a:ext uri="{FF2B5EF4-FFF2-40B4-BE49-F238E27FC236}">
                                  <a16:creationId xmlns:a16="http://schemas.microsoft.com/office/drawing/2014/main" id="{725C76C0-3044-B0DB-89EF-156A843B35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573" name="Group 1572">
                            <a:extLst>
                              <a:ext uri="{FF2B5EF4-FFF2-40B4-BE49-F238E27FC236}">
                                <a16:creationId xmlns:a16="http://schemas.microsoft.com/office/drawing/2014/main" id="{57A1F673-9BD2-4864-8FAB-60E0FE9EDD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74" name="Rectangle 1573">
                              <a:extLst>
                                <a:ext uri="{FF2B5EF4-FFF2-40B4-BE49-F238E27FC236}">
                                  <a16:creationId xmlns:a16="http://schemas.microsoft.com/office/drawing/2014/main" id="{9A3487E2-78D6-0D3B-03EA-306F092192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75" name="Rectangle 1574">
                              <a:extLst>
                                <a:ext uri="{FF2B5EF4-FFF2-40B4-BE49-F238E27FC236}">
                                  <a16:creationId xmlns:a16="http://schemas.microsoft.com/office/drawing/2014/main" id="{C154A0CE-CDBB-52E4-C4F1-E899653DCC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76" name="Rectangle 1575">
                              <a:extLst>
                                <a:ext uri="{FF2B5EF4-FFF2-40B4-BE49-F238E27FC236}">
                                  <a16:creationId xmlns:a16="http://schemas.microsoft.com/office/drawing/2014/main" id="{B70ABBCA-28BB-E3FF-1DF8-2860A8B115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77" name="Rectangle 1576">
                              <a:extLst>
                                <a:ext uri="{FF2B5EF4-FFF2-40B4-BE49-F238E27FC236}">
                                  <a16:creationId xmlns:a16="http://schemas.microsoft.com/office/drawing/2014/main" id="{AA7326FD-ACC5-E0E5-C860-1AAF868E03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78" name="Rectangle 1577">
                              <a:extLst>
                                <a:ext uri="{FF2B5EF4-FFF2-40B4-BE49-F238E27FC236}">
                                  <a16:creationId xmlns:a16="http://schemas.microsoft.com/office/drawing/2014/main" id="{01AF22D6-7EFF-B7D5-BC90-B30ECD4CB3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79" name="Rectangle 1578">
                              <a:extLst>
                                <a:ext uri="{FF2B5EF4-FFF2-40B4-BE49-F238E27FC236}">
                                  <a16:creationId xmlns:a16="http://schemas.microsoft.com/office/drawing/2014/main" id="{120C2E8F-A93E-F786-93F7-B07298EBA9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80" name="Rectangle 1579">
                              <a:extLst>
                                <a:ext uri="{FF2B5EF4-FFF2-40B4-BE49-F238E27FC236}">
                                  <a16:creationId xmlns:a16="http://schemas.microsoft.com/office/drawing/2014/main" id="{82EE4A99-4144-24D8-CB53-CEBBC17548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81" name="Rectangle 1580">
                              <a:extLst>
                                <a:ext uri="{FF2B5EF4-FFF2-40B4-BE49-F238E27FC236}">
                                  <a16:creationId xmlns:a16="http://schemas.microsoft.com/office/drawing/2014/main" id="{B283EE6F-4956-6147-1C45-98C5C614C1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82" name="Rectangle 1581">
                              <a:extLst>
                                <a:ext uri="{FF2B5EF4-FFF2-40B4-BE49-F238E27FC236}">
                                  <a16:creationId xmlns:a16="http://schemas.microsoft.com/office/drawing/2014/main" id="{0F6AAEC0-43EF-EBD7-B08C-FF2BC1ACC0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83" name="Rectangle 1582">
                              <a:extLst>
                                <a:ext uri="{FF2B5EF4-FFF2-40B4-BE49-F238E27FC236}">
                                  <a16:creationId xmlns:a16="http://schemas.microsoft.com/office/drawing/2014/main" id="{2D166CC8-C35B-816E-D1F8-43BEFA1DB9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523" name="Group 1522">
                        <a:extLst>
                          <a:ext uri="{FF2B5EF4-FFF2-40B4-BE49-F238E27FC236}">
                            <a16:creationId xmlns:a16="http://schemas.microsoft.com/office/drawing/2014/main" id="{746A0EE8-4BFF-E909-5E80-07B4316D98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524" name="Group 1523">
                          <a:extLst>
                            <a:ext uri="{FF2B5EF4-FFF2-40B4-BE49-F238E27FC236}">
                              <a16:creationId xmlns:a16="http://schemas.microsoft.com/office/drawing/2014/main" id="{3EB96134-44F7-EDDB-2D66-C2BDE46122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548" name="Group 1547">
                            <a:extLst>
                              <a:ext uri="{FF2B5EF4-FFF2-40B4-BE49-F238E27FC236}">
                                <a16:creationId xmlns:a16="http://schemas.microsoft.com/office/drawing/2014/main" id="{78D7BC4F-64BF-F093-49D5-23B7A499A6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60" name="Rectangle 1559">
                              <a:extLst>
                                <a:ext uri="{FF2B5EF4-FFF2-40B4-BE49-F238E27FC236}">
                                  <a16:creationId xmlns:a16="http://schemas.microsoft.com/office/drawing/2014/main" id="{BB700453-B8C0-1774-D5BC-94B060C740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61" name="Rectangle 1560">
                              <a:extLst>
                                <a:ext uri="{FF2B5EF4-FFF2-40B4-BE49-F238E27FC236}">
                                  <a16:creationId xmlns:a16="http://schemas.microsoft.com/office/drawing/2014/main" id="{78BF8B97-5E8D-5540-FB8E-5FFE98DC9E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62" name="Rectangle 1561">
                              <a:extLst>
                                <a:ext uri="{FF2B5EF4-FFF2-40B4-BE49-F238E27FC236}">
                                  <a16:creationId xmlns:a16="http://schemas.microsoft.com/office/drawing/2014/main" id="{D1F5F8D5-76B1-6C43-986B-A645856230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63" name="Rectangle 1562">
                              <a:extLst>
                                <a:ext uri="{FF2B5EF4-FFF2-40B4-BE49-F238E27FC236}">
                                  <a16:creationId xmlns:a16="http://schemas.microsoft.com/office/drawing/2014/main" id="{DEBFE188-287C-0B76-8F4C-138AA6F347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64" name="Rectangle 1563">
                              <a:extLst>
                                <a:ext uri="{FF2B5EF4-FFF2-40B4-BE49-F238E27FC236}">
                                  <a16:creationId xmlns:a16="http://schemas.microsoft.com/office/drawing/2014/main" id="{1F5E6366-90D2-FAD8-7DE6-A933501478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65" name="Rectangle 1564">
                              <a:extLst>
                                <a:ext uri="{FF2B5EF4-FFF2-40B4-BE49-F238E27FC236}">
                                  <a16:creationId xmlns:a16="http://schemas.microsoft.com/office/drawing/2014/main" id="{2169B0B0-C4C9-7DA8-DDD2-AFD7D88AEF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66" name="Rectangle 1565">
                              <a:extLst>
                                <a:ext uri="{FF2B5EF4-FFF2-40B4-BE49-F238E27FC236}">
                                  <a16:creationId xmlns:a16="http://schemas.microsoft.com/office/drawing/2014/main" id="{0DC76346-8899-1F62-6CEA-442B237778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67" name="Rectangle 1566">
                              <a:extLst>
                                <a:ext uri="{FF2B5EF4-FFF2-40B4-BE49-F238E27FC236}">
                                  <a16:creationId xmlns:a16="http://schemas.microsoft.com/office/drawing/2014/main" id="{DF297D90-AA52-5B42-70EF-8A4753D2D68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68" name="Rectangle 1567">
                              <a:extLst>
                                <a:ext uri="{FF2B5EF4-FFF2-40B4-BE49-F238E27FC236}">
                                  <a16:creationId xmlns:a16="http://schemas.microsoft.com/office/drawing/2014/main" id="{5B44AFEA-110C-1916-C719-55B61A12EB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69" name="Rectangle 1568">
                              <a:extLst>
                                <a:ext uri="{FF2B5EF4-FFF2-40B4-BE49-F238E27FC236}">
                                  <a16:creationId xmlns:a16="http://schemas.microsoft.com/office/drawing/2014/main" id="{3FE7934F-B6E7-753B-98BC-BE61C071B2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549" name="Group 1548">
                            <a:extLst>
                              <a:ext uri="{FF2B5EF4-FFF2-40B4-BE49-F238E27FC236}">
                                <a16:creationId xmlns:a16="http://schemas.microsoft.com/office/drawing/2014/main" id="{3A28496B-AA04-DA94-420E-FF7CD5C06D0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50" name="Rectangle 1549">
                              <a:extLst>
                                <a:ext uri="{FF2B5EF4-FFF2-40B4-BE49-F238E27FC236}">
                                  <a16:creationId xmlns:a16="http://schemas.microsoft.com/office/drawing/2014/main" id="{B4C328AE-467B-6B32-1E76-221D75315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51" name="Rectangle 1550">
                              <a:extLst>
                                <a:ext uri="{FF2B5EF4-FFF2-40B4-BE49-F238E27FC236}">
                                  <a16:creationId xmlns:a16="http://schemas.microsoft.com/office/drawing/2014/main" id="{50A9C645-8D84-BA59-94D6-2398F69795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52" name="Rectangle 1551">
                              <a:extLst>
                                <a:ext uri="{FF2B5EF4-FFF2-40B4-BE49-F238E27FC236}">
                                  <a16:creationId xmlns:a16="http://schemas.microsoft.com/office/drawing/2014/main" id="{53B9C093-B1E3-431B-233C-307C2DEF06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53" name="Rectangle 1552">
                              <a:extLst>
                                <a:ext uri="{FF2B5EF4-FFF2-40B4-BE49-F238E27FC236}">
                                  <a16:creationId xmlns:a16="http://schemas.microsoft.com/office/drawing/2014/main" id="{77D30DCC-40C9-8945-CE20-23536C78CB9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54" name="Rectangle 1553">
                              <a:extLst>
                                <a:ext uri="{FF2B5EF4-FFF2-40B4-BE49-F238E27FC236}">
                                  <a16:creationId xmlns:a16="http://schemas.microsoft.com/office/drawing/2014/main" id="{DFD64295-6571-5280-D8AE-875B60BD61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55" name="Rectangle 1554">
                              <a:extLst>
                                <a:ext uri="{FF2B5EF4-FFF2-40B4-BE49-F238E27FC236}">
                                  <a16:creationId xmlns:a16="http://schemas.microsoft.com/office/drawing/2014/main" id="{EEA18729-0CC5-2376-A0DF-30AE3254B5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56" name="Rectangle 1555">
                              <a:extLst>
                                <a:ext uri="{FF2B5EF4-FFF2-40B4-BE49-F238E27FC236}">
                                  <a16:creationId xmlns:a16="http://schemas.microsoft.com/office/drawing/2014/main" id="{4CC22886-997D-E67B-C5F3-1CD0FC170C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57" name="Rectangle 1556">
                              <a:extLst>
                                <a:ext uri="{FF2B5EF4-FFF2-40B4-BE49-F238E27FC236}">
                                  <a16:creationId xmlns:a16="http://schemas.microsoft.com/office/drawing/2014/main" id="{75EDA9D8-EBD4-19CB-5E20-421CE97F54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58" name="Rectangle 1557">
                              <a:extLst>
                                <a:ext uri="{FF2B5EF4-FFF2-40B4-BE49-F238E27FC236}">
                                  <a16:creationId xmlns:a16="http://schemas.microsoft.com/office/drawing/2014/main" id="{18AE84AB-74A9-3270-F29D-45806186F1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59" name="Rectangle 1558">
                              <a:extLst>
                                <a:ext uri="{FF2B5EF4-FFF2-40B4-BE49-F238E27FC236}">
                                  <a16:creationId xmlns:a16="http://schemas.microsoft.com/office/drawing/2014/main" id="{A5B507F0-A172-99E4-3077-95070A20A4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  <p:grpSp>
                      <p:nvGrpSpPr>
                        <p:cNvPr id="1525" name="Group 1524">
                          <a:extLst>
                            <a:ext uri="{FF2B5EF4-FFF2-40B4-BE49-F238E27FC236}">
                              <a16:creationId xmlns:a16="http://schemas.microsoft.com/office/drawing/2014/main" id="{01D54C2F-481E-B04A-ED00-B8D3182594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526" name="Group 1525">
                            <a:extLst>
                              <a:ext uri="{FF2B5EF4-FFF2-40B4-BE49-F238E27FC236}">
                                <a16:creationId xmlns:a16="http://schemas.microsoft.com/office/drawing/2014/main" id="{140777B4-4A68-546B-2924-A58CA4B1374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38" name="Rectangle 1537">
                              <a:extLst>
                                <a:ext uri="{FF2B5EF4-FFF2-40B4-BE49-F238E27FC236}">
                                  <a16:creationId xmlns:a16="http://schemas.microsoft.com/office/drawing/2014/main" id="{A03CB463-B817-0911-3762-6213039C3B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39" name="Rectangle 1538">
                              <a:extLst>
                                <a:ext uri="{FF2B5EF4-FFF2-40B4-BE49-F238E27FC236}">
                                  <a16:creationId xmlns:a16="http://schemas.microsoft.com/office/drawing/2014/main" id="{6DA29BFB-EE0F-05FC-86A6-7CA1F83CC5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40" name="Rectangle 1539">
                              <a:extLst>
                                <a:ext uri="{FF2B5EF4-FFF2-40B4-BE49-F238E27FC236}">
                                  <a16:creationId xmlns:a16="http://schemas.microsoft.com/office/drawing/2014/main" id="{6689B9CA-E25E-D457-42E3-A01686E749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41" name="Rectangle 1540">
                              <a:extLst>
                                <a:ext uri="{FF2B5EF4-FFF2-40B4-BE49-F238E27FC236}">
                                  <a16:creationId xmlns:a16="http://schemas.microsoft.com/office/drawing/2014/main" id="{41F30C09-7A2E-5946-8120-A1425AADD6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42" name="Rectangle 1541">
                              <a:extLst>
                                <a:ext uri="{FF2B5EF4-FFF2-40B4-BE49-F238E27FC236}">
                                  <a16:creationId xmlns:a16="http://schemas.microsoft.com/office/drawing/2014/main" id="{8383CAEE-C126-30E1-7083-4C3F9F8C58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43" name="Rectangle 1542">
                              <a:extLst>
                                <a:ext uri="{FF2B5EF4-FFF2-40B4-BE49-F238E27FC236}">
                                  <a16:creationId xmlns:a16="http://schemas.microsoft.com/office/drawing/2014/main" id="{390721F9-2508-8CFF-ADB2-8F59ED793C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44" name="Rectangle 1543">
                              <a:extLst>
                                <a:ext uri="{FF2B5EF4-FFF2-40B4-BE49-F238E27FC236}">
                                  <a16:creationId xmlns:a16="http://schemas.microsoft.com/office/drawing/2014/main" id="{92EF1A2E-8EA0-09CA-B144-42E8615EAA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45" name="Rectangle 1544">
                              <a:extLst>
                                <a:ext uri="{FF2B5EF4-FFF2-40B4-BE49-F238E27FC236}">
                                  <a16:creationId xmlns:a16="http://schemas.microsoft.com/office/drawing/2014/main" id="{EA7F0AEA-9418-64BA-D9F9-E9FDE7B641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46" name="Rectangle 1545">
                              <a:extLst>
                                <a:ext uri="{FF2B5EF4-FFF2-40B4-BE49-F238E27FC236}">
                                  <a16:creationId xmlns:a16="http://schemas.microsoft.com/office/drawing/2014/main" id="{33B09AB4-E4C8-D5B4-A5E0-13C5B80767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47" name="Rectangle 1546">
                              <a:extLst>
                                <a:ext uri="{FF2B5EF4-FFF2-40B4-BE49-F238E27FC236}">
                                  <a16:creationId xmlns:a16="http://schemas.microsoft.com/office/drawing/2014/main" id="{82BAF3F8-0547-5F0D-F451-B0264A4873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527" name="Group 1526">
                            <a:extLst>
                              <a:ext uri="{FF2B5EF4-FFF2-40B4-BE49-F238E27FC236}">
                                <a16:creationId xmlns:a16="http://schemas.microsoft.com/office/drawing/2014/main" id="{13DBA1BD-BDC7-8938-86F0-71A9241EC9F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28" name="Rectangle 1527">
                              <a:extLst>
                                <a:ext uri="{FF2B5EF4-FFF2-40B4-BE49-F238E27FC236}">
                                  <a16:creationId xmlns:a16="http://schemas.microsoft.com/office/drawing/2014/main" id="{C0F407F1-66B2-EBE9-2FB8-86415C897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29" name="Rectangle 1528">
                              <a:extLst>
                                <a:ext uri="{FF2B5EF4-FFF2-40B4-BE49-F238E27FC236}">
                                  <a16:creationId xmlns:a16="http://schemas.microsoft.com/office/drawing/2014/main" id="{8A30B2CA-7DB9-2EE1-9845-64A02BF600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30" name="Rectangle 1529">
                              <a:extLst>
                                <a:ext uri="{FF2B5EF4-FFF2-40B4-BE49-F238E27FC236}">
                                  <a16:creationId xmlns:a16="http://schemas.microsoft.com/office/drawing/2014/main" id="{E257A52F-8EF1-AC7F-9C03-E147433931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31" name="Rectangle 1530">
                              <a:extLst>
                                <a:ext uri="{FF2B5EF4-FFF2-40B4-BE49-F238E27FC236}">
                                  <a16:creationId xmlns:a16="http://schemas.microsoft.com/office/drawing/2014/main" id="{8BBEF665-5BF3-5E0D-D609-4EF41BF30F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32" name="Rectangle 1531">
                              <a:extLst>
                                <a:ext uri="{FF2B5EF4-FFF2-40B4-BE49-F238E27FC236}">
                                  <a16:creationId xmlns:a16="http://schemas.microsoft.com/office/drawing/2014/main" id="{E35C2D04-E599-1975-C03C-8231E3F143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33" name="Rectangle 1532">
                              <a:extLst>
                                <a:ext uri="{FF2B5EF4-FFF2-40B4-BE49-F238E27FC236}">
                                  <a16:creationId xmlns:a16="http://schemas.microsoft.com/office/drawing/2014/main" id="{2CCC303E-C80A-2A12-EAEB-909CCC1E1D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34" name="Rectangle 1533">
                              <a:extLst>
                                <a:ext uri="{FF2B5EF4-FFF2-40B4-BE49-F238E27FC236}">
                                  <a16:creationId xmlns:a16="http://schemas.microsoft.com/office/drawing/2014/main" id="{AB836F29-53DA-D474-58A8-13BB0F87C5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35" name="Rectangle 1534">
                              <a:extLst>
                                <a:ext uri="{FF2B5EF4-FFF2-40B4-BE49-F238E27FC236}">
                                  <a16:creationId xmlns:a16="http://schemas.microsoft.com/office/drawing/2014/main" id="{FB64E14F-A266-E535-426C-7F91369A63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36" name="Rectangle 1535">
                              <a:extLst>
                                <a:ext uri="{FF2B5EF4-FFF2-40B4-BE49-F238E27FC236}">
                                  <a16:creationId xmlns:a16="http://schemas.microsoft.com/office/drawing/2014/main" id="{40924C4D-F5A4-1724-C9F8-BEE98CB2A9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37" name="Rectangle 1536">
                              <a:extLst>
                                <a:ext uri="{FF2B5EF4-FFF2-40B4-BE49-F238E27FC236}">
                                  <a16:creationId xmlns:a16="http://schemas.microsoft.com/office/drawing/2014/main" id="{23025AFC-B22B-F4D7-38C7-13906D75BF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427" name="Group 1426">
                      <a:extLst>
                        <a:ext uri="{FF2B5EF4-FFF2-40B4-BE49-F238E27FC236}">
                          <a16:creationId xmlns:a16="http://schemas.microsoft.com/office/drawing/2014/main" id="{6CB77351-AAD6-8234-4FC6-1E322F2B4EC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428" name="Group 1427">
                        <a:extLst>
                          <a:ext uri="{FF2B5EF4-FFF2-40B4-BE49-F238E27FC236}">
                            <a16:creationId xmlns:a16="http://schemas.microsoft.com/office/drawing/2014/main" id="{281C9BBD-07AE-7C71-6CE6-1C64E6A3FAC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476" name="Group 1475">
                          <a:extLst>
                            <a:ext uri="{FF2B5EF4-FFF2-40B4-BE49-F238E27FC236}">
                              <a16:creationId xmlns:a16="http://schemas.microsoft.com/office/drawing/2014/main" id="{6ED41CEB-FD25-27AD-D731-C42D762BECB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500" name="Group 1499">
                            <a:extLst>
                              <a:ext uri="{FF2B5EF4-FFF2-40B4-BE49-F238E27FC236}">
                                <a16:creationId xmlns:a16="http://schemas.microsoft.com/office/drawing/2014/main" id="{EFB7629B-E0B4-BE38-6DAA-BB29798CB17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12" name="Rectangle 1511">
                              <a:extLst>
                                <a:ext uri="{FF2B5EF4-FFF2-40B4-BE49-F238E27FC236}">
                                  <a16:creationId xmlns:a16="http://schemas.microsoft.com/office/drawing/2014/main" id="{FC680444-3BEA-7160-4E68-288DF204526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13" name="Rectangle 1512">
                              <a:extLst>
                                <a:ext uri="{FF2B5EF4-FFF2-40B4-BE49-F238E27FC236}">
                                  <a16:creationId xmlns:a16="http://schemas.microsoft.com/office/drawing/2014/main" id="{0B83D4F1-F498-A248-F299-4DFF55132F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14" name="Rectangle 1513">
                              <a:extLst>
                                <a:ext uri="{FF2B5EF4-FFF2-40B4-BE49-F238E27FC236}">
                                  <a16:creationId xmlns:a16="http://schemas.microsoft.com/office/drawing/2014/main" id="{5EE096AD-93EF-BB80-4FB5-145E9521379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15" name="Rectangle 1514">
                              <a:extLst>
                                <a:ext uri="{FF2B5EF4-FFF2-40B4-BE49-F238E27FC236}">
                                  <a16:creationId xmlns:a16="http://schemas.microsoft.com/office/drawing/2014/main" id="{10D21406-54F2-E52C-CECD-33E634ACD0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16" name="Rectangle 1515">
                              <a:extLst>
                                <a:ext uri="{FF2B5EF4-FFF2-40B4-BE49-F238E27FC236}">
                                  <a16:creationId xmlns:a16="http://schemas.microsoft.com/office/drawing/2014/main" id="{41573AFE-A9F1-F328-91E8-7A129ACAB5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17" name="Rectangle 1516">
                              <a:extLst>
                                <a:ext uri="{FF2B5EF4-FFF2-40B4-BE49-F238E27FC236}">
                                  <a16:creationId xmlns:a16="http://schemas.microsoft.com/office/drawing/2014/main" id="{C293F976-7217-8947-9644-4F98D18461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18" name="Rectangle 1517">
                              <a:extLst>
                                <a:ext uri="{FF2B5EF4-FFF2-40B4-BE49-F238E27FC236}">
                                  <a16:creationId xmlns:a16="http://schemas.microsoft.com/office/drawing/2014/main" id="{592587F5-F768-277E-05AF-75468101C0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19" name="Rectangle 1518">
                              <a:extLst>
                                <a:ext uri="{FF2B5EF4-FFF2-40B4-BE49-F238E27FC236}">
                                  <a16:creationId xmlns:a16="http://schemas.microsoft.com/office/drawing/2014/main" id="{73406669-BCD8-4298-24CE-F4185E1AAE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20" name="Rectangle 1519">
                              <a:extLst>
                                <a:ext uri="{FF2B5EF4-FFF2-40B4-BE49-F238E27FC236}">
                                  <a16:creationId xmlns:a16="http://schemas.microsoft.com/office/drawing/2014/main" id="{CD9801D1-A5D4-C874-2360-536437DFB0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21" name="Rectangle 1520">
                              <a:extLst>
                                <a:ext uri="{FF2B5EF4-FFF2-40B4-BE49-F238E27FC236}">
                                  <a16:creationId xmlns:a16="http://schemas.microsoft.com/office/drawing/2014/main" id="{A8D609F1-BD25-F991-05A6-82E6C0C562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501" name="Group 1500">
                            <a:extLst>
                              <a:ext uri="{FF2B5EF4-FFF2-40B4-BE49-F238E27FC236}">
                                <a16:creationId xmlns:a16="http://schemas.microsoft.com/office/drawing/2014/main" id="{70F2F849-C79C-5042-4B04-A649D408046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02" name="Rectangle 1501">
                              <a:extLst>
                                <a:ext uri="{FF2B5EF4-FFF2-40B4-BE49-F238E27FC236}">
                                  <a16:creationId xmlns:a16="http://schemas.microsoft.com/office/drawing/2014/main" id="{1B1D46DC-D187-EA2C-396B-DBF8984D7A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03" name="Rectangle 1502">
                              <a:extLst>
                                <a:ext uri="{FF2B5EF4-FFF2-40B4-BE49-F238E27FC236}">
                                  <a16:creationId xmlns:a16="http://schemas.microsoft.com/office/drawing/2014/main" id="{10ABD67C-D977-08E8-C568-294DFC150A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04" name="Rectangle 1503">
                              <a:extLst>
                                <a:ext uri="{FF2B5EF4-FFF2-40B4-BE49-F238E27FC236}">
                                  <a16:creationId xmlns:a16="http://schemas.microsoft.com/office/drawing/2014/main" id="{00274190-6B27-B4BC-B910-B9CB0B56D8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05" name="Rectangle 1504">
                              <a:extLst>
                                <a:ext uri="{FF2B5EF4-FFF2-40B4-BE49-F238E27FC236}">
                                  <a16:creationId xmlns:a16="http://schemas.microsoft.com/office/drawing/2014/main" id="{698C15D9-EE22-3C6C-6905-5AE3DB38C9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06" name="Rectangle 1505">
                              <a:extLst>
                                <a:ext uri="{FF2B5EF4-FFF2-40B4-BE49-F238E27FC236}">
                                  <a16:creationId xmlns:a16="http://schemas.microsoft.com/office/drawing/2014/main" id="{6FE98751-4D8B-520B-E551-3ECBC0F451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07" name="Rectangle 1506">
                              <a:extLst>
                                <a:ext uri="{FF2B5EF4-FFF2-40B4-BE49-F238E27FC236}">
                                  <a16:creationId xmlns:a16="http://schemas.microsoft.com/office/drawing/2014/main" id="{7297F329-64C0-AB34-08B3-6E49254749B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08" name="Rectangle 1507">
                              <a:extLst>
                                <a:ext uri="{FF2B5EF4-FFF2-40B4-BE49-F238E27FC236}">
                                  <a16:creationId xmlns:a16="http://schemas.microsoft.com/office/drawing/2014/main" id="{FE8E257A-134A-C383-CFC7-D892F9129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09" name="Rectangle 1508">
                              <a:extLst>
                                <a:ext uri="{FF2B5EF4-FFF2-40B4-BE49-F238E27FC236}">
                                  <a16:creationId xmlns:a16="http://schemas.microsoft.com/office/drawing/2014/main" id="{560F6C07-8E9E-01D8-F44A-216BDBC798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10" name="Rectangle 1509">
                              <a:extLst>
                                <a:ext uri="{FF2B5EF4-FFF2-40B4-BE49-F238E27FC236}">
                                  <a16:creationId xmlns:a16="http://schemas.microsoft.com/office/drawing/2014/main" id="{6D6521DE-64C7-2DAC-03FF-30F14F8DA7C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511" name="Rectangle 1510">
                              <a:extLst>
                                <a:ext uri="{FF2B5EF4-FFF2-40B4-BE49-F238E27FC236}">
                                  <a16:creationId xmlns:a16="http://schemas.microsoft.com/office/drawing/2014/main" id="{5ED08C10-46DF-2B40-B5EE-4C7DD6EF13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  <p:grpSp>
                      <p:nvGrpSpPr>
                        <p:cNvPr id="1477" name="Group 1476">
                          <a:extLst>
                            <a:ext uri="{FF2B5EF4-FFF2-40B4-BE49-F238E27FC236}">
                              <a16:creationId xmlns:a16="http://schemas.microsoft.com/office/drawing/2014/main" id="{BDA6B756-5129-4FFE-2D9A-146B856D6EC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478" name="Group 1477">
                            <a:extLst>
                              <a:ext uri="{FF2B5EF4-FFF2-40B4-BE49-F238E27FC236}">
                                <a16:creationId xmlns:a16="http://schemas.microsoft.com/office/drawing/2014/main" id="{FC9981F8-E15E-66D9-98A0-939BF9415B4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90" name="Rectangle 1489">
                              <a:extLst>
                                <a:ext uri="{FF2B5EF4-FFF2-40B4-BE49-F238E27FC236}">
                                  <a16:creationId xmlns:a16="http://schemas.microsoft.com/office/drawing/2014/main" id="{E52CBD6C-3444-577B-BF6B-9BA0A08A91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91" name="Rectangle 1490">
                              <a:extLst>
                                <a:ext uri="{FF2B5EF4-FFF2-40B4-BE49-F238E27FC236}">
                                  <a16:creationId xmlns:a16="http://schemas.microsoft.com/office/drawing/2014/main" id="{EF9E6705-062E-D821-8DFB-6DA7B4139E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92" name="Rectangle 1491">
                              <a:extLst>
                                <a:ext uri="{FF2B5EF4-FFF2-40B4-BE49-F238E27FC236}">
                                  <a16:creationId xmlns:a16="http://schemas.microsoft.com/office/drawing/2014/main" id="{61E0D623-C84E-59C7-1E34-CC37EF9635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93" name="Rectangle 1492">
                              <a:extLst>
                                <a:ext uri="{FF2B5EF4-FFF2-40B4-BE49-F238E27FC236}">
                                  <a16:creationId xmlns:a16="http://schemas.microsoft.com/office/drawing/2014/main" id="{0AC91396-CEBF-AE37-B833-3D119E2472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94" name="Rectangle 1493">
                              <a:extLst>
                                <a:ext uri="{FF2B5EF4-FFF2-40B4-BE49-F238E27FC236}">
                                  <a16:creationId xmlns:a16="http://schemas.microsoft.com/office/drawing/2014/main" id="{97C12C79-ECAC-6EF8-6B58-948FF8E06FB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95" name="Rectangle 1494">
                              <a:extLst>
                                <a:ext uri="{FF2B5EF4-FFF2-40B4-BE49-F238E27FC236}">
                                  <a16:creationId xmlns:a16="http://schemas.microsoft.com/office/drawing/2014/main" id="{21CAC0AE-83E7-7462-796F-1CB8BA7598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96" name="Rectangle 1495">
                              <a:extLst>
                                <a:ext uri="{FF2B5EF4-FFF2-40B4-BE49-F238E27FC236}">
                                  <a16:creationId xmlns:a16="http://schemas.microsoft.com/office/drawing/2014/main" id="{EAFCB430-3AA5-48FF-A2D4-FC74178506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97" name="Rectangle 1496">
                              <a:extLst>
                                <a:ext uri="{FF2B5EF4-FFF2-40B4-BE49-F238E27FC236}">
                                  <a16:creationId xmlns:a16="http://schemas.microsoft.com/office/drawing/2014/main" id="{531F565C-CD8E-6511-9390-9AE92A3857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98" name="Rectangle 1497">
                              <a:extLst>
                                <a:ext uri="{FF2B5EF4-FFF2-40B4-BE49-F238E27FC236}">
                                  <a16:creationId xmlns:a16="http://schemas.microsoft.com/office/drawing/2014/main" id="{70703F69-88B8-9467-4F8D-485FA9E75B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99" name="Rectangle 1498">
                              <a:extLst>
                                <a:ext uri="{FF2B5EF4-FFF2-40B4-BE49-F238E27FC236}">
                                  <a16:creationId xmlns:a16="http://schemas.microsoft.com/office/drawing/2014/main" id="{E3A8ABC6-FB0F-AABD-55BC-FF4848DBAE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479" name="Group 1478">
                            <a:extLst>
                              <a:ext uri="{FF2B5EF4-FFF2-40B4-BE49-F238E27FC236}">
                                <a16:creationId xmlns:a16="http://schemas.microsoft.com/office/drawing/2014/main" id="{E74325ED-7D3A-EDEB-8D7F-64976C0D590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80" name="Rectangle 1479">
                              <a:extLst>
                                <a:ext uri="{FF2B5EF4-FFF2-40B4-BE49-F238E27FC236}">
                                  <a16:creationId xmlns:a16="http://schemas.microsoft.com/office/drawing/2014/main" id="{126DCE89-ADD8-DA00-3D99-8BC80E9D2B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81" name="Rectangle 1480">
                              <a:extLst>
                                <a:ext uri="{FF2B5EF4-FFF2-40B4-BE49-F238E27FC236}">
                                  <a16:creationId xmlns:a16="http://schemas.microsoft.com/office/drawing/2014/main" id="{99C97C1F-D210-02B0-DE9D-96F216024E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82" name="Rectangle 1481">
                              <a:extLst>
                                <a:ext uri="{FF2B5EF4-FFF2-40B4-BE49-F238E27FC236}">
                                  <a16:creationId xmlns:a16="http://schemas.microsoft.com/office/drawing/2014/main" id="{E73411F7-3125-CEC4-1CDD-626BB6B992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83" name="Rectangle 1482">
                              <a:extLst>
                                <a:ext uri="{FF2B5EF4-FFF2-40B4-BE49-F238E27FC236}">
                                  <a16:creationId xmlns:a16="http://schemas.microsoft.com/office/drawing/2014/main" id="{C005DE36-4E85-BFC2-6960-C621D4D9B3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84" name="Rectangle 1483">
                              <a:extLst>
                                <a:ext uri="{FF2B5EF4-FFF2-40B4-BE49-F238E27FC236}">
                                  <a16:creationId xmlns:a16="http://schemas.microsoft.com/office/drawing/2014/main" id="{5C3F6965-8C1F-08B6-3EEE-82F1A90EF7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85" name="Rectangle 1484">
                              <a:extLst>
                                <a:ext uri="{FF2B5EF4-FFF2-40B4-BE49-F238E27FC236}">
                                  <a16:creationId xmlns:a16="http://schemas.microsoft.com/office/drawing/2014/main" id="{EE3E2D01-5039-BBE5-E4C3-A048CEB1A9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86" name="Rectangle 1485">
                              <a:extLst>
                                <a:ext uri="{FF2B5EF4-FFF2-40B4-BE49-F238E27FC236}">
                                  <a16:creationId xmlns:a16="http://schemas.microsoft.com/office/drawing/2014/main" id="{4BE72B9F-BD87-68E6-F293-989211F9B1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87" name="Rectangle 1486">
                              <a:extLst>
                                <a:ext uri="{FF2B5EF4-FFF2-40B4-BE49-F238E27FC236}">
                                  <a16:creationId xmlns:a16="http://schemas.microsoft.com/office/drawing/2014/main" id="{C0E85534-3BB5-A665-6224-2512C00AF0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88" name="Rectangle 1487">
                              <a:extLst>
                                <a:ext uri="{FF2B5EF4-FFF2-40B4-BE49-F238E27FC236}">
                                  <a16:creationId xmlns:a16="http://schemas.microsoft.com/office/drawing/2014/main" id="{F13B15A2-3AA0-2F9E-8177-E7CFC20953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89" name="Rectangle 1488">
                              <a:extLst>
                                <a:ext uri="{FF2B5EF4-FFF2-40B4-BE49-F238E27FC236}">
                                  <a16:creationId xmlns:a16="http://schemas.microsoft.com/office/drawing/2014/main" id="{E9B3F521-CBBD-F3A9-3EC0-F04409890F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429" name="Group 1428">
                        <a:extLst>
                          <a:ext uri="{FF2B5EF4-FFF2-40B4-BE49-F238E27FC236}">
                            <a16:creationId xmlns:a16="http://schemas.microsoft.com/office/drawing/2014/main" id="{70761349-B36B-393E-60D1-BA7A7B78F9F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430" name="Group 1429">
                          <a:extLst>
                            <a:ext uri="{FF2B5EF4-FFF2-40B4-BE49-F238E27FC236}">
                              <a16:creationId xmlns:a16="http://schemas.microsoft.com/office/drawing/2014/main" id="{B52663B6-E453-C689-9EBD-74564DAD22E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454" name="Group 1453">
                            <a:extLst>
                              <a:ext uri="{FF2B5EF4-FFF2-40B4-BE49-F238E27FC236}">
                                <a16:creationId xmlns:a16="http://schemas.microsoft.com/office/drawing/2014/main" id="{A96091B5-CAFC-3B3D-E6E6-7833BC4497A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66" name="Rectangle 1465">
                              <a:extLst>
                                <a:ext uri="{FF2B5EF4-FFF2-40B4-BE49-F238E27FC236}">
                                  <a16:creationId xmlns:a16="http://schemas.microsoft.com/office/drawing/2014/main" id="{74021198-89B6-D7FD-7B2D-739D76A5E25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67" name="Rectangle 1466">
                              <a:extLst>
                                <a:ext uri="{FF2B5EF4-FFF2-40B4-BE49-F238E27FC236}">
                                  <a16:creationId xmlns:a16="http://schemas.microsoft.com/office/drawing/2014/main" id="{D0935E4F-8F5D-0640-BC79-730C4928E5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68" name="Rectangle 1467">
                              <a:extLst>
                                <a:ext uri="{FF2B5EF4-FFF2-40B4-BE49-F238E27FC236}">
                                  <a16:creationId xmlns:a16="http://schemas.microsoft.com/office/drawing/2014/main" id="{EB7374E2-4325-0419-B294-BA49A0F467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69" name="Rectangle 1468">
                              <a:extLst>
                                <a:ext uri="{FF2B5EF4-FFF2-40B4-BE49-F238E27FC236}">
                                  <a16:creationId xmlns:a16="http://schemas.microsoft.com/office/drawing/2014/main" id="{B67EC9B5-3211-7866-13E7-805FDC4F3D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70" name="Rectangle 1469">
                              <a:extLst>
                                <a:ext uri="{FF2B5EF4-FFF2-40B4-BE49-F238E27FC236}">
                                  <a16:creationId xmlns:a16="http://schemas.microsoft.com/office/drawing/2014/main" id="{B06B40D7-11E1-CF55-EB91-04DD159FFF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71" name="Rectangle 1470">
                              <a:extLst>
                                <a:ext uri="{FF2B5EF4-FFF2-40B4-BE49-F238E27FC236}">
                                  <a16:creationId xmlns:a16="http://schemas.microsoft.com/office/drawing/2014/main" id="{885EF375-95B8-04E8-D232-3A658B4B4E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72" name="Rectangle 1471">
                              <a:extLst>
                                <a:ext uri="{FF2B5EF4-FFF2-40B4-BE49-F238E27FC236}">
                                  <a16:creationId xmlns:a16="http://schemas.microsoft.com/office/drawing/2014/main" id="{D339BEC6-3A5B-3A7C-1284-7FE28653A2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73" name="Rectangle 1472">
                              <a:extLst>
                                <a:ext uri="{FF2B5EF4-FFF2-40B4-BE49-F238E27FC236}">
                                  <a16:creationId xmlns:a16="http://schemas.microsoft.com/office/drawing/2014/main" id="{0E1394D6-6BE9-13A0-2F61-613F35886C8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74" name="Rectangle 1473">
                              <a:extLst>
                                <a:ext uri="{FF2B5EF4-FFF2-40B4-BE49-F238E27FC236}">
                                  <a16:creationId xmlns:a16="http://schemas.microsoft.com/office/drawing/2014/main" id="{288D33CB-0D0D-B01F-7FF9-FDECDFEF94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75" name="Rectangle 1474">
                              <a:extLst>
                                <a:ext uri="{FF2B5EF4-FFF2-40B4-BE49-F238E27FC236}">
                                  <a16:creationId xmlns:a16="http://schemas.microsoft.com/office/drawing/2014/main" id="{E14B2DB8-64A9-0648-40B1-CAB8EA4D94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455" name="Group 1454">
                            <a:extLst>
                              <a:ext uri="{FF2B5EF4-FFF2-40B4-BE49-F238E27FC236}">
                                <a16:creationId xmlns:a16="http://schemas.microsoft.com/office/drawing/2014/main" id="{D6EFBBE2-5362-DEB1-C92E-338BF08FCDD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56" name="Rectangle 1455">
                              <a:extLst>
                                <a:ext uri="{FF2B5EF4-FFF2-40B4-BE49-F238E27FC236}">
                                  <a16:creationId xmlns:a16="http://schemas.microsoft.com/office/drawing/2014/main" id="{FD897984-36AE-2D4D-FAC3-A8D177C88C3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57" name="Rectangle 1456">
                              <a:extLst>
                                <a:ext uri="{FF2B5EF4-FFF2-40B4-BE49-F238E27FC236}">
                                  <a16:creationId xmlns:a16="http://schemas.microsoft.com/office/drawing/2014/main" id="{CA3E7F77-7548-CA7B-4DC2-C08FEC079E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58" name="Rectangle 1457">
                              <a:extLst>
                                <a:ext uri="{FF2B5EF4-FFF2-40B4-BE49-F238E27FC236}">
                                  <a16:creationId xmlns:a16="http://schemas.microsoft.com/office/drawing/2014/main" id="{55D2569B-7786-33CC-F330-B0A1E9B992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59" name="Rectangle 1458">
                              <a:extLst>
                                <a:ext uri="{FF2B5EF4-FFF2-40B4-BE49-F238E27FC236}">
                                  <a16:creationId xmlns:a16="http://schemas.microsoft.com/office/drawing/2014/main" id="{64FCB1A6-A9A8-769B-4F8C-8F5F9B08DC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60" name="Rectangle 1459">
                              <a:extLst>
                                <a:ext uri="{FF2B5EF4-FFF2-40B4-BE49-F238E27FC236}">
                                  <a16:creationId xmlns:a16="http://schemas.microsoft.com/office/drawing/2014/main" id="{46A56949-5BA8-2DD5-FEF0-40CA52C5F0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61" name="Rectangle 1460">
                              <a:extLst>
                                <a:ext uri="{FF2B5EF4-FFF2-40B4-BE49-F238E27FC236}">
                                  <a16:creationId xmlns:a16="http://schemas.microsoft.com/office/drawing/2014/main" id="{611A46CF-1F80-FA7B-FE9D-FCCC8ADEDA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62" name="Rectangle 1461">
                              <a:extLst>
                                <a:ext uri="{FF2B5EF4-FFF2-40B4-BE49-F238E27FC236}">
                                  <a16:creationId xmlns:a16="http://schemas.microsoft.com/office/drawing/2014/main" id="{63924228-CE3C-19EA-CD46-3F9DE764888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63" name="Rectangle 1462">
                              <a:extLst>
                                <a:ext uri="{FF2B5EF4-FFF2-40B4-BE49-F238E27FC236}">
                                  <a16:creationId xmlns:a16="http://schemas.microsoft.com/office/drawing/2014/main" id="{4FE6178D-EB52-AC54-8B1C-1ACC7868CB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64" name="Rectangle 1463">
                              <a:extLst>
                                <a:ext uri="{FF2B5EF4-FFF2-40B4-BE49-F238E27FC236}">
                                  <a16:creationId xmlns:a16="http://schemas.microsoft.com/office/drawing/2014/main" id="{499E0811-40BF-6023-1423-18ECDA2763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65" name="Rectangle 1464">
                              <a:extLst>
                                <a:ext uri="{FF2B5EF4-FFF2-40B4-BE49-F238E27FC236}">
                                  <a16:creationId xmlns:a16="http://schemas.microsoft.com/office/drawing/2014/main" id="{1E266C61-6855-8A51-D580-C61714F3345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  <p:grpSp>
                      <p:nvGrpSpPr>
                        <p:cNvPr id="1431" name="Group 1430">
                          <a:extLst>
                            <a:ext uri="{FF2B5EF4-FFF2-40B4-BE49-F238E27FC236}">
                              <a16:creationId xmlns:a16="http://schemas.microsoft.com/office/drawing/2014/main" id="{153859D3-EC19-0A62-F629-F73ECD5D6F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432" name="Group 1431">
                            <a:extLst>
                              <a:ext uri="{FF2B5EF4-FFF2-40B4-BE49-F238E27FC236}">
                                <a16:creationId xmlns:a16="http://schemas.microsoft.com/office/drawing/2014/main" id="{E90C3F1B-019C-5567-D9D5-8089E169743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44" name="Rectangle 1443">
                              <a:extLst>
                                <a:ext uri="{FF2B5EF4-FFF2-40B4-BE49-F238E27FC236}">
                                  <a16:creationId xmlns:a16="http://schemas.microsoft.com/office/drawing/2014/main" id="{F393D6C9-6173-4541-2F08-32C2DA7BB5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45" name="Rectangle 1444">
                              <a:extLst>
                                <a:ext uri="{FF2B5EF4-FFF2-40B4-BE49-F238E27FC236}">
                                  <a16:creationId xmlns:a16="http://schemas.microsoft.com/office/drawing/2014/main" id="{86C5DA85-1020-0FC9-D7B6-FF1D5A11CF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46" name="Rectangle 1445">
                              <a:extLst>
                                <a:ext uri="{FF2B5EF4-FFF2-40B4-BE49-F238E27FC236}">
                                  <a16:creationId xmlns:a16="http://schemas.microsoft.com/office/drawing/2014/main" id="{38D66A74-9E75-96A7-E8A9-1E4C5305F2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47" name="Rectangle 1446">
                              <a:extLst>
                                <a:ext uri="{FF2B5EF4-FFF2-40B4-BE49-F238E27FC236}">
                                  <a16:creationId xmlns:a16="http://schemas.microsoft.com/office/drawing/2014/main" id="{5B803888-E9CA-E901-019C-2244432CB6F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48" name="Rectangle 1447">
                              <a:extLst>
                                <a:ext uri="{FF2B5EF4-FFF2-40B4-BE49-F238E27FC236}">
                                  <a16:creationId xmlns:a16="http://schemas.microsoft.com/office/drawing/2014/main" id="{BF9F0EEC-F518-1168-2985-052D6B6D81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49" name="Rectangle 1448">
                              <a:extLst>
                                <a:ext uri="{FF2B5EF4-FFF2-40B4-BE49-F238E27FC236}">
                                  <a16:creationId xmlns:a16="http://schemas.microsoft.com/office/drawing/2014/main" id="{52673F8B-D34F-4E7F-EFEF-324C1A0B54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50" name="Rectangle 1449">
                              <a:extLst>
                                <a:ext uri="{FF2B5EF4-FFF2-40B4-BE49-F238E27FC236}">
                                  <a16:creationId xmlns:a16="http://schemas.microsoft.com/office/drawing/2014/main" id="{5AC9B2D8-D850-45E5-22B0-359E943B46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51" name="Rectangle 1450">
                              <a:extLst>
                                <a:ext uri="{FF2B5EF4-FFF2-40B4-BE49-F238E27FC236}">
                                  <a16:creationId xmlns:a16="http://schemas.microsoft.com/office/drawing/2014/main" id="{2FF64E8D-DA69-FD9E-A3EF-25FE02246D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52" name="Rectangle 1451">
                              <a:extLst>
                                <a:ext uri="{FF2B5EF4-FFF2-40B4-BE49-F238E27FC236}">
                                  <a16:creationId xmlns:a16="http://schemas.microsoft.com/office/drawing/2014/main" id="{0AD54AA6-AE19-21F0-F790-7E9CABB7E7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53" name="Rectangle 1452">
                              <a:extLst>
                                <a:ext uri="{FF2B5EF4-FFF2-40B4-BE49-F238E27FC236}">
                                  <a16:creationId xmlns:a16="http://schemas.microsoft.com/office/drawing/2014/main" id="{F21E1A82-1E93-D4F1-9B14-7EE30187A7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433" name="Group 1432">
                            <a:extLst>
                              <a:ext uri="{FF2B5EF4-FFF2-40B4-BE49-F238E27FC236}">
                                <a16:creationId xmlns:a16="http://schemas.microsoft.com/office/drawing/2014/main" id="{9A810C54-3500-5038-D991-37079ADC57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34" name="Rectangle 1433">
                              <a:extLst>
                                <a:ext uri="{FF2B5EF4-FFF2-40B4-BE49-F238E27FC236}">
                                  <a16:creationId xmlns:a16="http://schemas.microsoft.com/office/drawing/2014/main" id="{815AD630-9B59-2DF8-7FD4-6BE019038D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35" name="Rectangle 1434">
                              <a:extLst>
                                <a:ext uri="{FF2B5EF4-FFF2-40B4-BE49-F238E27FC236}">
                                  <a16:creationId xmlns:a16="http://schemas.microsoft.com/office/drawing/2014/main" id="{4A55DA3A-4BE1-FF1C-F381-AF9831A491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36" name="Rectangle 1435">
                              <a:extLst>
                                <a:ext uri="{FF2B5EF4-FFF2-40B4-BE49-F238E27FC236}">
                                  <a16:creationId xmlns:a16="http://schemas.microsoft.com/office/drawing/2014/main" id="{75DE4CC2-C20A-8256-4178-25DF161509F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37" name="Rectangle 1436">
                              <a:extLst>
                                <a:ext uri="{FF2B5EF4-FFF2-40B4-BE49-F238E27FC236}">
                                  <a16:creationId xmlns:a16="http://schemas.microsoft.com/office/drawing/2014/main" id="{85AFF5DA-F39C-20C2-BA55-90393920F7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38" name="Rectangle 1437">
                              <a:extLst>
                                <a:ext uri="{FF2B5EF4-FFF2-40B4-BE49-F238E27FC236}">
                                  <a16:creationId xmlns:a16="http://schemas.microsoft.com/office/drawing/2014/main" id="{EFACFEA8-4780-F8D8-B7D6-9D661E6F94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39" name="Rectangle 1438">
                              <a:extLst>
                                <a:ext uri="{FF2B5EF4-FFF2-40B4-BE49-F238E27FC236}">
                                  <a16:creationId xmlns:a16="http://schemas.microsoft.com/office/drawing/2014/main" id="{42CACD5F-C877-EC6C-B234-2C8EE8355F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40" name="Rectangle 1439">
                              <a:extLst>
                                <a:ext uri="{FF2B5EF4-FFF2-40B4-BE49-F238E27FC236}">
                                  <a16:creationId xmlns:a16="http://schemas.microsoft.com/office/drawing/2014/main" id="{108039CB-95C8-66A4-F043-8D171EC09B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41" name="Rectangle 1440">
                              <a:extLst>
                                <a:ext uri="{FF2B5EF4-FFF2-40B4-BE49-F238E27FC236}">
                                  <a16:creationId xmlns:a16="http://schemas.microsoft.com/office/drawing/2014/main" id="{170AFEA4-3AC3-F791-4FDE-1CA4A5581F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42" name="Rectangle 1441">
                              <a:extLst>
                                <a:ext uri="{FF2B5EF4-FFF2-40B4-BE49-F238E27FC236}">
                                  <a16:creationId xmlns:a16="http://schemas.microsoft.com/office/drawing/2014/main" id="{0836D7F8-898E-98EC-8B7D-8545A4EB0B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443" name="Rectangle 1442">
                              <a:extLst>
                                <a:ext uri="{FF2B5EF4-FFF2-40B4-BE49-F238E27FC236}">
                                  <a16:creationId xmlns:a16="http://schemas.microsoft.com/office/drawing/2014/main" id="{F8713BF7-C46C-9240-CFCE-3DB086B193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330" name="Group 1329">
                  <a:extLst>
                    <a:ext uri="{FF2B5EF4-FFF2-40B4-BE49-F238E27FC236}">
                      <a16:creationId xmlns:a16="http://schemas.microsoft.com/office/drawing/2014/main" id="{B7FDEFA7-8577-FA65-1A31-25084A7A09CB}"/>
                    </a:ext>
                  </a:extLst>
                </p:cNvPr>
                <p:cNvGrpSpPr/>
                <p:nvPr/>
              </p:nvGrpSpPr>
              <p:grpSpPr>
                <a:xfrm>
                  <a:off x="10326489" y="3524139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378" name="Group 1377">
                    <a:extLst>
                      <a:ext uri="{FF2B5EF4-FFF2-40B4-BE49-F238E27FC236}">
                        <a16:creationId xmlns:a16="http://schemas.microsoft.com/office/drawing/2014/main" id="{8F226408-64EA-3590-588A-1DFE2C5C0981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402" name="Group 1401">
                      <a:extLst>
                        <a:ext uri="{FF2B5EF4-FFF2-40B4-BE49-F238E27FC236}">
                          <a16:creationId xmlns:a16="http://schemas.microsoft.com/office/drawing/2014/main" id="{ECA554A9-B00B-C7C1-5477-595AB56F888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414" name="Rectangle 1413">
                        <a:extLst>
                          <a:ext uri="{FF2B5EF4-FFF2-40B4-BE49-F238E27FC236}">
                            <a16:creationId xmlns:a16="http://schemas.microsoft.com/office/drawing/2014/main" id="{E4669D0B-C965-F677-364E-A1995D3F4B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415" name="Rectangle 1414">
                        <a:extLst>
                          <a:ext uri="{FF2B5EF4-FFF2-40B4-BE49-F238E27FC236}">
                            <a16:creationId xmlns:a16="http://schemas.microsoft.com/office/drawing/2014/main" id="{C6B7522A-385B-9C42-1392-F0A5891E76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416" name="Rectangle 1415">
                        <a:extLst>
                          <a:ext uri="{FF2B5EF4-FFF2-40B4-BE49-F238E27FC236}">
                            <a16:creationId xmlns:a16="http://schemas.microsoft.com/office/drawing/2014/main" id="{62A2293E-676D-9035-5933-E20FDCA120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417" name="Rectangle 1416">
                        <a:extLst>
                          <a:ext uri="{FF2B5EF4-FFF2-40B4-BE49-F238E27FC236}">
                            <a16:creationId xmlns:a16="http://schemas.microsoft.com/office/drawing/2014/main" id="{59321166-8E8D-098D-9AC2-9B94531B48A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418" name="Rectangle 1417">
                        <a:extLst>
                          <a:ext uri="{FF2B5EF4-FFF2-40B4-BE49-F238E27FC236}">
                            <a16:creationId xmlns:a16="http://schemas.microsoft.com/office/drawing/2014/main" id="{FF91D671-75BA-456B-4643-07857156306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419" name="Rectangle 1418">
                        <a:extLst>
                          <a:ext uri="{FF2B5EF4-FFF2-40B4-BE49-F238E27FC236}">
                            <a16:creationId xmlns:a16="http://schemas.microsoft.com/office/drawing/2014/main" id="{385832A8-20C6-E673-0EBD-89B7A71B761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420" name="Rectangle 1419">
                        <a:extLst>
                          <a:ext uri="{FF2B5EF4-FFF2-40B4-BE49-F238E27FC236}">
                            <a16:creationId xmlns:a16="http://schemas.microsoft.com/office/drawing/2014/main" id="{787EA3DE-F1BE-59C0-00DB-B92FE717C11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421" name="Rectangle 1420">
                        <a:extLst>
                          <a:ext uri="{FF2B5EF4-FFF2-40B4-BE49-F238E27FC236}">
                            <a16:creationId xmlns:a16="http://schemas.microsoft.com/office/drawing/2014/main" id="{15AA8094-5C53-7900-89C8-47D9745C4A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422" name="Rectangle 1421">
                        <a:extLst>
                          <a:ext uri="{FF2B5EF4-FFF2-40B4-BE49-F238E27FC236}">
                            <a16:creationId xmlns:a16="http://schemas.microsoft.com/office/drawing/2014/main" id="{F5A15CD9-FB1B-9908-34ED-21D5430794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423" name="Rectangle 1422">
                        <a:extLst>
                          <a:ext uri="{FF2B5EF4-FFF2-40B4-BE49-F238E27FC236}">
                            <a16:creationId xmlns:a16="http://schemas.microsoft.com/office/drawing/2014/main" id="{1A5D1025-A7B0-9AC9-BDBE-7F4D5FF6A4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</p:grpSp>
                <p:grpSp>
                  <p:nvGrpSpPr>
                    <p:cNvPr id="1403" name="Group 1402">
                      <a:extLst>
                        <a:ext uri="{FF2B5EF4-FFF2-40B4-BE49-F238E27FC236}">
                          <a16:creationId xmlns:a16="http://schemas.microsoft.com/office/drawing/2014/main" id="{B0B807AC-284A-AFE8-740C-42FD12AADE1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404" name="Rectangle 1403">
                        <a:extLst>
                          <a:ext uri="{FF2B5EF4-FFF2-40B4-BE49-F238E27FC236}">
                            <a16:creationId xmlns:a16="http://schemas.microsoft.com/office/drawing/2014/main" id="{7E31C6B5-82FD-D62C-BF7A-E1D801CEFD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405" name="Rectangle 1404">
                        <a:extLst>
                          <a:ext uri="{FF2B5EF4-FFF2-40B4-BE49-F238E27FC236}">
                            <a16:creationId xmlns:a16="http://schemas.microsoft.com/office/drawing/2014/main" id="{32ACA5BB-42BE-91C6-8EF1-52E6E22B19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406" name="Rectangle 1405">
                        <a:extLst>
                          <a:ext uri="{FF2B5EF4-FFF2-40B4-BE49-F238E27FC236}">
                            <a16:creationId xmlns:a16="http://schemas.microsoft.com/office/drawing/2014/main" id="{DC23B90E-3F45-B0FD-CE63-3557DBD033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407" name="Rectangle 1406">
                        <a:extLst>
                          <a:ext uri="{FF2B5EF4-FFF2-40B4-BE49-F238E27FC236}">
                            <a16:creationId xmlns:a16="http://schemas.microsoft.com/office/drawing/2014/main" id="{AA46B2F7-03EE-4116-C978-14F1C99384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408" name="Rectangle 1407">
                        <a:extLst>
                          <a:ext uri="{FF2B5EF4-FFF2-40B4-BE49-F238E27FC236}">
                            <a16:creationId xmlns:a16="http://schemas.microsoft.com/office/drawing/2014/main" id="{65E0E301-E3C2-E836-0186-3A2EE3003DA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409" name="Rectangle 1408">
                        <a:extLst>
                          <a:ext uri="{FF2B5EF4-FFF2-40B4-BE49-F238E27FC236}">
                            <a16:creationId xmlns:a16="http://schemas.microsoft.com/office/drawing/2014/main" id="{5C7BE352-0574-E9CB-427D-9CC94D9C64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410" name="Rectangle 1409">
                        <a:extLst>
                          <a:ext uri="{FF2B5EF4-FFF2-40B4-BE49-F238E27FC236}">
                            <a16:creationId xmlns:a16="http://schemas.microsoft.com/office/drawing/2014/main" id="{DCC3EA28-0095-6BCE-E1E0-A5022657E8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411" name="Rectangle 1410">
                        <a:extLst>
                          <a:ext uri="{FF2B5EF4-FFF2-40B4-BE49-F238E27FC236}">
                            <a16:creationId xmlns:a16="http://schemas.microsoft.com/office/drawing/2014/main" id="{D6756580-92D9-2C0C-25B4-6B1940DB2FF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412" name="Rectangle 1411">
                        <a:extLst>
                          <a:ext uri="{FF2B5EF4-FFF2-40B4-BE49-F238E27FC236}">
                            <a16:creationId xmlns:a16="http://schemas.microsoft.com/office/drawing/2014/main" id="{45792499-6B1E-F9BC-B07F-EACFA2ABAAE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413" name="Rectangle 1412">
                        <a:extLst>
                          <a:ext uri="{FF2B5EF4-FFF2-40B4-BE49-F238E27FC236}">
                            <a16:creationId xmlns:a16="http://schemas.microsoft.com/office/drawing/2014/main" id="{279C5756-69CD-9B2B-34EB-C3FCCFD33E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</p:grpSp>
              </p:grpSp>
              <p:grpSp>
                <p:nvGrpSpPr>
                  <p:cNvPr id="1379" name="Group 1378">
                    <a:extLst>
                      <a:ext uri="{FF2B5EF4-FFF2-40B4-BE49-F238E27FC236}">
                        <a16:creationId xmlns:a16="http://schemas.microsoft.com/office/drawing/2014/main" id="{FF17E98F-34E2-F17D-5984-F15CAEA27CED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380" name="Group 1379">
                      <a:extLst>
                        <a:ext uri="{FF2B5EF4-FFF2-40B4-BE49-F238E27FC236}">
                          <a16:creationId xmlns:a16="http://schemas.microsoft.com/office/drawing/2014/main" id="{BA18A04F-587C-1761-1C41-B5717DFFA35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392" name="Rectangle 1391">
                        <a:extLst>
                          <a:ext uri="{FF2B5EF4-FFF2-40B4-BE49-F238E27FC236}">
                            <a16:creationId xmlns:a16="http://schemas.microsoft.com/office/drawing/2014/main" id="{4625EA0E-C982-B06A-5A83-792E5BE75C8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393" name="Rectangle 1392">
                        <a:extLst>
                          <a:ext uri="{FF2B5EF4-FFF2-40B4-BE49-F238E27FC236}">
                            <a16:creationId xmlns:a16="http://schemas.microsoft.com/office/drawing/2014/main" id="{7A95CE69-F432-6BAD-D46A-C90FB7B533C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394" name="Rectangle 1393">
                        <a:extLst>
                          <a:ext uri="{FF2B5EF4-FFF2-40B4-BE49-F238E27FC236}">
                            <a16:creationId xmlns:a16="http://schemas.microsoft.com/office/drawing/2014/main" id="{3B4FF42D-0773-13AB-EA92-36883EEE35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395" name="Rectangle 1394">
                        <a:extLst>
                          <a:ext uri="{FF2B5EF4-FFF2-40B4-BE49-F238E27FC236}">
                            <a16:creationId xmlns:a16="http://schemas.microsoft.com/office/drawing/2014/main" id="{7BE3D733-6A50-68AB-504B-00DC523FCA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396" name="Rectangle 1395">
                        <a:extLst>
                          <a:ext uri="{FF2B5EF4-FFF2-40B4-BE49-F238E27FC236}">
                            <a16:creationId xmlns:a16="http://schemas.microsoft.com/office/drawing/2014/main" id="{31DC7132-FBB2-8851-D3C7-3C7B01BD3D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397" name="Rectangle 1396">
                        <a:extLst>
                          <a:ext uri="{FF2B5EF4-FFF2-40B4-BE49-F238E27FC236}">
                            <a16:creationId xmlns:a16="http://schemas.microsoft.com/office/drawing/2014/main" id="{B3186374-BA10-7ADF-A35D-86B8AE967E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398" name="Rectangle 1397">
                        <a:extLst>
                          <a:ext uri="{FF2B5EF4-FFF2-40B4-BE49-F238E27FC236}">
                            <a16:creationId xmlns:a16="http://schemas.microsoft.com/office/drawing/2014/main" id="{978CCD0F-D2F1-47DD-CE05-57359E69969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399" name="Rectangle 1398">
                        <a:extLst>
                          <a:ext uri="{FF2B5EF4-FFF2-40B4-BE49-F238E27FC236}">
                            <a16:creationId xmlns:a16="http://schemas.microsoft.com/office/drawing/2014/main" id="{E013A586-3C5C-5626-4386-AE7FC04074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400" name="Rectangle 1399">
                        <a:extLst>
                          <a:ext uri="{FF2B5EF4-FFF2-40B4-BE49-F238E27FC236}">
                            <a16:creationId xmlns:a16="http://schemas.microsoft.com/office/drawing/2014/main" id="{CD6B4503-E8FD-7F7B-BDA3-8CFEC0A4C8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401" name="Rectangle 1400">
                        <a:extLst>
                          <a:ext uri="{FF2B5EF4-FFF2-40B4-BE49-F238E27FC236}">
                            <a16:creationId xmlns:a16="http://schemas.microsoft.com/office/drawing/2014/main" id="{D206C19E-0F71-867F-6BDB-193CA77BD7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</p:grpSp>
                <p:grpSp>
                  <p:nvGrpSpPr>
                    <p:cNvPr id="1381" name="Group 1380">
                      <a:extLst>
                        <a:ext uri="{FF2B5EF4-FFF2-40B4-BE49-F238E27FC236}">
                          <a16:creationId xmlns:a16="http://schemas.microsoft.com/office/drawing/2014/main" id="{57C8EB4E-BE34-FAA8-2B97-DA2B24F4D2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382" name="Rectangle 1381">
                        <a:extLst>
                          <a:ext uri="{FF2B5EF4-FFF2-40B4-BE49-F238E27FC236}">
                            <a16:creationId xmlns:a16="http://schemas.microsoft.com/office/drawing/2014/main" id="{9CA1203A-B162-6076-D7E3-B8F6BA6D5F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383" name="Rectangle 1382">
                        <a:extLst>
                          <a:ext uri="{FF2B5EF4-FFF2-40B4-BE49-F238E27FC236}">
                            <a16:creationId xmlns:a16="http://schemas.microsoft.com/office/drawing/2014/main" id="{002DE818-C015-E72B-CC22-25CBC52D66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384" name="Rectangle 1383">
                        <a:extLst>
                          <a:ext uri="{FF2B5EF4-FFF2-40B4-BE49-F238E27FC236}">
                            <a16:creationId xmlns:a16="http://schemas.microsoft.com/office/drawing/2014/main" id="{791D16D6-58DF-5218-D868-C3BBA20D121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385" name="Rectangle 1384">
                        <a:extLst>
                          <a:ext uri="{FF2B5EF4-FFF2-40B4-BE49-F238E27FC236}">
                            <a16:creationId xmlns:a16="http://schemas.microsoft.com/office/drawing/2014/main" id="{2BF3D8F9-6E78-4148-1AEA-F74FD2093F6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386" name="Rectangle 1385">
                        <a:extLst>
                          <a:ext uri="{FF2B5EF4-FFF2-40B4-BE49-F238E27FC236}">
                            <a16:creationId xmlns:a16="http://schemas.microsoft.com/office/drawing/2014/main" id="{FA3F6CC9-E40C-C6DE-0FDF-97A1DCA580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387" name="Rectangle 1386">
                        <a:extLst>
                          <a:ext uri="{FF2B5EF4-FFF2-40B4-BE49-F238E27FC236}">
                            <a16:creationId xmlns:a16="http://schemas.microsoft.com/office/drawing/2014/main" id="{4028011D-20E8-3D52-763B-6E4EE4CF99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388" name="Rectangle 1387">
                        <a:extLst>
                          <a:ext uri="{FF2B5EF4-FFF2-40B4-BE49-F238E27FC236}">
                            <a16:creationId xmlns:a16="http://schemas.microsoft.com/office/drawing/2014/main" id="{F272A497-622B-E9B6-6AAA-4BC2D17D19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389" name="Rectangle 1388">
                        <a:extLst>
                          <a:ext uri="{FF2B5EF4-FFF2-40B4-BE49-F238E27FC236}">
                            <a16:creationId xmlns:a16="http://schemas.microsoft.com/office/drawing/2014/main" id="{0156FD81-8A8B-6FBC-B6A1-BB32CD2260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390" name="Rectangle 1389">
                        <a:extLst>
                          <a:ext uri="{FF2B5EF4-FFF2-40B4-BE49-F238E27FC236}">
                            <a16:creationId xmlns:a16="http://schemas.microsoft.com/office/drawing/2014/main" id="{47076D5E-3818-651A-E899-C80C29551E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391" name="Rectangle 1390">
                        <a:extLst>
                          <a:ext uri="{FF2B5EF4-FFF2-40B4-BE49-F238E27FC236}">
                            <a16:creationId xmlns:a16="http://schemas.microsoft.com/office/drawing/2014/main" id="{5F08270B-4D8B-2D8F-3C17-0411BF044FE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</p:grpSp>
              </p:grpSp>
            </p:grpSp>
            <p:grpSp>
              <p:nvGrpSpPr>
                <p:cNvPr id="1331" name="Group 1330">
                  <a:extLst>
                    <a:ext uri="{FF2B5EF4-FFF2-40B4-BE49-F238E27FC236}">
                      <a16:creationId xmlns:a16="http://schemas.microsoft.com/office/drawing/2014/main" id="{1B48F434-8693-6133-5E1B-197409D919C0}"/>
                    </a:ext>
                  </a:extLst>
                </p:cNvPr>
                <p:cNvGrpSpPr/>
                <p:nvPr/>
              </p:nvGrpSpPr>
              <p:grpSpPr>
                <a:xfrm>
                  <a:off x="931318" y="3524139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356" name="Group 1355">
                    <a:extLst>
                      <a:ext uri="{FF2B5EF4-FFF2-40B4-BE49-F238E27FC236}">
                        <a16:creationId xmlns:a16="http://schemas.microsoft.com/office/drawing/2014/main" id="{13020A86-DC37-C811-E195-FC0DDF120A7C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368" name="Rectangle 1367">
                      <a:extLst>
                        <a:ext uri="{FF2B5EF4-FFF2-40B4-BE49-F238E27FC236}">
                          <a16:creationId xmlns:a16="http://schemas.microsoft.com/office/drawing/2014/main" id="{2CB74847-F158-EA0A-2A93-12CA590AB73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69" name="Rectangle 1368">
                      <a:extLst>
                        <a:ext uri="{FF2B5EF4-FFF2-40B4-BE49-F238E27FC236}">
                          <a16:creationId xmlns:a16="http://schemas.microsoft.com/office/drawing/2014/main" id="{C20BC8C4-A1D4-17C3-9F6C-351CD03E26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70" name="Rectangle 1369">
                      <a:extLst>
                        <a:ext uri="{FF2B5EF4-FFF2-40B4-BE49-F238E27FC236}">
                          <a16:creationId xmlns:a16="http://schemas.microsoft.com/office/drawing/2014/main" id="{B675ED12-60CB-CB0F-85AB-D5D864ADF8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71" name="Rectangle 1370">
                      <a:extLst>
                        <a:ext uri="{FF2B5EF4-FFF2-40B4-BE49-F238E27FC236}">
                          <a16:creationId xmlns:a16="http://schemas.microsoft.com/office/drawing/2014/main" id="{2A4EE742-3A58-BC50-635B-15C0D850F5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72" name="Rectangle 1371">
                      <a:extLst>
                        <a:ext uri="{FF2B5EF4-FFF2-40B4-BE49-F238E27FC236}">
                          <a16:creationId xmlns:a16="http://schemas.microsoft.com/office/drawing/2014/main" id="{F4A1C8A7-7BAE-C87B-21AE-5C85B560DE4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73" name="Rectangle 1372">
                      <a:extLst>
                        <a:ext uri="{FF2B5EF4-FFF2-40B4-BE49-F238E27FC236}">
                          <a16:creationId xmlns:a16="http://schemas.microsoft.com/office/drawing/2014/main" id="{22CD50DE-3A42-9E4E-B484-21FA93D137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74" name="Rectangle 1373">
                      <a:extLst>
                        <a:ext uri="{FF2B5EF4-FFF2-40B4-BE49-F238E27FC236}">
                          <a16:creationId xmlns:a16="http://schemas.microsoft.com/office/drawing/2014/main" id="{40211400-4A4D-8433-2622-1A0CA36744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75" name="Rectangle 1374">
                      <a:extLst>
                        <a:ext uri="{FF2B5EF4-FFF2-40B4-BE49-F238E27FC236}">
                          <a16:creationId xmlns:a16="http://schemas.microsoft.com/office/drawing/2014/main" id="{B8034830-5024-A0AD-0C38-E7D7132D1A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76" name="Rectangle 1375">
                      <a:extLst>
                        <a:ext uri="{FF2B5EF4-FFF2-40B4-BE49-F238E27FC236}">
                          <a16:creationId xmlns:a16="http://schemas.microsoft.com/office/drawing/2014/main" id="{C1A4E8F2-9CFE-6ECD-149D-410EB3CC8F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77" name="Rectangle 1376">
                      <a:extLst>
                        <a:ext uri="{FF2B5EF4-FFF2-40B4-BE49-F238E27FC236}">
                          <a16:creationId xmlns:a16="http://schemas.microsoft.com/office/drawing/2014/main" id="{7B5104E3-F00A-2EFD-1704-D84DA027CF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  <p:grpSp>
                <p:nvGrpSpPr>
                  <p:cNvPr id="1357" name="Group 1356">
                    <a:extLst>
                      <a:ext uri="{FF2B5EF4-FFF2-40B4-BE49-F238E27FC236}">
                        <a16:creationId xmlns:a16="http://schemas.microsoft.com/office/drawing/2014/main" id="{891D898E-1BE3-D8BA-6D6C-DE0069B8BE64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358" name="Rectangle 1357">
                      <a:extLst>
                        <a:ext uri="{FF2B5EF4-FFF2-40B4-BE49-F238E27FC236}">
                          <a16:creationId xmlns:a16="http://schemas.microsoft.com/office/drawing/2014/main" id="{4DEDE00B-C9E3-D81E-5960-CB1F8C90B11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59" name="Rectangle 1358">
                      <a:extLst>
                        <a:ext uri="{FF2B5EF4-FFF2-40B4-BE49-F238E27FC236}">
                          <a16:creationId xmlns:a16="http://schemas.microsoft.com/office/drawing/2014/main" id="{BFFECC08-A1E9-2854-CB1E-5A355519E2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60" name="Rectangle 1359">
                      <a:extLst>
                        <a:ext uri="{FF2B5EF4-FFF2-40B4-BE49-F238E27FC236}">
                          <a16:creationId xmlns:a16="http://schemas.microsoft.com/office/drawing/2014/main" id="{3ED42AE0-FBC1-7246-0744-F49ADF9301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61" name="Rectangle 1360">
                      <a:extLst>
                        <a:ext uri="{FF2B5EF4-FFF2-40B4-BE49-F238E27FC236}">
                          <a16:creationId xmlns:a16="http://schemas.microsoft.com/office/drawing/2014/main" id="{75F248A8-2791-22D2-5C92-63B94959CA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62" name="Rectangle 1361">
                      <a:extLst>
                        <a:ext uri="{FF2B5EF4-FFF2-40B4-BE49-F238E27FC236}">
                          <a16:creationId xmlns:a16="http://schemas.microsoft.com/office/drawing/2014/main" id="{3D6BD93D-9D41-5D0F-7512-720277040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63" name="Rectangle 1362">
                      <a:extLst>
                        <a:ext uri="{FF2B5EF4-FFF2-40B4-BE49-F238E27FC236}">
                          <a16:creationId xmlns:a16="http://schemas.microsoft.com/office/drawing/2014/main" id="{272CE9B1-94BA-4DB4-21C6-754A1C775B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64" name="Rectangle 1363">
                      <a:extLst>
                        <a:ext uri="{FF2B5EF4-FFF2-40B4-BE49-F238E27FC236}">
                          <a16:creationId xmlns:a16="http://schemas.microsoft.com/office/drawing/2014/main" id="{37AA776F-109F-79BB-DEAD-41010A5FF8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65" name="Rectangle 1364">
                      <a:extLst>
                        <a:ext uri="{FF2B5EF4-FFF2-40B4-BE49-F238E27FC236}">
                          <a16:creationId xmlns:a16="http://schemas.microsoft.com/office/drawing/2014/main" id="{A45357C3-E4B7-D69C-E1D5-86CE8EDCB0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66" name="Rectangle 1365">
                      <a:extLst>
                        <a:ext uri="{FF2B5EF4-FFF2-40B4-BE49-F238E27FC236}">
                          <a16:creationId xmlns:a16="http://schemas.microsoft.com/office/drawing/2014/main" id="{471B4C5B-D209-3ED9-0479-D91E8C038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67" name="Rectangle 1366">
                      <a:extLst>
                        <a:ext uri="{FF2B5EF4-FFF2-40B4-BE49-F238E27FC236}">
                          <a16:creationId xmlns:a16="http://schemas.microsoft.com/office/drawing/2014/main" id="{DF4842C3-934B-AAB9-169F-9BAA5A01D0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</p:grpSp>
            <p:sp>
              <p:nvSpPr>
                <p:cNvPr id="1333" name="Arrow: Curved Down 1332">
                  <a:extLst>
                    <a:ext uri="{FF2B5EF4-FFF2-40B4-BE49-F238E27FC236}">
                      <a16:creationId xmlns:a16="http://schemas.microsoft.com/office/drawing/2014/main" id="{C5914203-BE66-7EF6-FFDD-DA6ECD7F6432}"/>
                    </a:ext>
                  </a:extLst>
                </p:cNvPr>
                <p:cNvSpPr/>
                <p:nvPr/>
              </p:nvSpPr>
              <p:spPr>
                <a:xfrm>
                  <a:off x="1994985" y="3329579"/>
                  <a:ext cx="107048" cy="184484"/>
                </a:xfrm>
                <a:prstGeom prst="curvedDownArrow">
                  <a:avLst/>
                </a:prstGeom>
                <a:solidFill>
                  <a:schemeClr val="accent5"/>
                </a:solidFill>
                <a:ln w="3175">
                  <a:solidFill>
                    <a:srgbClr val="CB6BCE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1628" name="Straight Arrow Connector 1627">
                <a:extLst>
                  <a:ext uri="{FF2B5EF4-FFF2-40B4-BE49-F238E27FC236}">
                    <a16:creationId xmlns:a16="http://schemas.microsoft.com/office/drawing/2014/main" id="{6212239E-1104-E0FE-4930-A781F019C8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31283" y="2053389"/>
                <a:ext cx="0" cy="309201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29" name="TextBox 1628">
                <a:extLst>
                  <a:ext uri="{FF2B5EF4-FFF2-40B4-BE49-F238E27FC236}">
                    <a16:creationId xmlns:a16="http://schemas.microsoft.com/office/drawing/2014/main" id="{8E667EF5-421E-6F6E-EAFB-F5E894335164}"/>
                  </a:ext>
                </a:extLst>
              </p:cNvPr>
              <p:cNvSpPr txBox="1"/>
              <p:nvPr/>
            </p:nvSpPr>
            <p:spPr>
              <a:xfrm>
                <a:off x="1505730" y="1579889"/>
                <a:ext cx="877163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b="1" dirty="0"/>
                  <a:t>Prediction </a:t>
                </a:r>
              </a:p>
              <a:p>
                <a:pPr algn="ctr"/>
                <a:r>
                  <a:rPr lang="en-US" sz="1100" b="1" dirty="0"/>
                  <a:t>timepoint</a:t>
                </a:r>
              </a:p>
            </p:txBody>
          </p:sp>
          <p:sp>
            <p:nvSpPr>
              <p:cNvPr id="1630" name="TextBox 1629">
                <a:extLst>
                  <a:ext uri="{FF2B5EF4-FFF2-40B4-BE49-F238E27FC236}">
                    <a16:creationId xmlns:a16="http://schemas.microsoft.com/office/drawing/2014/main" id="{5F3C7247-AAC6-5747-E43C-0349A69B9ED5}"/>
                  </a:ext>
                </a:extLst>
              </p:cNvPr>
              <p:cNvSpPr txBox="1"/>
              <p:nvPr/>
            </p:nvSpPr>
            <p:spPr>
              <a:xfrm>
                <a:off x="5397256" y="1574286"/>
                <a:ext cx="1404552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b="1" dirty="0"/>
                  <a:t>Prediction window </a:t>
                </a:r>
              </a:p>
              <a:p>
                <a:pPr algn="ctr"/>
                <a:r>
                  <a:rPr lang="en-US" sz="1100" b="1" dirty="0"/>
                  <a:t>(1 week/168 hours)</a:t>
                </a:r>
              </a:p>
            </p:txBody>
          </p:sp>
          <p:cxnSp>
            <p:nvCxnSpPr>
              <p:cNvPr id="1631" name="Straight Arrow Connector 1630">
                <a:extLst>
                  <a:ext uri="{FF2B5EF4-FFF2-40B4-BE49-F238E27FC236}">
                    <a16:creationId xmlns:a16="http://schemas.microsoft.com/office/drawing/2014/main" id="{9E7F1EC7-7017-401D-CA05-47C3FD6CF7ED}"/>
                  </a:ext>
                </a:extLst>
              </p:cNvPr>
              <p:cNvCxnSpPr>
                <a:cxnSpLocks/>
                <a:stCxn id="1630" idx="2"/>
              </p:cNvCxnSpPr>
              <p:nvPr/>
            </p:nvCxnSpPr>
            <p:spPr>
              <a:xfrm flipH="1">
                <a:off x="1968348" y="2005173"/>
                <a:ext cx="4131184" cy="322009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2" name="Straight Arrow Connector 1631">
                <a:extLst>
                  <a:ext uri="{FF2B5EF4-FFF2-40B4-BE49-F238E27FC236}">
                    <a16:creationId xmlns:a16="http://schemas.microsoft.com/office/drawing/2014/main" id="{0FFE9EC9-9EB9-233A-46C1-C62B0CF30378}"/>
                  </a:ext>
                </a:extLst>
              </p:cNvPr>
              <p:cNvCxnSpPr>
                <a:cxnSpLocks/>
                <a:stCxn id="1630" idx="2"/>
              </p:cNvCxnSpPr>
              <p:nvPr/>
            </p:nvCxnSpPr>
            <p:spPr>
              <a:xfrm>
                <a:off x="6099532" y="2005173"/>
                <a:ext cx="4197809" cy="328657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7" name="Straight Arrow Connector 1636">
                <a:extLst>
                  <a:ext uri="{FF2B5EF4-FFF2-40B4-BE49-F238E27FC236}">
                    <a16:creationId xmlns:a16="http://schemas.microsoft.com/office/drawing/2014/main" id="{AA061FF2-986C-E44B-92A0-C89B3177BE0A}"/>
                  </a:ext>
                </a:extLst>
              </p:cNvPr>
              <p:cNvCxnSpPr/>
              <p:nvPr/>
            </p:nvCxnSpPr>
            <p:spPr>
              <a:xfrm>
                <a:off x="930969" y="4082473"/>
                <a:ext cx="1157506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352BBB3-AE48-BA07-3493-81FB66089CBC}"/>
                </a:ext>
              </a:extLst>
            </p:cNvPr>
            <p:cNvGrpSpPr/>
            <p:nvPr/>
          </p:nvGrpSpPr>
          <p:grpSpPr>
            <a:xfrm>
              <a:off x="890707" y="4349813"/>
              <a:ext cx="11577497" cy="2508187"/>
              <a:chOff x="928539" y="1574286"/>
              <a:chExt cx="11577497" cy="2508187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F6C44BB3-BDC6-B503-B649-5EC79CD178CA}"/>
                  </a:ext>
                </a:extLst>
              </p:cNvPr>
              <p:cNvGrpSpPr/>
              <p:nvPr/>
            </p:nvGrpSpPr>
            <p:grpSpPr>
              <a:xfrm>
                <a:off x="936202" y="2362590"/>
                <a:ext cx="11397002" cy="348526"/>
                <a:chOff x="936202" y="2362590"/>
                <a:chExt cx="11397002" cy="348526"/>
              </a:xfrm>
            </p:grpSpPr>
            <p:grpSp>
              <p:nvGrpSpPr>
                <p:cNvPr id="1893" name="Group 1892">
                  <a:extLst>
                    <a:ext uri="{FF2B5EF4-FFF2-40B4-BE49-F238E27FC236}">
                      <a16:creationId xmlns:a16="http://schemas.microsoft.com/office/drawing/2014/main" id="{99BA9BD5-2B90-C6A1-20AB-0BC2A15D0D09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964" name="Group 1963">
                    <a:extLst>
                      <a:ext uri="{FF2B5EF4-FFF2-40B4-BE49-F238E27FC236}">
                        <a16:creationId xmlns:a16="http://schemas.microsoft.com/office/drawing/2014/main" id="{D045E611-1749-5FF7-587A-DAA0A725E4D3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2156" name="Rectangle 2155">
                      <a:extLst>
                        <a:ext uri="{FF2B5EF4-FFF2-40B4-BE49-F238E27FC236}">
                          <a16:creationId xmlns:a16="http://schemas.microsoft.com/office/drawing/2014/main" id="{58089EE3-72A1-612E-AFC7-18C1EBF9E2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2157" name="Rectangle 2156">
                      <a:extLst>
                        <a:ext uri="{FF2B5EF4-FFF2-40B4-BE49-F238E27FC236}">
                          <a16:creationId xmlns:a16="http://schemas.microsoft.com/office/drawing/2014/main" id="{C866FE64-25AD-BC5C-FD00-F375F87624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2158" name="Rectangle 2157">
                      <a:extLst>
                        <a:ext uri="{FF2B5EF4-FFF2-40B4-BE49-F238E27FC236}">
                          <a16:creationId xmlns:a16="http://schemas.microsoft.com/office/drawing/2014/main" id="{16F1153C-7EE5-C401-4603-59E5C8D1F0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2159" name="Rectangle 2158">
                      <a:extLst>
                        <a:ext uri="{FF2B5EF4-FFF2-40B4-BE49-F238E27FC236}">
                          <a16:creationId xmlns:a16="http://schemas.microsoft.com/office/drawing/2014/main" id="{889A9EC5-17BA-A6CF-3514-414C4D6BFB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2160" name="Rectangle 2159">
                      <a:extLst>
                        <a:ext uri="{FF2B5EF4-FFF2-40B4-BE49-F238E27FC236}">
                          <a16:creationId xmlns:a16="http://schemas.microsoft.com/office/drawing/2014/main" id="{3C39C4AD-EA75-115A-25D7-90D4D6F962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2161" name="Rectangle 2160">
                      <a:extLst>
                        <a:ext uri="{FF2B5EF4-FFF2-40B4-BE49-F238E27FC236}">
                          <a16:creationId xmlns:a16="http://schemas.microsoft.com/office/drawing/2014/main" id="{829E5AD5-4A10-96AE-A997-B0EB007AFA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2162" name="Rectangle 2161">
                      <a:extLst>
                        <a:ext uri="{FF2B5EF4-FFF2-40B4-BE49-F238E27FC236}">
                          <a16:creationId xmlns:a16="http://schemas.microsoft.com/office/drawing/2014/main" id="{6086FC46-6A61-B85D-D24F-37E89F8B37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2163" name="Rectangle 2162">
                      <a:extLst>
                        <a:ext uri="{FF2B5EF4-FFF2-40B4-BE49-F238E27FC236}">
                          <a16:creationId xmlns:a16="http://schemas.microsoft.com/office/drawing/2014/main" id="{65B5ED25-0173-1B15-FD98-E6405243497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  <p:grpSp>
                <p:nvGrpSpPr>
                  <p:cNvPr id="1965" name="Group 1964">
                    <a:extLst>
                      <a:ext uri="{FF2B5EF4-FFF2-40B4-BE49-F238E27FC236}">
                        <a16:creationId xmlns:a16="http://schemas.microsoft.com/office/drawing/2014/main" id="{DDCF106B-7ED7-5DC7-90F3-6BCC7B7DB826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966" name="Group 1965">
                      <a:extLst>
                        <a:ext uri="{FF2B5EF4-FFF2-40B4-BE49-F238E27FC236}">
                          <a16:creationId xmlns:a16="http://schemas.microsoft.com/office/drawing/2014/main" id="{982EF465-E57B-E730-1B13-FC247265577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2062" name="Group 2061">
                        <a:extLst>
                          <a:ext uri="{FF2B5EF4-FFF2-40B4-BE49-F238E27FC236}">
                            <a16:creationId xmlns:a16="http://schemas.microsoft.com/office/drawing/2014/main" id="{F0DE37D8-F660-1ADF-109A-9958722EBD5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2110" name="Group 2109">
                          <a:extLst>
                            <a:ext uri="{FF2B5EF4-FFF2-40B4-BE49-F238E27FC236}">
                              <a16:creationId xmlns:a16="http://schemas.microsoft.com/office/drawing/2014/main" id="{7938CAA1-4FB6-5523-F0B1-D07269759F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2134" name="Group 2133">
                            <a:extLst>
                              <a:ext uri="{FF2B5EF4-FFF2-40B4-BE49-F238E27FC236}">
                                <a16:creationId xmlns:a16="http://schemas.microsoft.com/office/drawing/2014/main" id="{3858282D-42CD-D3B0-65CD-A0C65AC4940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46" name="Rectangle 2145">
                              <a:extLst>
                                <a:ext uri="{FF2B5EF4-FFF2-40B4-BE49-F238E27FC236}">
                                  <a16:creationId xmlns:a16="http://schemas.microsoft.com/office/drawing/2014/main" id="{6737D8BC-A577-BBDE-CDA6-140EA336D6C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47" name="Rectangle 2146">
                              <a:extLst>
                                <a:ext uri="{FF2B5EF4-FFF2-40B4-BE49-F238E27FC236}">
                                  <a16:creationId xmlns:a16="http://schemas.microsoft.com/office/drawing/2014/main" id="{75670BBB-9BFD-A007-E93B-50CFE830BDF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48" name="Rectangle 2147">
                              <a:extLst>
                                <a:ext uri="{FF2B5EF4-FFF2-40B4-BE49-F238E27FC236}">
                                  <a16:creationId xmlns:a16="http://schemas.microsoft.com/office/drawing/2014/main" id="{387EF38E-B467-A9B7-D98C-A55CB14B59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49" name="Rectangle 2148">
                              <a:extLst>
                                <a:ext uri="{FF2B5EF4-FFF2-40B4-BE49-F238E27FC236}">
                                  <a16:creationId xmlns:a16="http://schemas.microsoft.com/office/drawing/2014/main" id="{B0626193-E64C-720E-24E2-DC5662E745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50" name="Rectangle 2149">
                              <a:extLst>
                                <a:ext uri="{FF2B5EF4-FFF2-40B4-BE49-F238E27FC236}">
                                  <a16:creationId xmlns:a16="http://schemas.microsoft.com/office/drawing/2014/main" id="{1BD06892-5C56-D05F-E1A3-7760C7E51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51" name="Rectangle 2150">
                              <a:extLst>
                                <a:ext uri="{FF2B5EF4-FFF2-40B4-BE49-F238E27FC236}">
                                  <a16:creationId xmlns:a16="http://schemas.microsoft.com/office/drawing/2014/main" id="{5ACF6007-E193-ACC0-233D-1C0083299A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52" name="Rectangle 2151">
                              <a:extLst>
                                <a:ext uri="{FF2B5EF4-FFF2-40B4-BE49-F238E27FC236}">
                                  <a16:creationId xmlns:a16="http://schemas.microsoft.com/office/drawing/2014/main" id="{5D2BFA7D-6FA1-AE17-AFD6-6355A2D07D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53" name="Rectangle 2152">
                              <a:extLst>
                                <a:ext uri="{FF2B5EF4-FFF2-40B4-BE49-F238E27FC236}">
                                  <a16:creationId xmlns:a16="http://schemas.microsoft.com/office/drawing/2014/main" id="{6AA1A852-4D5C-3F05-E579-3DF8A03FC8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54" name="Rectangle 2153">
                              <a:extLst>
                                <a:ext uri="{FF2B5EF4-FFF2-40B4-BE49-F238E27FC236}">
                                  <a16:creationId xmlns:a16="http://schemas.microsoft.com/office/drawing/2014/main" id="{FFD43579-45D4-9CC6-02B0-8D10084C00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55" name="Rectangle 2154">
                              <a:extLst>
                                <a:ext uri="{FF2B5EF4-FFF2-40B4-BE49-F238E27FC236}">
                                  <a16:creationId xmlns:a16="http://schemas.microsoft.com/office/drawing/2014/main" id="{FAFD3F1A-CCED-2632-1BC5-433DA0268C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2135" name="Group 2134">
                            <a:extLst>
                              <a:ext uri="{FF2B5EF4-FFF2-40B4-BE49-F238E27FC236}">
                                <a16:creationId xmlns:a16="http://schemas.microsoft.com/office/drawing/2014/main" id="{9D54D050-4E77-7435-F7F8-C778CF5B128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36" name="Rectangle 2135">
                              <a:extLst>
                                <a:ext uri="{FF2B5EF4-FFF2-40B4-BE49-F238E27FC236}">
                                  <a16:creationId xmlns:a16="http://schemas.microsoft.com/office/drawing/2014/main" id="{D1E3DFA1-67AF-B645-387E-7B28087225D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37" name="Rectangle 2136">
                              <a:extLst>
                                <a:ext uri="{FF2B5EF4-FFF2-40B4-BE49-F238E27FC236}">
                                  <a16:creationId xmlns:a16="http://schemas.microsoft.com/office/drawing/2014/main" id="{32364B3C-9A1F-67FD-E1DF-116B51D66B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38" name="Rectangle 2137">
                              <a:extLst>
                                <a:ext uri="{FF2B5EF4-FFF2-40B4-BE49-F238E27FC236}">
                                  <a16:creationId xmlns:a16="http://schemas.microsoft.com/office/drawing/2014/main" id="{2AAC59DD-A9AB-D747-4D25-600A3B0570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39" name="Rectangle 2138">
                              <a:extLst>
                                <a:ext uri="{FF2B5EF4-FFF2-40B4-BE49-F238E27FC236}">
                                  <a16:creationId xmlns:a16="http://schemas.microsoft.com/office/drawing/2014/main" id="{C781AA58-E42B-5A49-0F7E-E43BD50BA3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40" name="Rectangle 2139">
                              <a:extLst>
                                <a:ext uri="{FF2B5EF4-FFF2-40B4-BE49-F238E27FC236}">
                                  <a16:creationId xmlns:a16="http://schemas.microsoft.com/office/drawing/2014/main" id="{E2B77528-4356-8083-0500-5BBA01AB10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41" name="Rectangle 2140">
                              <a:extLst>
                                <a:ext uri="{FF2B5EF4-FFF2-40B4-BE49-F238E27FC236}">
                                  <a16:creationId xmlns:a16="http://schemas.microsoft.com/office/drawing/2014/main" id="{F24FFBCC-E998-8072-3598-6E33E43975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42" name="Rectangle 2141">
                              <a:extLst>
                                <a:ext uri="{FF2B5EF4-FFF2-40B4-BE49-F238E27FC236}">
                                  <a16:creationId xmlns:a16="http://schemas.microsoft.com/office/drawing/2014/main" id="{897957E8-7D64-5404-78CC-0BBE27A393D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43" name="Rectangle 2142">
                              <a:extLst>
                                <a:ext uri="{FF2B5EF4-FFF2-40B4-BE49-F238E27FC236}">
                                  <a16:creationId xmlns:a16="http://schemas.microsoft.com/office/drawing/2014/main" id="{3F776746-AD03-0572-3DF5-E2F7792256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44" name="Rectangle 2143">
                              <a:extLst>
                                <a:ext uri="{FF2B5EF4-FFF2-40B4-BE49-F238E27FC236}">
                                  <a16:creationId xmlns:a16="http://schemas.microsoft.com/office/drawing/2014/main" id="{FAFAAAB9-F0D0-721F-5E33-3C72B046D3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45" name="Rectangle 2144">
                              <a:extLst>
                                <a:ext uri="{FF2B5EF4-FFF2-40B4-BE49-F238E27FC236}">
                                  <a16:creationId xmlns:a16="http://schemas.microsoft.com/office/drawing/2014/main" id="{4FB70121-5F72-E8CA-E313-415E5008218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  <p:grpSp>
                      <p:nvGrpSpPr>
                        <p:cNvPr id="2111" name="Group 2110">
                          <a:extLst>
                            <a:ext uri="{FF2B5EF4-FFF2-40B4-BE49-F238E27FC236}">
                              <a16:creationId xmlns:a16="http://schemas.microsoft.com/office/drawing/2014/main" id="{DB0E30B6-4624-3098-150B-BB4E4E2EC1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112" name="Group 2111">
                            <a:extLst>
                              <a:ext uri="{FF2B5EF4-FFF2-40B4-BE49-F238E27FC236}">
                                <a16:creationId xmlns:a16="http://schemas.microsoft.com/office/drawing/2014/main" id="{1DF0CB9A-55A3-9781-F457-A6A8964BFA9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24" name="Rectangle 2123">
                              <a:extLst>
                                <a:ext uri="{FF2B5EF4-FFF2-40B4-BE49-F238E27FC236}">
                                  <a16:creationId xmlns:a16="http://schemas.microsoft.com/office/drawing/2014/main" id="{1EC75BC6-693F-9FC8-15BE-ABE1181664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25" name="Rectangle 2124">
                              <a:extLst>
                                <a:ext uri="{FF2B5EF4-FFF2-40B4-BE49-F238E27FC236}">
                                  <a16:creationId xmlns:a16="http://schemas.microsoft.com/office/drawing/2014/main" id="{4A1E1832-5B7D-3887-D0D4-A2B9571E0B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26" name="Rectangle 2125">
                              <a:extLst>
                                <a:ext uri="{FF2B5EF4-FFF2-40B4-BE49-F238E27FC236}">
                                  <a16:creationId xmlns:a16="http://schemas.microsoft.com/office/drawing/2014/main" id="{C47ADCA8-3791-27AD-67D3-E44316EDE0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27" name="Rectangle 2126">
                              <a:extLst>
                                <a:ext uri="{FF2B5EF4-FFF2-40B4-BE49-F238E27FC236}">
                                  <a16:creationId xmlns:a16="http://schemas.microsoft.com/office/drawing/2014/main" id="{8DF08B16-3B36-E124-7E9C-AE4E5FBB24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28" name="Rectangle 2127">
                              <a:extLst>
                                <a:ext uri="{FF2B5EF4-FFF2-40B4-BE49-F238E27FC236}">
                                  <a16:creationId xmlns:a16="http://schemas.microsoft.com/office/drawing/2014/main" id="{DBFA11F4-64EA-5D52-9BF4-F9D93F3742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29" name="Rectangle 2128">
                              <a:extLst>
                                <a:ext uri="{FF2B5EF4-FFF2-40B4-BE49-F238E27FC236}">
                                  <a16:creationId xmlns:a16="http://schemas.microsoft.com/office/drawing/2014/main" id="{2D2448BB-D67B-CD1B-AAC0-C11A60432C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30" name="Rectangle 2129">
                              <a:extLst>
                                <a:ext uri="{FF2B5EF4-FFF2-40B4-BE49-F238E27FC236}">
                                  <a16:creationId xmlns:a16="http://schemas.microsoft.com/office/drawing/2014/main" id="{F6E06AD1-14EF-D595-CA78-F2B0B25D7B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31" name="Rectangle 2130">
                              <a:extLst>
                                <a:ext uri="{FF2B5EF4-FFF2-40B4-BE49-F238E27FC236}">
                                  <a16:creationId xmlns:a16="http://schemas.microsoft.com/office/drawing/2014/main" id="{B070B342-0C87-B609-7822-82D18FC25C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32" name="Rectangle 2131">
                              <a:extLst>
                                <a:ext uri="{FF2B5EF4-FFF2-40B4-BE49-F238E27FC236}">
                                  <a16:creationId xmlns:a16="http://schemas.microsoft.com/office/drawing/2014/main" id="{AA43974D-9024-AE9C-8B37-D773BB3AC5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33" name="Rectangle 2132">
                              <a:extLst>
                                <a:ext uri="{FF2B5EF4-FFF2-40B4-BE49-F238E27FC236}">
                                  <a16:creationId xmlns:a16="http://schemas.microsoft.com/office/drawing/2014/main" id="{DC2B5B65-0346-86E0-1018-6419E87090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2113" name="Group 2112">
                            <a:extLst>
                              <a:ext uri="{FF2B5EF4-FFF2-40B4-BE49-F238E27FC236}">
                                <a16:creationId xmlns:a16="http://schemas.microsoft.com/office/drawing/2014/main" id="{D3FF82C5-C461-5646-5AC9-971A575DD05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14" name="Rectangle 2113">
                              <a:extLst>
                                <a:ext uri="{FF2B5EF4-FFF2-40B4-BE49-F238E27FC236}">
                                  <a16:creationId xmlns:a16="http://schemas.microsoft.com/office/drawing/2014/main" id="{2FCDF129-F2F2-00BC-3A2B-3515A99D3C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15" name="Rectangle 2114">
                              <a:extLst>
                                <a:ext uri="{FF2B5EF4-FFF2-40B4-BE49-F238E27FC236}">
                                  <a16:creationId xmlns:a16="http://schemas.microsoft.com/office/drawing/2014/main" id="{E25F5C96-A56F-C62D-B794-40EC37F5C2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16" name="Rectangle 2115">
                              <a:extLst>
                                <a:ext uri="{FF2B5EF4-FFF2-40B4-BE49-F238E27FC236}">
                                  <a16:creationId xmlns:a16="http://schemas.microsoft.com/office/drawing/2014/main" id="{920C9548-7092-345F-22CB-1720230E87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17" name="Rectangle 2116">
                              <a:extLst>
                                <a:ext uri="{FF2B5EF4-FFF2-40B4-BE49-F238E27FC236}">
                                  <a16:creationId xmlns:a16="http://schemas.microsoft.com/office/drawing/2014/main" id="{3C323A0B-FE48-1DE8-B246-A35B5753A2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18" name="Rectangle 2117">
                              <a:extLst>
                                <a:ext uri="{FF2B5EF4-FFF2-40B4-BE49-F238E27FC236}">
                                  <a16:creationId xmlns:a16="http://schemas.microsoft.com/office/drawing/2014/main" id="{EAD9270C-5ACC-E326-4BF4-18465D08FE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19" name="Rectangle 2118">
                              <a:extLst>
                                <a:ext uri="{FF2B5EF4-FFF2-40B4-BE49-F238E27FC236}">
                                  <a16:creationId xmlns:a16="http://schemas.microsoft.com/office/drawing/2014/main" id="{8FB96B9E-5DE0-6315-4D85-3034ECC8B5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20" name="Rectangle 2119">
                              <a:extLst>
                                <a:ext uri="{FF2B5EF4-FFF2-40B4-BE49-F238E27FC236}">
                                  <a16:creationId xmlns:a16="http://schemas.microsoft.com/office/drawing/2014/main" id="{234C2939-6C04-6406-4A34-07DB61159CF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21" name="Rectangle 2120">
                              <a:extLst>
                                <a:ext uri="{FF2B5EF4-FFF2-40B4-BE49-F238E27FC236}">
                                  <a16:creationId xmlns:a16="http://schemas.microsoft.com/office/drawing/2014/main" id="{B86E5C50-B6CD-A2DC-5FAF-CD223AFDEE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22" name="Rectangle 2121">
                              <a:extLst>
                                <a:ext uri="{FF2B5EF4-FFF2-40B4-BE49-F238E27FC236}">
                                  <a16:creationId xmlns:a16="http://schemas.microsoft.com/office/drawing/2014/main" id="{D889A9A4-C995-B807-699B-5B56E75E9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23" name="Rectangle 2122">
                              <a:extLst>
                                <a:ext uri="{FF2B5EF4-FFF2-40B4-BE49-F238E27FC236}">
                                  <a16:creationId xmlns:a16="http://schemas.microsoft.com/office/drawing/2014/main" id="{D7604296-6D64-4453-F6E1-66F434EE12E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063" name="Group 2062">
                        <a:extLst>
                          <a:ext uri="{FF2B5EF4-FFF2-40B4-BE49-F238E27FC236}">
                            <a16:creationId xmlns:a16="http://schemas.microsoft.com/office/drawing/2014/main" id="{DF59FFC6-CBDD-5061-E00F-5FBEE9E4A6F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2064" name="Group 2063">
                          <a:extLst>
                            <a:ext uri="{FF2B5EF4-FFF2-40B4-BE49-F238E27FC236}">
                              <a16:creationId xmlns:a16="http://schemas.microsoft.com/office/drawing/2014/main" id="{81343174-80C0-383F-7A65-716C922FC84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2088" name="Group 2087">
                            <a:extLst>
                              <a:ext uri="{FF2B5EF4-FFF2-40B4-BE49-F238E27FC236}">
                                <a16:creationId xmlns:a16="http://schemas.microsoft.com/office/drawing/2014/main" id="{CC8A432C-80EC-85FF-FB9B-0E47560DD52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00" name="Rectangle 2099">
                              <a:extLst>
                                <a:ext uri="{FF2B5EF4-FFF2-40B4-BE49-F238E27FC236}">
                                  <a16:creationId xmlns:a16="http://schemas.microsoft.com/office/drawing/2014/main" id="{C7BC48D3-95F7-7746-CAB7-0567584274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01" name="Rectangle 2100">
                              <a:extLst>
                                <a:ext uri="{FF2B5EF4-FFF2-40B4-BE49-F238E27FC236}">
                                  <a16:creationId xmlns:a16="http://schemas.microsoft.com/office/drawing/2014/main" id="{1635A419-9D7C-EAC8-AA13-D8456DCA1E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02" name="Rectangle 2101">
                              <a:extLst>
                                <a:ext uri="{FF2B5EF4-FFF2-40B4-BE49-F238E27FC236}">
                                  <a16:creationId xmlns:a16="http://schemas.microsoft.com/office/drawing/2014/main" id="{E781A7B9-A5D5-F60F-0C6E-323FAF9F9B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03" name="Rectangle 2102">
                              <a:extLst>
                                <a:ext uri="{FF2B5EF4-FFF2-40B4-BE49-F238E27FC236}">
                                  <a16:creationId xmlns:a16="http://schemas.microsoft.com/office/drawing/2014/main" id="{AE8D2467-4882-E60E-A5DB-B3E4CD7424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04" name="Rectangle 2103">
                              <a:extLst>
                                <a:ext uri="{FF2B5EF4-FFF2-40B4-BE49-F238E27FC236}">
                                  <a16:creationId xmlns:a16="http://schemas.microsoft.com/office/drawing/2014/main" id="{E274E28B-F548-FA22-E4C8-227593E7F5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05" name="Rectangle 2104">
                              <a:extLst>
                                <a:ext uri="{FF2B5EF4-FFF2-40B4-BE49-F238E27FC236}">
                                  <a16:creationId xmlns:a16="http://schemas.microsoft.com/office/drawing/2014/main" id="{B69D69AC-A3C0-EBDC-03B8-C1BD95247F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06" name="Rectangle 2105">
                              <a:extLst>
                                <a:ext uri="{FF2B5EF4-FFF2-40B4-BE49-F238E27FC236}">
                                  <a16:creationId xmlns:a16="http://schemas.microsoft.com/office/drawing/2014/main" id="{9D4E7F8D-7822-0A87-83DD-C5DF7CC4E6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07" name="Rectangle 2106">
                              <a:extLst>
                                <a:ext uri="{FF2B5EF4-FFF2-40B4-BE49-F238E27FC236}">
                                  <a16:creationId xmlns:a16="http://schemas.microsoft.com/office/drawing/2014/main" id="{2471134E-D225-BB0C-DB08-3592E4A35E5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08" name="Rectangle 2107">
                              <a:extLst>
                                <a:ext uri="{FF2B5EF4-FFF2-40B4-BE49-F238E27FC236}">
                                  <a16:creationId xmlns:a16="http://schemas.microsoft.com/office/drawing/2014/main" id="{87BBA042-6DB6-29BF-1380-2BF56AA10D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109" name="Rectangle 2108">
                              <a:extLst>
                                <a:ext uri="{FF2B5EF4-FFF2-40B4-BE49-F238E27FC236}">
                                  <a16:creationId xmlns:a16="http://schemas.microsoft.com/office/drawing/2014/main" id="{7AE32EF6-CE71-0679-636B-1D03F4358D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2089" name="Group 2088">
                            <a:extLst>
                              <a:ext uri="{FF2B5EF4-FFF2-40B4-BE49-F238E27FC236}">
                                <a16:creationId xmlns:a16="http://schemas.microsoft.com/office/drawing/2014/main" id="{07ADFD2B-5F90-D9C9-0C7D-AB4B47D3487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90" name="Rectangle 2089">
                              <a:extLst>
                                <a:ext uri="{FF2B5EF4-FFF2-40B4-BE49-F238E27FC236}">
                                  <a16:creationId xmlns:a16="http://schemas.microsoft.com/office/drawing/2014/main" id="{6F03B101-B6CD-BF98-BEC0-55F596691A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91" name="Rectangle 2090">
                              <a:extLst>
                                <a:ext uri="{FF2B5EF4-FFF2-40B4-BE49-F238E27FC236}">
                                  <a16:creationId xmlns:a16="http://schemas.microsoft.com/office/drawing/2014/main" id="{65872D92-11B8-D788-44AD-05EE0A34EA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92" name="Rectangle 2091">
                              <a:extLst>
                                <a:ext uri="{FF2B5EF4-FFF2-40B4-BE49-F238E27FC236}">
                                  <a16:creationId xmlns:a16="http://schemas.microsoft.com/office/drawing/2014/main" id="{A2D918BE-284F-3204-13DE-4837D61E9C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93" name="Rectangle 2092">
                              <a:extLst>
                                <a:ext uri="{FF2B5EF4-FFF2-40B4-BE49-F238E27FC236}">
                                  <a16:creationId xmlns:a16="http://schemas.microsoft.com/office/drawing/2014/main" id="{9C5EC9DF-9FA7-0E89-BA99-7C1E9479DE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94" name="Rectangle 2093">
                              <a:extLst>
                                <a:ext uri="{FF2B5EF4-FFF2-40B4-BE49-F238E27FC236}">
                                  <a16:creationId xmlns:a16="http://schemas.microsoft.com/office/drawing/2014/main" id="{E25C7234-183D-2F6B-1E0A-F63A87A7AD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95" name="Rectangle 2094">
                              <a:extLst>
                                <a:ext uri="{FF2B5EF4-FFF2-40B4-BE49-F238E27FC236}">
                                  <a16:creationId xmlns:a16="http://schemas.microsoft.com/office/drawing/2014/main" id="{4F848C61-1AA5-1973-C7BA-FAF418EE50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96" name="Rectangle 2095">
                              <a:extLst>
                                <a:ext uri="{FF2B5EF4-FFF2-40B4-BE49-F238E27FC236}">
                                  <a16:creationId xmlns:a16="http://schemas.microsoft.com/office/drawing/2014/main" id="{A45B3120-C73C-9F2A-2A0B-A4A48AE3BB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97" name="Rectangle 2096">
                              <a:extLst>
                                <a:ext uri="{FF2B5EF4-FFF2-40B4-BE49-F238E27FC236}">
                                  <a16:creationId xmlns:a16="http://schemas.microsoft.com/office/drawing/2014/main" id="{84574AD0-BC16-2197-4921-B8FBC424C3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98" name="Rectangle 2097">
                              <a:extLst>
                                <a:ext uri="{FF2B5EF4-FFF2-40B4-BE49-F238E27FC236}">
                                  <a16:creationId xmlns:a16="http://schemas.microsoft.com/office/drawing/2014/main" id="{9F6A7647-3675-1A1D-AAE1-CBEE49C5A2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99" name="Rectangle 2098">
                              <a:extLst>
                                <a:ext uri="{FF2B5EF4-FFF2-40B4-BE49-F238E27FC236}">
                                  <a16:creationId xmlns:a16="http://schemas.microsoft.com/office/drawing/2014/main" id="{D7724F9E-CDDF-AF58-3081-B4EEA4A049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  <p:grpSp>
                      <p:nvGrpSpPr>
                        <p:cNvPr id="2065" name="Group 2064">
                          <a:extLst>
                            <a:ext uri="{FF2B5EF4-FFF2-40B4-BE49-F238E27FC236}">
                              <a16:creationId xmlns:a16="http://schemas.microsoft.com/office/drawing/2014/main" id="{FB9840D3-63B9-1999-AC9B-3FFBAC23A58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066" name="Group 2065">
                            <a:extLst>
                              <a:ext uri="{FF2B5EF4-FFF2-40B4-BE49-F238E27FC236}">
                                <a16:creationId xmlns:a16="http://schemas.microsoft.com/office/drawing/2014/main" id="{DAA8DC92-DCC7-7D66-B2BC-527DB124DF6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78" name="Rectangle 2077">
                              <a:extLst>
                                <a:ext uri="{FF2B5EF4-FFF2-40B4-BE49-F238E27FC236}">
                                  <a16:creationId xmlns:a16="http://schemas.microsoft.com/office/drawing/2014/main" id="{5B5E96B7-DE5C-7717-DF76-04FD6B4BBD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79" name="Rectangle 2078">
                              <a:extLst>
                                <a:ext uri="{FF2B5EF4-FFF2-40B4-BE49-F238E27FC236}">
                                  <a16:creationId xmlns:a16="http://schemas.microsoft.com/office/drawing/2014/main" id="{E1570748-2720-C036-5733-1BCE66185F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80" name="Rectangle 2079">
                              <a:extLst>
                                <a:ext uri="{FF2B5EF4-FFF2-40B4-BE49-F238E27FC236}">
                                  <a16:creationId xmlns:a16="http://schemas.microsoft.com/office/drawing/2014/main" id="{C4DB2CC3-3F9D-D5BD-162B-C8D2A8A44B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81" name="Rectangle 2080">
                              <a:extLst>
                                <a:ext uri="{FF2B5EF4-FFF2-40B4-BE49-F238E27FC236}">
                                  <a16:creationId xmlns:a16="http://schemas.microsoft.com/office/drawing/2014/main" id="{8CA005EC-3DF2-F7B9-C2FC-4BBB8DE8EF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82" name="Rectangle 2081">
                              <a:extLst>
                                <a:ext uri="{FF2B5EF4-FFF2-40B4-BE49-F238E27FC236}">
                                  <a16:creationId xmlns:a16="http://schemas.microsoft.com/office/drawing/2014/main" id="{A324D9B4-A948-A420-B397-49E4C63D5A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83" name="Rectangle 2082">
                              <a:extLst>
                                <a:ext uri="{FF2B5EF4-FFF2-40B4-BE49-F238E27FC236}">
                                  <a16:creationId xmlns:a16="http://schemas.microsoft.com/office/drawing/2014/main" id="{081ACC31-16F5-3643-2587-37B6E4291F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84" name="Rectangle 2083">
                              <a:extLst>
                                <a:ext uri="{FF2B5EF4-FFF2-40B4-BE49-F238E27FC236}">
                                  <a16:creationId xmlns:a16="http://schemas.microsoft.com/office/drawing/2014/main" id="{DC408261-86BB-B6D1-F9D9-216EB27688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85" name="Rectangle 2084">
                              <a:extLst>
                                <a:ext uri="{FF2B5EF4-FFF2-40B4-BE49-F238E27FC236}">
                                  <a16:creationId xmlns:a16="http://schemas.microsoft.com/office/drawing/2014/main" id="{848FBE3E-2C5B-97E5-CB4A-6C3762A6E6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86" name="Rectangle 2085">
                              <a:extLst>
                                <a:ext uri="{FF2B5EF4-FFF2-40B4-BE49-F238E27FC236}">
                                  <a16:creationId xmlns:a16="http://schemas.microsoft.com/office/drawing/2014/main" id="{2DA15B18-50F0-DFFF-3400-39578B853A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87" name="Rectangle 2086">
                              <a:extLst>
                                <a:ext uri="{FF2B5EF4-FFF2-40B4-BE49-F238E27FC236}">
                                  <a16:creationId xmlns:a16="http://schemas.microsoft.com/office/drawing/2014/main" id="{630BF98F-E559-F519-2831-D4E4B17292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2067" name="Group 2066">
                            <a:extLst>
                              <a:ext uri="{FF2B5EF4-FFF2-40B4-BE49-F238E27FC236}">
                                <a16:creationId xmlns:a16="http://schemas.microsoft.com/office/drawing/2014/main" id="{57A53BBE-F85E-11C5-2D05-218F34C8AD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68" name="Rectangle 2067">
                              <a:extLst>
                                <a:ext uri="{FF2B5EF4-FFF2-40B4-BE49-F238E27FC236}">
                                  <a16:creationId xmlns:a16="http://schemas.microsoft.com/office/drawing/2014/main" id="{0C721B9A-8599-A7FA-C211-C32067BAD2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69" name="Rectangle 2068">
                              <a:extLst>
                                <a:ext uri="{FF2B5EF4-FFF2-40B4-BE49-F238E27FC236}">
                                  <a16:creationId xmlns:a16="http://schemas.microsoft.com/office/drawing/2014/main" id="{3472AC63-6C1E-E61B-E51D-6640A761EE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70" name="Rectangle 2069">
                              <a:extLst>
                                <a:ext uri="{FF2B5EF4-FFF2-40B4-BE49-F238E27FC236}">
                                  <a16:creationId xmlns:a16="http://schemas.microsoft.com/office/drawing/2014/main" id="{406130BA-57D2-5E4E-5F70-9F57EA2E36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71" name="Rectangle 2070">
                              <a:extLst>
                                <a:ext uri="{FF2B5EF4-FFF2-40B4-BE49-F238E27FC236}">
                                  <a16:creationId xmlns:a16="http://schemas.microsoft.com/office/drawing/2014/main" id="{D2DA4058-CD33-51C6-0EE3-7D537910E0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72" name="Rectangle 2071">
                              <a:extLst>
                                <a:ext uri="{FF2B5EF4-FFF2-40B4-BE49-F238E27FC236}">
                                  <a16:creationId xmlns:a16="http://schemas.microsoft.com/office/drawing/2014/main" id="{E4148BDE-55A8-BD8F-C899-090FC895DA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73" name="Rectangle 2072">
                              <a:extLst>
                                <a:ext uri="{FF2B5EF4-FFF2-40B4-BE49-F238E27FC236}">
                                  <a16:creationId xmlns:a16="http://schemas.microsoft.com/office/drawing/2014/main" id="{6D3B144C-1567-944A-5B13-E1BBCACDFD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74" name="Rectangle 2073">
                              <a:extLst>
                                <a:ext uri="{FF2B5EF4-FFF2-40B4-BE49-F238E27FC236}">
                                  <a16:creationId xmlns:a16="http://schemas.microsoft.com/office/drawing/2014/main" id="{F4733A10-8159-8F0D-787D-257E709502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75" name="Rectangle 2074">
                              <a:extLst>
                                <a:ext uri="{FF2B5EF4-FFF2-40B4-BE49-F238E27FC236}">
                                  <a16:creationId xmlns:a16="http://schemas.microsoft.com/office/drawing/2014/main" id="{27D1AE14-01AB-F5C0-ED95-84533D8633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76" name="Rectangle 2075">
                              <a:extLst>
                                <a:ext uri="{FF2B5EF4-FFF2-40B4-BE49-F238E27FC236}">
                                  <a16:creationId xmlns:a16="http://schemas.microsoft.com/office/drawing/2014/main" id="{045ABFE3-64BC-FC76-5912-21BA20470D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77" name="Rectangle 2076">
                              <a:extLst>
                                <a:ext uri="{FF2B5EF4-FFF2-40B4-BE49-F238E27FC236}">
                                  <a16:creationId xmlns:a16="http://schemas.microsoft.com/office/drawing/2014/main" id="{314AE2DE-A2AF-077E-A03D-343FB07D4C4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967" name="Group 1966">
                      <a:extLst>
                        <a:ext uri="{FF2B5EF4-FFF2-40B4-BE49-F238E27FC236}">
                          <a16:creationId xmlns:a16="http://schemas.microsoft.com/office/drawing/2014/main" id="{BEF488D3-5D08-6AB6-BAD7-BAA3BA54B2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968" name="Group 1967">
                        <a:extLst>
                          <a:ext uri="{FF2B5EF4-FFF2-40B4-BE49-F238E27FC236}">
                            <a16:creationId xmlns:a16="http://schemas.microsoft.com/office/drawing/2014/main" id="{37BDC231-5249-5C94-B107-21329832482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2016" name="Group 2015">
                          <a:extLst>
                            <a:ext uri="{FF2B5EF4-FFF2-40B4-BE49-F238E27FC236}">
                              <a16:creationId xmlns:a16="http://schemas.microsoft.com/office/drawing/2014/main" id="{EC1AE128-8949-0ABE-4373-7BE7B73A44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2040" name="Group 2039">
                            <a:extLst>
                              <a:ext uri="{FF2B5EF4-FFF2-40B4-BE49-F238E27FC236}">
                                <a16:creationId xmlns:a16="http://schemas.microsoft.com/office/drawing/2014/main" id="{1AC82FA7-3E66-A63E-E9D5-03FC6F1F5C8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52" name="Rectangle 2051">
                              <a:extLst>
                                <a:ext uri="{FF2B5EF4-FFF2-40B4-BE49-F238E27FC236}">
                                  <a16:creationId xmlns:a16="http://schemas.microsoft.com/office/drawing/2014/main" id="{915A4EB2-269A-72DB-AC2D-7B107860F3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53" name="Rectangle 2052">
                              <a:extLst>
                                <a:ext uri="{FF2B5EF4-FFF2-40B4-BE49-F238E27FC236}">
                                  <a16:creationId xmlns:a16="http://schemas.microsoft.com/office/drawing/2014/main" id="{91F81107-847D-53DF-003A-096B60EE8D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54" name="Rectangle 2053">
                              <a:extLst>
                                <a:ext uri="{FF2B5EF4-FFF2-40B4-BE49-F238E27FC236}">
                                  <a16:creationId xmlns:a16="http://schemas.microsoft.com/office/drawing/2014/main" id="{24CDF3A3-8976-5B7A-126C-B01234CD3E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55" name="Rectangle 2054">
                              <a:extLst>
                                <a:ext uri="{FF2B5EF4-FFF2-40B4-BE49-F238E27FC236}">
                                  <a16:creationId xmlns:a16="http://schemas.microsoft.com/office/drawing/2014/main" id="{4EAD35AC-4285-9D4E-D4F1-FD5AD35A3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56" name="Rectangle 2055">
                              <a:extLst>
                                <a:ext uri="{FF2B5EF4-FFF2-40B4-BE49-F238E27FC236}">
                                  <a16:creationId xmlns:a16="http://schemas.microsoft.com/office/drawing/2014/main" id="{FBC97ACF-D1C8-7787-EE2C-432BF40B77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57" name="Rectangle 2056">
                              <a:extLst>
                                <a:ext uri="{FF2B5EF4-FFF2-40B4-BE49-F238E27FC236}">
                                  <a16:creationId xmlns:a16="http://schemas.microsoft.com/office/drawing/2014/main" id="{E212022C-0386-09BD-7B48-24A9B63A7ED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58" name="Rectangle 2057">
                              <a:extLst>
                                <a:ext uri="{FF2B5EF4-FFF2-40B4-BE49-F238E27FC236}">
                                  <a16:creationId xmlns:a16="http://schemas.microsoft.com/office/drawing/2014/main" id="{6A9D562F-C5DB-77F0-0F29-4A761A3EEF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59" name="Rectangle 2058">
                              <a:extLst>
                                <a:ext uri="{FF2B5EF4-FFF2-40B4-BE49-F238E27FC236}">
                                  <a16:creationId xmlns:a16="http://schemas.microsoft.com/office/drawing/2014/main" id="{EEA69B48-1419-5458-A447-4274475B15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60" name="Rectangle 2059">
                              <a:extLst>
                                <a:ext uri="{FF2B5EF4-FFF2-40B4-BE49-F238E27FC236}">
                                  <a16:creationId xmlns:a16="http://schemas.microsoft.com/office/drawing/2014/main" id="{21F522FD-6FE4-BA6D-8C6F-5592514B247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61" name="Rectangle 2060">
                              <a:extLst>
                                <a:ext uri="{FF2B5EF4-FFF2-40B4-BE49-F238E27FC236}">
                                  <a16:creationId xmlns:a16="http://schemas.microsoft.com/office/drawing/2014/main" id="{2DB7D644-F1A0-E88A-F02B-3056C1195C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2041" name="Group 2040">
                            <a:extLst>
                              <a:ext uri="{FF2B5EF4-FFF2-40B4-BE49-F238E27FC236}">
                                <a16:creationId xmlns:a16="http://schemas.microsoft.com/office/drawing/2014/main" id="{0933A928-7C83-B634-4E13-CC1F614B0F3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42" name="Rectangle 2041">
                              <a:extLst>
                                <a:ext uri="{FF2B5EF4-FFF2-40B4-BE49-F238E27FC236}">
                                  <a16:creationId xmlns:a16="http://schemas.microsoft.com/office/drawing/2014/main" id="{B292778E-8D92-60E8-B1F1-CA9CF41A4A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43" name="Rectangle 2042">
                              <a:extLst>
                                <a:ext uri="{FF2B5EF4-FFF2-40B4-BE49-F238E27FC236}">
                                  <a16:creationId xmlns:a16="http://schemas.microsoft.com/office/drawing/2014/main" id="{8AD45F86-4EE9-4F9B-7691-AA143C52DD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44" name="Rectangle 2043">
                              <a:extLst>
                                <a:ext uri="{FF2B5EF4-FFF2-40B4-BE49-F238E27FC236}">
                                  <a16:creationId xmlns:a16="http://schemas.microsoft.com/office/drawing/2014/main" id="{62CD24D3-C9AD-76E9-7BE1-6669D8695AA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45" name="Rectangle 2044">
                              <a:extLst>
                                <a:ext uri="{FF2B5EF4-FFF2-40B4-BE49-F238E27FC236}">
                                  <a16:creationId xmlns:a16="http://schemas.microsoft.com/office/drawing/2014/main" id="{98B23168-C71F-0D1F-1E03-E9BDBFF354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46" name="Rectangle 2045">
                              <a:extLst>
                                <a:ext uri="{FF2B5EF4-FFF2-40B4-BE49-F238E27FC236}">
                                  <a16:creationId xmlns:a16="http://schemas.microsoft.com/office/drawing/2014/main" id="{A9F8E4C2-F2DF-4FC3-DDC8-7221263F3E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47" name="Rectangle 2046">
                              <a:extLst>
                                <a:ext uri="{FF2B5EF4-FFF2-40B4-BE49-F238E27FC236}">
                                  <a16:creationId xmlns:a16="http://schemas.microsoft.com/office/drawing/2014/main" id="{43CBF936-DC2A-12A5-B12B-E64D50F0268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48" name="Rectangle 2047">
                              <a:extLst>
                                <a:ext uri="{FF2B5EF4-FFF2-40B4-BE49-F238E27FC236}">
                                  <a16:creationId xmlns:a16="http://schemas.microsoft.com/office/drawing/2014/main" id="{41A89A46-BF2F-7AA1-0C8E-2A0D188507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49" name="Rectangle 2048">
                              <a:extLst>
                                <a:ext uri="{FF2B5EF4-FFF2-40B4-BE49-F238E27FC236}">
                                  <a16:creationId xmlns:a16="http://schemas.microsoft.com/office/drawing/2014/main" id="{4CD1345A-DEE3-EE33-B096-018749FF948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50" name="Rectangle 2049">
                              <a:extLst>
                                <a:ext uri="{FF2B5EF4-FFF2-40B4-BE49-F238E27FC236}">
                                  <a16:creationId xmlns:a16="http://schemas.microsoft.com/office/drawing/2014/main" id="{20B93B29-A65F-9858-C4FB-5BA4CBB88A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51" name="Rectangle 2050">
                              <a:extLst>
                                <a:ext uri="{FF2B5EF4-FFF2-40B4-BE49-F238E27FC236}">
                                  <a16:creationId xmlns:a16="http://schemas.microsoft.com/office/drawing/2014/main" id="{1AE66986-FEE9-8229-1A06-DEE9E2EEC06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  <p:grpSp>
                      <p:nvGrpSpPr>
                        <p:cNvPr id="2017" name="Group 2016">
                          <a:extLst>
                            <a:ext uri="{FF2B5EF4-FFF2-40B4-BE49-F238E27FC236}">
                              <a16:creationId xmlns:a16="http://schemas.microsoft.com/office/drawing/2014/main" id="{CFCEAE6C-424F-B108-6DF5-52D544CD72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018" name="Group 2017">
                            <a:extLst>
                              <a:ext uri="{FF2B5EF4-FFF2-40B4-BE49-F238E27FC236}">
                                <a16:creationId xmlns:a16="http://schemas.microsoft.com/office/drawing/2014/main" id="{250E5ED2-0834-9ABE-BB0C-C01C29A2C76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30" name="Rectangle 2029">
                              <a:extLst>
                                <a:ext uri="{FF2B5EF4-FFF2-40B4-BE49-F238E27FC236}">
                                  <a16:creationId xmlns:a16="http://schemas.microsoft.com/office/drawing/2014/main" id="{4E9B4CB5-84D1-7711-4BD7-74FA2B8909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31" name="Rectangle 2030">
                              <a:extLst>
                                <a:ext uri="{FF2B5EF4-FFF2-40B4-BE49-F238E27FC236}">
                                  <a16:creationId xmlns:a16="http://schemas.microsoft.com/office/drawing/2014/main" id="{A863F288-CC80-732A-A7A0-9D4465A852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32" name="Rectangle 2031">
                              <a:extLst>
                                <a:ext uri="{FF2B5EF4-FFF2-40B4-BE49-F238E27FC236}">
                                  <a16:creationId xmlns:a16="http://schemas.microsoft.com/office/drawing/2014/main" id="{93E9B9EB-E765-07A0-440C-26F21F7E6D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33" name="Rectangle 2032">
                              <a:extLst>
                                <a:ext uri="{FF2B5EF4-FFF2-40B4-BE49-F238E27FC236}">
                                  <a16:creationId xmlns:a16="http://schemas.microsoft.com/office/drawing/2014/main" id="{1FCBA48C-5C30-6417-70CE-8848CBDC44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34" name="Rectangle 2033">
                              <a:extLst>
                                <a:ext uri="{FF2B5EF4-FFF2-40B4-BE49-F238E27FC236}">
                                  <a16:creationId xmlns:a16="http://schemas.microsoft.com/office/drawing/2014/main" id="{73905E45-73B5-F186-9004-F058C66F7A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35" name="Rectangle 2034">
                              <a:extLst>
                                <a:ext uri="{FF2B5EF4-FFF2-40B4-BE49-F238E27FC236}">
                                  <a16:creationId xmlns:a16="http://schemas.microsoft.com/office/drawing/2014/main" id="{8E35AD5B-7680-1A84-705B-220C563B720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36" name="Rectangle 2035">
                              <a:extLst>
                                <a:ext uri="{FF2B5EF4-FFF2-40B4-BE49-F238E27FC236}">
                                  <a16:creationId xmlns:a16="http://schemas.microsoft.com/office/drawing/2014/main" id="{B8237616-424C-DCDE-0CDA-4D18CBEFDF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37" name="Rectangle 2036">
                              <a:extLst>
                                <a:ext uri="{FF2B5EF4-FFF2-40B4-BE49-F238E27FC236}">
                                  <a16:creationId xmlns:a16="http://schemas.microsoft.com/office/drawing/2014/main" id="{FB4B8BDC-33FB-755F-F163-F87C1227C6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38" name="Rectangle 2037">
                              <a:extLst>
                                <a:ext uri="{FF2B5EF4-FFF2-40B4-BE49-F238E27FC236}">
                                  <a16:creationId xmlns:a16="http://schemas.microsoft.com/office/drawing/2014/main" id="{9C8E1DFE-76D9-74F5-F315-D966A63FC2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39" name="Rectangle 2038">
                              <a:extLst>
                                <a:ext uri="{FF2B5EF4-FFF2-40B4-BE49-F238E27FC236}">
                                  <a16:creationId xmlns:a16="http://schemas.microsoft.com/office/drawing/2014/main" id="{839057F4-6E51-F021-FC72-A264159FD5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2019" name="Group 2018">
                            <a:extLst>
                              <a:ext uri="{FF2B5EF4-FFF2-40B4-BE49-F238E27FC236}">
                                <a16:creationId xmlns:a16="http://schemas.microsoft.com/office/drawing/2014/main" id="{99E5F8D4-7E48-7E68-16FE-75C441EAAB3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20" name="Rectangle 2019">
                              <a:extLst>
                                <a:ext uri="{FF2B5EF4-FFF2-40B4-BE49-F238E27FC236}">
                                  <a16:creationId xmlns:a16="http://schemas.microsoft.com/office/drawing/2014/main" id="{74B56FF4-791F-BCD2-2CE7-AA1C1774E2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21" name="Rectangle 2020">
                              <a:extLst>
                                <a:ext uri="{FF2B5EF4-FFF2-40B4-BE49-F238E27FC236}">
                                  <a16:creationId xmlns:a16="http://schemas.microsoft.com/office/drawing/2014/main" id="{C7B9B1A0-57D6-33C0-EB72-92D1E435BB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22" name="Rectangle 2021">
                              <a:extLst>
                                <a:ext uri="{FF2B5EF4-FFF2-40B4-BE49-F238E27FC236}">
                                  <a16:creationId xmlns:a16="http://schemas.microsoft.com/office/drawing/2014/main" id="{30AA160B-EBD2-0E9D-E425-3DC5720202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23" name="Rectangle 2022">
                              <a:extLst>
                                <a:ext uri="{FF2B5EF4-FFF2-40B4-BE49-F238E27FC236}">
                                  <a16:creationId xmlns:a16="http://schemas.microsoft.com/office/drawing/2014/main" id="{3977DEF1-F547-6EFD-557C-BC8F4CE32F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24" name="Rectangle 2023">
                              <a:extLst>
                                <a:ext uri="{FF2B5EF4-FFF2-40B4-BE49-F238E27FC236}">
                                  <a16:creationId xmlns:a16="http://schemas.microsoft.com/office/drawing/2014/main" id="{32953DF8-29AB-1B97-BA73-DE73D33B80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25" name="Rectangle 2024">
                              <a:extLst>
                                <a:ext uri="{FF2B5EF4-FFF2-40B4-BE49-F238E27FC236}">
                                  <a16:creationId xmlns:a16="http://schemas.microsoft.com/office/drawing/2014/main" id="{04DAC6E7-1B32-7FFF-3569-60243ECEA0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26" name="Rectangle 2025">
                              <a:extLst>
                                <a:ext uri="{FF2B5EF4-FFF2-40B4-BE49-F238E27FC236}">
                                  <a16:creationId xmlns:a16="http://schemas.microsoft.com/office/drawing/2014/main" id="{F028F0F2-075A-B514-708F-20168C4407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27" name="Rectangle 2026">
                              <a:extLst>
                                <a:ext uri="{FF2B5EF4-FFF2-40B4-BE49-F238E27FC236}">
                                  <a16:creationId xmlns:a16="http://schemas.microsoft.com/office/drawing/2014/main" id="{F9CD00B6-16AB-0F54-4CE2-1F8F902C16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28" name="Rectangle 2027">
                              <a:extLst>
                                <a:ext uri="{FF2B5EF4-FFF2-40B4-BE49-F238E27FC236}">
                                  <a16:creationId xmlns:a16="http://schemas.microsoft.com/office/drawing/2014/main" id="{16C54661-329D-E428-F800-3C712F791F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29" name="Rectangle 2028">
                              <a:extLst>
                                <a:ext uri="{FF2B5EF4-FFF2-40B4-BE49-F238E27FC236}">
                                  <a16:creationId xmlns:a16="http://schemas.microsoft.com/office/drawing/2014/main" id="{F834BD11-FAA0-2EF6-7FA3-85BA88506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969" name="Group 1968">
                        <a:extLst>
                          <a:ext uri="{FF2B5EF4-FFF2-40B4-BE49-F238E27FC236}">
                            <a16:creationId xmlns:a16="http://schemas.microsoft.com/office/drawing/2014/main" id="{E82A13BC-6168-C5D4-D9E7-EBEE15DE52E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970" name="Group 1969">
                          <a:extLst>
                            <a:ext uri="{FF2B5EF4-FFF2-40B4-BE49-F238E27FC236}">
                              <a16:creationId xmlns:a16="http://schemas.microsoft.com/office/drawing/2014/main" id="{F7D78EE7-95E1-72C9-8B18-F34DCA7E46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994" name="Group 1993">
                            <a:extLst>
                              <a:ext uri="{FF2B5EF4-FFF2-40B4-BE49-F238E27FC236}">
                                <a16:creationId xmlns:a16="http://schemas.microsoft.com/office/drawing/2014/main" id="{0185AF0B-1501-9AA7-CE50-74259B7BA46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06" name="Rectangle 2005">
                              <a:extLst>
                                <a:ext uri="{FF2B5EF4-FFF2-40B4-BE49-F238E27FC236}">
                                  <a16:creationId xmlns:a16="http://schemas.microsoft.com/office/drawing/2014/main" id="{8573E86D-E511-D989-7F90-00F86EFCB0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07" name="Rectangle 2006">
                              <a:extLst>
                                <a:ext uri="{FF2B5EF4-FFF2-40B4-BE49-F238E27FC236}">
                                  <a16:creationId xmlns:a16="http://schemas.microsoft.com/office/drawing/2014/main" id="{5274D10A-82AF-1D4C-697E-8CE6EEE8035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08" name="Rectangle 2007">
                              <a:extLst>
                                <a:ext uri="{FF2B5EF4-FFF2-40B4-BE49-F238E27FC236}">
                                  <a16:creationId xmlns:a16="http://schemas.microsoft.com/office/drawing/2014/main" id="{785AD00B-180E-C5DC-9C0E-64453AF0D7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09" name="Rectangle 2008">
                              <a:extLst>
                                <a:ext uri="{FF2B5EF4-FFF2-40B4-BE49-F238E27FC236}">
                                  <a16:creationId xmlns:a16="http://schemas.microsoft.com/office/drawing/2014/main" id="{30D4186C-573D-1C6D-97C9-DE866623AA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10" name="Rectangle 2009">
                              <a:extLst>
                                <a:ext uri="{FF2B5EF4-FFF2-40B4-BE49-F238E27FC236}">
                                  <a16:creationId xmlns:a16="http://schemas.microsoft.com/office/drawing/2014/main" id="{8F9231E0-DA91-D179-60BE-B0A4B1006C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11" name="Rectangle 2010">
                              <a:extLst>
                                <a:ext uri="{FF2B5EF4-FFF2-40B4-BE49-F238E27FC236}">
                                  <a16:creationId xmlns:a16="http://schemas.microsoft.com/office/drawing/2014/main" id="{E30B8C83-756B-8495-DA46-D501DE6C92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12" name="Rectangle 2011">
                              <a:extLst>
                                <a:ext uri="{FF2B5EF4-FFF2-40B4-BE49-F238E27FC236}">
                                  <a16:creationId xmlns:a16="http://schemas.microsoft.com/office/drawing/2014/main" id="{3F7FCFC9-0631-6D51-1486-595EDD92EF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13" name="Rectangle 2012">
                              <a:extLst>
                                <a:ext uri="{FF2B5EF4-FFF2-40B4-BE49-F238E27FC236}">
                                  <a16:creationId xmlns:a16="http://schemas.microsoft.com/office/drawing/2014/main" id="{7C9400FA-271F-1D59-D052-65A2031B02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14" name="Rectangle 2013">
                              <a:extLst>
                                <a:ext uri="{FF2B5EF4-FFF2-40B4-BE49-F238E27FC236}">
                                  <a16:creationId xmlns:a16="http://schemas.microsoft.com/office/drawing/2014/main" id="{482AC4FA-EF9F-A302-B108-29809B627E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15" name="Rectangle 2014">
                              <a:extLst>
                                <a:ext uri="{FF2B5EF4-FFF2-40B4-BE49-F238E27FC236}">
                                  <a16:creationId xmlns:a16="http://schemas.microsoft.com/office/drawing/2014/main" id="{ACA0DD0D-F148-363D-5673-E54404B993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995" name="Group 1994">
                            <a:extLst>
                              <a:ext uri="{FF2B5EF4-FFF2-40B4-BE49-F238E27FC236}">
                                <a16:creationId xmlns:a16="http://schemas.microsoft.com/office/drawing/2014/main" id="{D24E4D29-6729-B283-6B93-4005FF15CC6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96" name="Rectangle 1995">
                              <a:extLst>
                                <a:ext uri="{FF2B5EF4-FFF2-40B4-BE49-F238E27FC236}">
                                  <a16:creationId xmlns:a16="http://schemas.microsoft.com/office/drawing/2014/main" id="{AB3724F9-4BD0-A84E-14F9-1309C58813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997" name="Rectangle 1996">
                              <a:extLst>
                                <a:ext uri="{FF2B5EF4-FFF2-40B4-BE49-F238E27FC236}">
                                  <a16:creationId xmlns:a16="http://schemas.microsoft.com/office/drawing/2014/main" id="{691E1F90-3839-6DD9-345B-0746F3DD72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998" name="Rectangle 1997">
                              <a:extLst>
                                <a:ext uri="{FF2B5EF4-FFF2-40B4-BE49-F238E27FC236}">
                                  <a16:creationId xmlns:a16="http://schemas.microsoft.com/office/drawing/2014/main" id="{4DBAEC22-DE72-68DC-3570-DCD6435B7C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999" name="Rectangle 1998">
                              <a:extLst>
                                <a:ext uri="{FF2B5EF4-FFF2-40B4-BE49-F238E27FC236}">
                                  <a16:creationId xmlns:a16="http://schemas.microsoft.com/office/drawing/2014/main" id="{345C8382-7257-EAA1-2E18-8AC8C05F18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00" name="Rectangle 1999">
                              <a:extLst>
                                <a:ext uri="{FF2B5EF4-FFF2-40B4-BE49-F238E27FC236}">
                                  <a16:creationId xmlns:a16="http://schemas.microsoft.com/office/drawing/2014/main" id="{B94A5F63-5303-33A5-2F74-0DB06E714A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01" name="Rectangle 2000">
                              <a:extLst>
                                <a:ext uri="{FF2B5EF4-FFF2-40B4-BE49-F238E27FC236}">
                                  <a16:creationId xmlns:a16="http://schemas.microsoft.com/office/drawing/2014/main" id="{811CED52-65FC-01EA-44BC-8A8A6EBDBA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02" name="Rectangle 2001">
                              <a:extLst>
                                <a:ext uri="{FF2B5EF4-FFF2-40B4-BE49-F238E27FC236}">
                                  <a16:creationId xmlns:a16="http://schemas.microsoft.com/office/drawing/2014/main" id="{76478E80-6E54-D719-19A8-3FE476DFD5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03" name="Rectangle 2002">
                              <a:extLst>
                                <a:ext uri="{FF2B5EF4-FFF2-40B4-BE49-F238E27FC236}">
                                  <a16:creationId xmlns:a16="http://schemas.microsoft.com/office/drawing/2014/main" id="{A4666DD2-02DF-3CDA-D47C-9EA7306053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04" name="Rectangle 2003">
                              <a:extLst>
                                <a:ext uri="{FF2B5EF4-FFF2-40B4-BE49-F238E27FC236}">
                                  <a16:creationId xmlns:a16="http://schemas.microsoft.com/office/drawing/2014/main" id="{7A2B59E9-369A-4729-9C52-8495B1DF45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2005" name="Rectangle 2004">
                              <a:extLst>
                                <a:ext uri="{FF2B5EF4-FFF2-40B4-BE49-F238E27FC236}">
                                  <a16:creationId xmlns:a16="http://schemas.microsoft.com/office/drawing/2014/main" id="{EDBD0BF5-EED4-E0C2-9FC7-E3BC187B5D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  <p:grpSp>
                      <p:nvGrpSpPr>
                        <p:cNvPr id="1971" name="Group 1970">
                          <a:extLst>
                            <a:ext uri="{FF2B5EF4-FFF2-40B4-BE49-F238E27FC236}">
                              <a16:creationId xmlns:a16="http://schemas.microsoft.com/office/drawing/2014/main" id="{15C6375D-6241-4FE2-9E56-A550618B5F3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972" name="Group 1971">
                            <a:extLst>
                              <a:ext uri="{FF2B5EF4-FFF2-40B4-BE49-F238E27FC236}">
                                <a16:creationId xmlns:a16="http://schemas.microsoft.com/office/drawing/2014/main" id="{037EBA7C-A430-E640-3AF1-DA7B96C532C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84" name="Rectangle 1983">
                              <a:extLst>
                                <a:ext uri="{FF2B5EF4-FFF2-40B4-BE49-F238E27FC236}">
                                  <a16:creationId xmlns:a16="http://schemas.microsoft.com/office/drawing/2014/main" id="{73D4763D-A6B9-54E9-531E-CB97E8D9C1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985" name="Rectangle 1984">
                              <a:extLst>
                                <a:ext uri="{FF2B5EF4-FFF2-40B4-BE49-F238E27FC236}">
                                  <a16:creationId xmlns:a16="http://schemas.microsoft.com/office/drawing/2014/main" id="{A3F638C0-2899-BEED-5192-A12BE21DA3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986" name="Rectangle 1985">
                              <a:extLst>
                                <a:ext uri="{FF2B5EF4-FFF2-40B4-BE49-F238E27FC236}">
                                  <a16:creationId xmlns:a16="http://schemas.microsoft.com/office/drawing/2014/main" id="{946F1C5E-C935-861E-602A-E49AEB967B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987" name="Rectangle 1986">
                              <a:extLst>
                                <a:ext uri="{FF2B5EF4-FFF2-40B4-BE49-F238E27FC236}">
                                  <a16:creationId xmlns:a16="http://schemas.microsoft.com/office/drawing/2014/main" id="{762EDE30-B8C0-393E-A7A6-2ABB318B78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988" name="Rectangle 1987">
                              <a:extLst>
                                <a:ext uri="{FF2B5EF4-FFF2-40B4-BE49-F238E27FC236}">
                                  <a16:creationId xmlns:a16="http://schemas.microsoft.com/office/drawing/2014/main" id="{7F4F104E-DC48-CCDB-88A1-007C9D6675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989" name="Rectangle 1988">
                              <a:extLst>
                                <a:ext uri="{FF2B5EF4-FFF2-40B4-BE49-F238E27FC236}">
                                  <a16:creationId xmlns:a16="http://schemas.microsoft.com/office/drawing/2014/main" id="{B91A9FA1-B1FF-08D2-D947-0C1C9F51FA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990" name="Rectangle 1989">
                              <a:extLst>
                                <a:ext uri="{FF2B5EF4-FFF2-40B4-BE49-F238E27FC236}">
                                  <a16:creationId xmlns:a16="http://schemas.microsoft.com/office/drawing/2014/main" id="{1EA9F9F4-2E37-DFA0-9184-7BCEB83B8C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991" name="Rectangle 1990">
                              <a:extLst>
                                <a:ext uri="{FF2B5EF4-FFF2-40B4-BE49-F238E27FC236}">
                                  <a16:creationId xmlns:a16="http://schemas.microsoft.com/office/drawing/2014/main" id="{3F8C1CEC-EA5D-FFCE-BE9D-2B29C13B53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992" name="Rectangle 1991">
                              <a:extLst>
                                <a:ext uri="{FF2B5EF4-FFF2-40B4-BE49-F238E27FC236}">
                                  <a16:creationId xmlns:a16="http://schemas.microsoft.com/office/drawing/2014/main" id="{2C519817-8F16-970E-A791-CE865EF512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993" name="Rectangle 1992">
                              <a:extLst>
                                <a:ext uri="{FF2B5EF4-FFF2-40B4-BE49-F238E27FC236}">
                                  <a16:creationId xmlns:a16="http://schemas.microsoft.com/office/drawing/2014/main" id="{3587073A-A7B7-6E08-7E63-03C10A1F24C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973" name="Group 1972">
                            <a:extLst>
                              <a:ext uri="{FF2B5EF4-FFF2-40B4-BE49-F238E27FC236}">
                                <a16:creationId xmlns:a16="http://schemas.microsoft.com/office/drawing/2014/main" id="{1FD81F68-BDC5-FB64-B2DE-A398E789511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74" name="Rectangle 1973">
                              <a:extLst>
                                <a:ext uri="{FF2B5EF4-FFF2-40B4-BE49-F238E27FC236}">
                                  <a16:creationId xmlns:a16="http://schemas.microsoft.com/office/drawing/2014/main" id="{7557AC83-2170-E833-B40E-5C345E8A77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975" name="Rectangle 1974">
                              <a:extLst>
                                <a:ext uri="{FF2B5EF4-FFF2-40B4-BE49-F238E27FC236}">
                                  <a16:creationId xmlns:a16="http://schemas.microsoft.com/office/drawing/2014/main" id="{A2AD2598-8D80-9D42-2C09-7145E2FA4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976" name="Rectangle 1975">
                              <a:extLst>
                                <a:ext uri="{FF2B5EF4-FFF2-40B4-BE49-F238E27FC236}">
                                  <a16:creationId xmlns:a16="http://schemas.microsoft.com/office/drawing/2014/main" id="{EC0D8C53-179F-98B6-7864-564CD7DC02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977" name="Rectangle 1976">
                              <a:extLst>
                                <a:ext uri="{FF2B5EF4-FFF2-40B4-BE49-F238E27FC236}">
                                  <a16:creationId xmlns:a16="http://schemas.microsoft.com/office/drawing/2014/main" id="{6510A9F9-644F-EA3D-D826-824A08D640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978" name="Rectangle 1977">
                              <a:extLst>
                                <a:ext uri="{FF2B5EF4-FFF2-40B4-BE49-F238E27FC236}">
                                  <a16:creationId xmlns:a16="http://schemas.microsoft.com/office/drawing/2014/main" id="{3C16D44F-3BEA-9463-6DF5-0FFA103995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979" name="Rectangle 1978">
                              <a:extLst>
                                <a:ext uri="{FF2B5EF4-FFF2-40B4-BE49-F238E27FC236}">
                                  <a16:creationId xmlns:a16="http://schemas.microsoft.com/office/drawing/2014/main" id="{55A4D69F-11C2-B7DB-B4C2-FFBC9439CE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980" name="Rectangle 1979">
                              <a:extLst>
                                <a:ext uri="{FF2B5EF4-FFF2-40B4-BE49-F238E27FC236}">
                                  <a16:creationId xmlns:a16="http://schemas.microsoft.com/office/drawing/2014/main" id="{11DC1773-2B41-F40E-F3FC-E959D65DD3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981" name="Rectangle 1980">
                              <a:extLst>
                                <a:ext uri="{FF2B5EF4-FFF2-40B4-BE49-F238E27FC236}">
                                  <a16:creationId xmlns:a16="http://schemas.microsoft.com/office/drawing/2014/main" id="{DF2A603D-FB75-ED60-89E7-74FA3CD9FF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982" name="Rectangle 1981">
                              <a:extLst>
                                <a:ext uri="{FF2B5EF4-FFF2-40B4-BE49-F238E27FC236}">
                                  <a16:creationId xmlns:a16="http://schemas.microsoft.com/office/drawing/2014/main" id="{56439C68-CD6E-6819-D6C9-17E653BF00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983" name="Rectangle 1982">
                              <a:extLst>
                                <a:ext uri="{FF2B5EF4-FFF2-40B4-BE49-F238E27FC236}">
                                  <a16:creationId xmlns:a16="http://schemas.microsoft.com/office/drawing/2014/main" id="{B0D54DD7-ED4F-82DA-1C24-973644ACBDE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894" name="Group 1893">
                  <a:extLst>
                    <a:ext uri="{FF2B5EF4-FFF2-40B4-BE49-F238E27FC236}">
                      <a16:creationId xmlns:a16="http://schemas.microsoft.com/office/drawing/2014/main" id="{29F2A49D-64FF-A4DB-1025-694DA49DA33E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918" name="Group 1917">
                    <a:extLst>
                      <a:ext uri="{FF2B5EF4-FFF2-40B4-BE49-F238E27FC236}">
                        <a16:creationId xmlns:a16="http://schemas.microsoft.com/office/drawing/2014/main" id="{92ECB4BB-FD5D-68F3-DD74-724BC035AA9B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942" name="Group 1941">
                      <a:extLst>
                        <a:ext uri="{FF2B5EF4-FFF2-40B4-BE49-F238E27FC236}">
                          <a16:creationId xmlns:a16="http://schemas.microsoft.com/office/drawing/2014/main" id="{ADEF41CC-8251-22A9-B23E-B18453E84ED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954" name="Rectangle 1953">
                        <a:extLst>
                          <a:ext uri="{FF2B5EF4-FFF2-40B4-BE49-F238E27FC236}">
                            <a16:creationId xmlns:a16="http://schemas.microsoft.com/office/drawing/2014/main" id="{709AFD70-8E92-88F8-DDFB-55D460975F5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55" name="Rectangle 1954">
                        <a:extLst>
                          <a:ext uri="{FF2B5EF4-FFF2-40B4-BE49-F238E27FC236}">
                            <a16:creationId xmlns:a16="http://schemas.microsoft.com/office/drawing/2014/main" id="{4FD61380-A126-25B5-789E-DD65C32E215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56" name="Rectangle 1955">
                        <a:extLst>
                          <a:ext uri="{FF2B5EF4-FFF2-40B4-BE49-F238E27FC236}">
                            <a16:creationId xmlns:a16="http://schemas.microsoft.com/office/drawing/2014/main" id="{97D17208-B936-9FBB-103A-41AB329C69C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57" name="Rectangle 1956">
                        <a:extLst>
                          <a:ext uri="{FF2B5EF4-FFF2-40B4-BE49-F238E27FC236}">
                            <a16:creationId xmlns:a16="http://schemas.microsoft.com/office/drawing/2014/main" id="{F5F35D99-CF77-0EA7-717C-085FCAB116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58" name="Rectangle 1957">
                        <a:extLst>
                          <a:ext uri="{FF2B5EF4-FFF2-40B4-BE49-F238E27FC236}">
                            <a16:creationId xmlns:a16="http://schemas.microsoft.com/office/drawing/2014/main" id="{3CDE9E07-DBCC-0585-8854-F62E656805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59" name="Rectangle 1958">
                        <a:extLst>
                          <a:ext uri="{FF2B5EF4-FFF2-40B4-BE49-F238E27FC236}">
                            <a16:creationId xmlns:a16="http://schemas.microsoft.com/office/drawing/2014/main" id="{EBFDFE1E-8D1D-FE6D-F19B-5E180DC379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60" name="Rectangle 1959">
                        <a:extLst>
                          <a:ext uri="{FF2B5EF4-FFF2-40B4-BE49-F238E27FC236}">
                            <a16:creationId xmlns:a16="http://schemas.microsoft.com/office/drawing/2014/main" id="{926B4E7E-C55C-53F0-9413-FB78EE8D9E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61" name="Rectangle 1960">
                        <a:extLst>
                          <a:ext uri="{FF2B5EF4-FFF2-40B4-BE49-F238E27FC236}">
                            <a16:creationId xmlns:a16="http://schemas.microsoft.com/office/drawing/2014/main" id="{FA466A98-0C63-2905-7159-F1EC6B70BB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62" name="Rectangle 1961">
                        <a:extLst>
                          <a:ext uri="{FF2B5EF4-FFF2-40B4-BE49-F238E27FC236}">
                            <a16:creationId xmlns:a16="http://schemas.microsoft.com/office/drawing/2014/main" id="{B37CB492-26A6-9C49-09FC-BC1AEC36FB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63" name="Rectangle 1962">
                        <a:extLst>
                          <a:ext uri="{FF2B5EF4-FFF2-40B4-BE49-F238E27FC236}">
                            <a16:creationId xmlns:a16="http://schemas.microsoft.com/office/drawing/2014/main" id="{D9BD01DB-8D0D-AA61-7581-9B1B2D2799A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</p:grpSp>
                <p:grpSp>
                  <p:nvGrpSpPr>
                    <p:cNvPr id="1943" name="Group 1942">
                      <a:extLst>
                        <a:ext uri="{FF2B5EF4-FFF2-40B4-BE49-F238E27FC236}">
                          <a16:creationId xmlns:a16="http://schemas.microsoft.com/office/drawing/2014/main" id="{D40E25EF-DEE2-8E23-14EC-495ABDADBA4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944" name="Rectangle 1943">
                        <a:extLst>
                          <a:ext uri="{FF2B5EF4-FFF2-40B4-BE49-F238E27FC236}">
                            <a16:creationId xmlns:a16="http://schemas.microsoft.com/office/drawing/2014/main" id="{34CC9638-AF78-C3C1-F3BA-C575225B32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45" name="Rectangle 1944">
                        <a:extLst>
                          <a:ext uri="{FF2B5EF4-FFF2-40B4-BE49-F238E27FC236}">
                            <a16:creationId xmlns:a16="http://schemas.microsoft.com/office/drawing/2014/main" id="{E1ED34E9-3221-388D-0E98-CE8E0ED343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46" name="Rectangle 1945">
                        <a:extLst>
                          <a:ext uri="{FF2B5EF4-FFF2-40B4-BE49-F238E27FC236}">
                            <a16:creationId xmlns:a16="http://schemas.microsoft.com/office/drawing/2014/main" id="{01336CC0-807E-FB12-E686-7BF1E06B248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47" name="Rectangle 1946">
                        <a:extLst>
                          <a:ext uri="{FF2B5EF4-FFF2-40B4-BE49-F238E27FC236}">
                            <a16:creationId xmlns:a16="http://schemas.microsoft.com/office/drawing/2014/main" id="{2E3C6FA1-32F7-2DEF-C510-C8D918B1FF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48" name="Rectangle 1947">
                        <a:extLst>
                          <a:ext uri="{FF2B5EF4-FFF2-40B4-BE49-F238E27FC236}">
                            <a16:creationId xmlns:a16="http://schemas.microsoft.com/office/drawing/2014/main" id="{708AF0AE-11BD-5F45-7087-06E5EEBFFF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49" name="Rectangle 1948">
                        <a:extLst>
                          <a:ext uri="{FF2B5EF4-FFF2-40B4-BE49-F238E27FC236}">
                            <a16:creationId xmlns:a16="http://schemas.microsoft.com/office/drawing/2014/main" id="{858D4B34-38AE-E073-CB7D-21C3C9ABC9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50" name="Rectangle 1949">
                        <a:extLst>
                          <a:ext uri="{FF2B5EF4-FFF2-40B4-BE49-F238E27FC236}">
                            <a16:creationId xmlns:a16="http://schemas.microsoft.com/office/drawing/2014/main" id="{399B074D-B238-DB26-E0BF-276D4111A0B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51" name="Rectangle 1950">
                        <a:extLst>
                          <a:ext uri="{FF2B5EF4-FFF2-40B4-BE49-F238E27FC236}">
                            <a16:creationId xmlns:a16="http://schemas.microsoft.com/office/drawing/2014/main" id="{A03D65A0-A5C7-1DDA-CA95-FCCF84C925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52" name="Rectangle 1951">
                        <a:extLst>
                          <a:ext uri="{FF2B5EF4-FFF2-40B4-BE49-F238E27FC236}">
                            <a16:creationId xmlns:a16="http://schemas.microsoft.com/office/drawing/2014/main" id="{5952A529-7D14-B275-133A-1FD8F5527C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53" name="Rectangle 1952">
                        <a:extLst>
                          <a:ext uri="{FF2B5EF4-FFF2-40B4-BE49-F238E27FC236}">
                            <a16:creationId xmlns:a16="http://schemas.microsoft.com/office/drawing/2014/main" id="{40D22FB1-EA2B-557F-D2DD-9F4464E86F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</p:grpSp>
              </p:grpSp>
              <p:grpSp>
                <p:nvGrpSpPr>
                  <p:cNvPr id="1919" name="Group 1918">
                    <a:extLst>
                      <a:ext uri="{FF2B5EF4-FFF2-40B4-BE49-F238E27FC236}">
                        <a16:creationId xmlns:a16="http://schemas.microsoft.com/office/drawing/2014/main" id="{CCA13405-D98C-0ED2-7A35-27A7E7931055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920" name="Group 1919">
                      <a:extLst>
                        <a:ext uri="{FF2B5EF4-FFF2-40B4-BE49-F238E27FC236}">
                          <a16:creationId xmlns:a16="http://schemas.microsoft.com/office/drawing/2014/main" id="{45B5D608-8CA0-4BC4-4E1E-CD8B72A1AC1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932" name="Rectangle 1931">
                        <a:extLst>
                          <a:ext uri="{FF2B5EF4-FFF2-40B4-BE49-F238E27FC236}">
                            <a16:creationId xmlns:a16="http://schemas.microsoft.com/office/drawing/2014/main" id="{9B4C1D3E-00A3-D591-4560-7D3BEACD15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33" name="Rectangle 1932">
                        <a:extLst>
                          <a:ext uri="{FF2B5EF4-FFF2-40B4-BE49-F238E27FC236}">
                            <a16:creationId xmlns:a16="http://schemas.microsoft.com/office/drawing/2014/main" id="{A6D4C4A1-017E-AB3B-43BD-35652D462D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34" name="Rectangle 1933">
                        <a:extLst>
                          <a:ext uri="{FF2B5EF4-FFF2-40B4-BE49-F238E27FC236}">
                            <a16:creationId xmlns:a16="http://schemas.microsoft.com/office/drawing/2014/main" id="{D71B86ED-F9A7-7819-6EB3-AA11EA4A46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35" name="Rectangle 1934">
                        <a:extLst>
                          <a:ext uri="{FF2B5EF4-FFF2-40B4-BE49-F238E27FC236}">
                            <a16:creationId xmlns:a16="http://schemas.microsoft.com/office/drawing/2014/main" id="{5A824252-F5EC-73C1-F479-7587B335BB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36" name="Rectangle 1935">
                        <a:extLst>
                          <a:ext uri="{FF2B5EF4-FFF2-40B4-BE49-F238E27FC236}">
                            <a16:creationId xmlns:a16="http://schemas.microsoft.com/office/drawing/2014/main" id="{233C2D78-7C2D-390D-135C-8EE72E20A33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37" name="Rectangle 1936">
                        <a:extLst>
                          <a:ext uri="{FF2B5EF4-FFF2-40B4-BE49-F238E27FC236}">
                            <a16:creationId xmlns:a16="http://schemas.microsoft.com/office/drawing/2014/main" id="{95BDA54D-977C-24CC-7F14-55B153A81C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38" name="Rectangle 1937">
                        <a:extLst>
                          <a:ext uri="{FF2B5EF4-FFF2-40B4-BE49-F238E27FC236}">
                            <a16:creationId xmlns:a16="http://schemas.microsoft.com/office/drawing/2014/main" id="{F780C27B-B88C-A787-A526-702EF6078C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39" name="Rectangle 1938">
                        <a:extLst>
                          <a:ext uri="{FF2B5EF4-FFF2-40B4-BE49-F238E27FC236}">
                            <a16:creationId xmlns:a16="http://schemas.microsoft.com/office/drawing/2014/main" id="{BB4B8E17-D885-BD30-0838-8BDE8A8D008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40" name="Rectangle 1939">
                        <a:extLst>
                          <a:ext uri="{FF2B5EF4-FFF2-40B4-BE49-F238E27FC236}">
                            <a16:creationId xmlns:a16="http://schemas.microsoft.com/office/drawing/2014/main" id="{C401E590-6144-752B-A150-22C1543EB5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41" name="Rectangle 1940">
                        <a:extLst>
                          <a:ext uri="{FF2B5EF4-FFF2-40B4-BE49-F238E27FC236}">
                            <a16:creationId xmlns:a16="http://schemas.microsoft.com/office/drawing/2014/main" id="{EB459EBA-6F8E-3739-CBF9-0485A41901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</p:grpSp>
                <p:grpSp>
                  <p:nvGrpSpPr>
                    <p:cNvPr id="1921" name="Group 1920">
                      <a:extLst>
                        <a:ext uri="{FF2B5EF4-FFF2-40B4-BE49-F238E27FC236}">
                          <a16:creationId xmlns:a16="http://schemas.microsoft.com/office/drawing/2014/main" id="{0CCDEAEF-4501-6C78-141D-DABE55F72FB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922" name="Rectangle 1921">
                        <a:extLst>
                          <a:ext uri="{FF2B5EF4-FFF2-40B4-BE49-F238E27FC236}">
                            <a16:creationId xmlns:a16="http://schemas.microsoft.com/office/drawing/2014/main" id="{D565600D-9288-3802-7FD9-C0077594F4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23" name="Rectangle 1922">
                        <a:extLst>
                          <a:ext uri="{FF2B5EF4-FFF2-40B4-BE49-F238E27FC236}">
                            <a16:creationId xmlns:a16="http://schemas.microsoft.com/office/drawing/2014/main" id="{CC5C77CB-6EE4-FA3B-8A17-9B244D239D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24" name="Rectangle 1923">
                        <a:extLst>
                          <a:ext uri="{FF2B5EF4-FFF2-40B4-BE49-F238E27FC236}">
                            <a16:creationId xmlns:a16="http://schemas.microsoft.com/office/drawing/2014/main" id="{65342434-FC6E-194F-FBC2-2B55C2636E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25" name="Rectangle 1924">
                        <a:extLst>
                          <a:ext uri="{FF2B5EF4-FFF2-40B4-BE49-F238E27FC236}">
                            <a16:creationId xmlns:a16="http://schemas.microsoft.com/office/drawing/2014/main" id="{EB5B15BA-5516-1FEE-5EF8-439EF4503D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26" name="Rectangle 1925">
                        <a:extLst>
                          <a:ext uri="{FF2B5EF4-FFF2-40B4-BE49-F238E27FC236}">
                            <a16:creationId xmlns:a16="http://schemas.microsoft.com/office/drawing/2014/main" id="{5F71055F-AC40-375D-44A8-D6A2A9E5E3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27" name="Rectangle 1926">
                        <a:extLst>
                          <a:ext uri="{FF2B5EF4-FFF2-40B4-BE49-F238E27FC236}">
                            <a16:creationId xmlns:a16="http://schemas.microsoft.com/office/drawing/2014/main" id="{0581C86A-240B-5B76-2B3D-FC6A9920A4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28" name="Rectangle 1927">
                        <a:extLst>
                          <a:ext uri="{FF2B5EF4-FFF2-40B4-BE49-F238E27FC236}">
                            <a16:creationId xmlns:a16="http://schemas.microsoft.com/office/drawing/2014/main" id="{C173FBE3-8B63-5092-4510-69E272182D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29" name="Rectangle 1928">
                        <a:extLst>
                          <a:ext uri="{FF2B5EF4-FFF2-40B4-BE49-F238E27FC236}">
                            <a16:creationId xmlns:a16="http://schemas.microsoft.com/office/drawing/2014/main" id="{587BCF5E-3700-D692-6FEA-C78D4198EC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30" name="Rectangle 1929">
                        <a:extLst>
                          <a:ext uri="{FF2B5EF4-FFF2-40B4-BE49-F238E27FC236}">
                            <a16:creationId xmlns:a16="http://schemas.microsoft.com/office/drawing/2014/main" id="{6704857E-EBFA-8D1C-EDA6-62C43E109E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931" name="Rectangle 1930">
                        <a:extLst>
                          <a:ext uri="{FF2B5EF4-FFF2-40B4-BE49-F238E27FC236}">
                            <a16:creationId xmlns:a16="http://schemas.microsoft.com/office/drawing/2014/main" id="{E489E7BF-A38F-90E3-F8FD-0B462AA795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</p:grpSp>
              </p:grpSp>
            </p:grpSp>
            <p:grpSp>
              <p:nvGrpSpPr>
                <p:cNvPr id="1895" name="Group 1894">
                  <a:extLst>
                    <a:ext uri="{FF2B5EF4-FFF2-40B4-BE49-F238E27FC236}">
                      <a16:creationId xmlns:a16="http://schemas.microsoft.com/office/drawing/2014/main" id="{B2793D08-5BE5-04FD-ECE1-B79F6B35181A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896" name="Group 1895">
                    <a:extLst>
                      <a:ext uri="{FF2B5EF4-FFF2-40B4-BE49-F238E27FC236}">
                        <a16:creationId xmlns:a16="http://schemas.microsoft.com/office/drawing/2014/main" id="{1C6CF976-497F-62F7-8253-A1AC63A574B8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908" name="Rectangle 1907">
                      <a:extLst>
                        <a:ext uri="{FF2B5EF4-FFF2-40B4-BE49-F238E27FC236}">
                          <a16:creationId xmlns:a16="http://schemas.microsoft.com/office/drawing/2014/main" id="{BD4FC628-4B8D-6B71-AC93-0E542248F5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909" name="Rectangle 1908">
                      <a:extLst>
                        <a:ext uri="{FF2B5EF4-FFF2-40B4-BE49-F238E27FC236}">
                          <a16:creationId xmlns:a16="http://schemas.microsoft.com/office/drawing/2014/main" id="{92ACEBA2-099C-9640-4430-B49655D0B8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910" name="Rectangle 1909">
                      <a:extLst>
                        <a:ext uri="{FF2B5EF4-FFF2-40B4-BE49-F238E27FC236}">
                          <a16:creationId xmlns:a16="http://schemas.microsoft.com/office/drawing/2014/main" id="{3F4A0DA6-90C6-AEA9-8A0C-EF3D6E19FC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911" name="Rectangle 1910">
                      <a:extLst>
                        <a:ext uri="{FF2B5EF4-FFF2-40B4-BE49-F238E27FC236}">
                          <a16:creationId xmlns:a16="http://schemas.microsoft.com/office/drawing/2014/main" id="{B82112A5-E8D8-7DD0-84D7-D6FA1FE57C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912" name="Rectangle 1911">
                      <a:extLst>
                        <a:ext uri="{FF2B5EF4-FFF2-40B4-BE49-F238E27FC236}">
                          <a16:creationId xmlns:a16="http://schemas.microsoft.com/office/drawing/2014/main" id="{C5ED70AD-F6DB-6E02-1127-DA243C350B0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913" name="Rectangle 1912">
                      <a:extLst>
                        <a:ext uri="{FF2B5EF4-FFF2-40B4-BE49-F238E27FC236}">
                          <a16:creationId xmlns:a16="http://schemas.microsoft.com/office/drawing/2014/main" id="{30B42240-21A4-3640-C3DC-5EDA9EA8BC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914" name="Rectangle 1913">
                      <a:extLst>
                        <a:ext uri="{FF2B5EF4-FFF2-40B4-BE49-F238E27FC236}">
                          <a16:creationId xmlns:a16="http://schemas.microsoft.com/office/drawing/2014/main" id="{CE6FCA1C-8858-8492-5A76-D48838133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915" name="Rectangle 1914">
                      <a:extLst>
                        <a:ext uri="{FF2B5EF4-FFF2-40B4-BE49-F238E27FC236}">
                          <a16:creationId xmlns:a16="http://schemas.microsoft.com/office/drawing/2014/main" id="{B450A4D0-040B-3853-C80A-F3F0B5ECA4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916" name="Rectangle 1915">
                      <a:extLst>
                        <a:ext uri="{FF2B5EF4-FFF2-40B4-BE49-F238E27FC236}">
                          <a16:creationId xmlns:a16="http://schemas.microsoft.com/office/drawing/2014/main" id="{28A0ACB2-1918-2B49-115B-54FD419A53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917" name="Rectangle 1916">
                      <a:extLst>
                        <a:ext uri="{FF2B5EF4-FFF2-40B4-BE49-F238E27FC236}">
                          <a16:creationId xmlns:a16="http://schemas.microsoft.com/office/drawing/2014/main" id="{2414015E-047A-7C2D-B95C-B2DC4861A1D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  <p:grpSp>
                <p:nvGrpSpPr>
                  <p:cNvPr id="1897" name="Group 1896">
                    <a:extLst>
                      <a:ext uri="{FF2B5EF4-FFF2-40B4-BE49-F238E27FC236}">
                        <a16:creationId xmlns:a16="http://schemas.microsoft.com/office/drawing/2014/main" id="{1DC68ACC-FF06-F344-76F2-03ECFF242FB2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898" name="Rectangle 1897">
                      <a:extLst>
                        <a:ext uri="{FF2B5EF4-FFF2-40B4-BE49-F238E27FC236}">
                          <a16:creationId xmlns:a16="http://schemas.microsoft.com/office/drawing/2014/main" id="{4DDEFFA5-F041-1B2B-1919-788F498E497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99" name="Rectangle 1898">
                      <a:extLst>
                        <a:ext uri="{FF2B5EF4-FFF2-40B4-BE49-F238E27FC236}">
                          <a16:creationId xmlns:a16="http://schemas.microsoft.com/office/drawing/2014/main" id="{27CF5FFE-9176-ADDA-352C-B0528A6DFF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900" name="Rectangle 1899">
                      <a:extLst>
                        <a:ext uri="{FF2B5EF4-FFF2-40B4-BE49-F238E27FC236}">
                          <a16:creationId xmlns:a16="http://schemas.microsoft.com/office/drawing/2014/main" id="{F374B4CF-64CE-4292-F809-E274703DEA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901" name="Rectangle 1900">
                      <a:extLst>
                        <a:ext uri="{FF2B5EF4-FFF2-40B4-BE49-F238E27FC236}">
                          <a16:creationId xmlns:a16="http://schemas.microsoft.com/office/drawing/2014/main" id="{6B6D8479-9D4B-02B3-B439-7F4F272D896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902" name="Rectangle 1901">
                      <a:extLst>
                        <a:ext uri="{FF2B5EF4-FFF2-40B4-BE49-F238E27FC236}">
                          <a16:creationId xmlns:a16="http://schemas.microsoft.com/office/drawing/2014/main" id="{72C844D6-3157-6DBF-9D68-EFA4D802A8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903" name="Rectangle 1902">
                      <a:extLst>
                        <a:ext uri="{FF2B5EF4-FFF2-40B4-BE49-F238E27FC236}">
                          <a16:creationId xmlns:a16="http://schemas.microsoft.com/office/drawing/2014/main" id="{43240841-6F53-DD0F-7382-384A1C138D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904" name="Rectangle 1903">
                      <a:extLst>
                        <a:ext uri="{FF2B5EF4-FFF2-40B4-BE49-F238E27FC236}">
                          <a16:creationId xmlns:a16="http://schemas.microsoft.com/office/drawing/2014/main" id="{EC645096-28DD-02DE-E51F-3C9417E1B6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905" name="Rectangle 1904">
                      <a:extLst>
                        <a:ext uri="{FF2B5EF4-FFF2-40B4-BE49-F238E27FC236}">
                          <a16:creationId xmlns:a16="http://schemas.microsoft.com/office/drawing/2014/main" id="{77777D0F-C499-A049-D49B-59090432B3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906" name="Rectangle 1905">
                      <a:extLst>
                        <a:ext uri="{FF2B5EF4-FFF2-40B4-BE49-F238E27FC236}">
                          <a16:creationId xmlns:a16="http://schemas.microsoft.com/office/drawing/2014/main" id="{7FD8EFA8-F22C-9627-6308-F325F44BFF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907" name="Rectangle 1906">
                      <a:extLst>
                        <a:ext uri="{FF2B5EF4-FFF2-40B4-BE49-F238E27FC236}">
                          <a16:creationId xmlns:a16="http://schemas.microsoft.com/office/drawing/2014/main" id="{FD6CF913-6C8A-202C-AA81-2AAC48322E9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</p:grpSp>
          </p:grp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DD98BB0A-6711-6C5B-49F2-4AF0682E92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31283" y="2053389"/>
                <a:ext cx="0" cy="309201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A51DC68-2469-C334-B36F-2C3128ACA8EA}"/>
                  </a:ext>
                </a:extLst>
              </p:cNvPr>
              <p:cNvSpPr txBox="1"/>
              <p:nvPr/>
            </p:nvSpPr>
            <p:spPr>
              <a:xfrm>
                <a:off x="1505730" y="1579889"/>
                <a:ext cx="877163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b="1" dirty="0"/>
                  <a:t>Prediction </a:t>
                </a:r>
              </a:p>
              <a:p>
                <a:pPr algn="ctr"/>
                <a:r>
                  <a:rPr lang="en-US" sz="1100" b="1" dirty="0"/>
                  <a:t>timepoint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4925EE0-1C96-B6B8-E470-396F406F58DD}"/>
                  </a:ext>
                </a:extLst>
              </p:cNvPr>
              <p:cNvSpPr txBox="1"/>
              <p:nvPr/>
            </p:nvSpPr>
            <p:spPr>
              <a:xfrm>
                <a:off x="6588700" y="1574286"/>
                <a:ext cx="1404552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b="1" dirty="0"/>
                  <a:t>Prediction window </a:t>
                </a:r>
              </a:p>
              <a:p>
                <a:pPr algn="ctr"/>
                <a:r>
                  <a:rPr lang="en-US" sz="1100" b="1" dirty="0"/>
                  <a:t>(1 week/168 hours)</a:t>
                </a:r>
              </a:p>
            </p:txBody>
          </p: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F0480653-9E67-BD3E-2D14-3C7FD21AD257}"/>
                  </a:ext>
                </a:extLst>
              </p:cNvPr>
              <p:cNvCxnSpPr>
                <a:cxnSpLocks/>
                <a:stCxn id="16" idx="2"/>
              </p:cNvCxnSpPr>
              <p:nvPr/>
            </p:nvCxnSpPr>
            <p:spPr>
              <a:xfrm flipH="1">
                <a:off x="3159792" y="2005173"/>
                <a:ext cx="4131184" cy="322009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ABFDEE84-E2B4-6B0D-B5D8-35111A63DB16}"/>
                  </a:ext>
                </a:extLst>
              </p:cNvPr>
              <p:cNvCxnSpPr>
                <a:cxnSpLocks/>
                <a:stCxn id="16" idx="2"/>
              </p:cNvCxnSpPr>
              <p:nvPr/>
            </p:nvCxnSpPr>
            <p:spPr>
              <a:xfrm>
                <a:off x="7290976" y="2005173"/>
                <a:ext cx="4197809" cy="328657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Arrow: Curved Down 18">
                <a:extLst>
                  <a:ext uri="{FF2B5EF4-FFF2-40B4-BE49-F238E27FC236}">
                    <a16:creationId xmlns:a16="http://schemas.microsoft.com/office/drawing/2014/main" id="{4AE4305A-0261-247D-3AE1-A89A1178FA56}"/>
                  </a:ext>
                </a:extLst>
              </p:cNvPr>
              <p:cNvSpPr/>
              <p:nvPr/>
            </p:nvSpPr>
            <p:spPr>
              <a:xfrm>
                <a:off x="1938489" y="2751360"/>
                <a:ext cx="107048" cy="184484"/>
              </a:xfrm>
              <a:prstGeom prst="curvedDownArrow">
                <a:avLst/>
              </a:prstGeom>
              <a:solidFill>
                <a:srgbClr val="CB6BCE"/>
              </a:solidFill>
              <a:ln w="3175">
                <a:solidFill>
                  <a:srgbClr val="CB6BC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Arrow: Curved Down 19">
                <a:extLst>
                  <a:ext uri="{FF2B5EF4-FFF2-40B4-BE49-F238E27FC236}">
                    <a16:creationId xmlns:a16="http://schemas.microsoft.com/office/drawing/2014/main" id="{921766A8-E2C9-ADC2-AFE4-4E30F2FA9318}"/>
                  </a:ext>
                </a:extLst>
              </p:cNvPr>
              <p:cNvSpPr/>
              <p:nvPr/>
            </p:nvSpPr>
            <p:spPr>
              <a:xfrm>
                <a:off x="1994985" y="3329579"/>
                <a:ext cx="107048" cy="184484"/>
              </a:xfrm>
              <a:prstGeom prst="curvedDownArrow">
                <a:avLst/>
              </a:prstGeom>
              <a:solidFill>
                <a:srgbClr val="CB6BCE"/>
              </a:solidFill>
              <a:ln w="3175">
                <a:solidFill>
                  <a:srgbClr val="CB6BC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3A042336-5A9B-84FB-BECC-EBF096A490D3}"/>
                  </a:ext>
                </a:extLst>
              </p:cNvPr>
              <p:cNvGrpSpPr/>
              <p:nvPr/>
            </p:nvGrpSpPr>
            <p:grpSpPr>
              <a:xfrm>
                <a:off x="934434" y="2962608"/>
                <a:ext cx="11397002" cy="348526"/>
                <a:chOff x="936202" y="2362590"/>
                <a:chExt cx="11397002" cy="348526"/>
              </a:xfrm>
            </p:grpSpPr>
            <p:grpSp>
              <p:nvGrpSpPr>
                <p:cNvPr id="1346" name="Group 1345">
                  <a:extLst>
                    <a:ext uri="{FF2B5EF4-FFF2-40B4-BE49-F238E27FC236}">
                      <a16:creationId xmlns:a16="http://schemas.microsoft.com/office/drawing/2014/main" id="{ECE07744-91DA-175E-3845-A09CBAB5E20F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693" name="Group 1692">
                    <a:extLst>
                      <a:ext uri="{FF2B5EF4-FFF2-40B4-BE49-F238E27FC236}">
                        <a16:creationId xmlns:a16="http://schemas.microsoft.com/office/drawing/2014/main" id="{500CC318-CCCC-897A-D5F9-3B32B6C63B21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885" name="Rectangle 1884">
                      <a:extLst>
                        <a:ext uri="{FF2B5EF4-FFF2-40B4-BE49-F238E27FC236}">
                          <a16:creationId xmlns:a16="http://schemas.microsoft.com/office/drawing/2014/main" id="{D5A7F684-47FC-BAFA-AEE0-1B9415C22D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86" name="Rectangle 1885">
                      <a:extLst>
                        <a:ext uri="{FF2B5EF4-FFF2-40B4-BE49-F238E27FC236}">
                          <a16:creationId xmlns:a16="http://schemas.microsoft.com/office/drawing/2014/main" id="{2A70E739-6158-B35A-0B20-B874A2EAD9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87" name="Rectangle 1886">
                      <a:extLst>
                        <a:ext uri="{FF2B5EF4-FFF2-40B4-BE49-F238E27FC236}">
                          <a16:creationId xmlns:a16="http://schemas.microsoft.com/office/drawing/2014/main" id="{2E0A22E4-B2D4-8543-E5D0-603FA81ECF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88" name="Rectangle 1887">
                      <a:extLst>
                        <a:ext uri="{FF2B5EF4-FFF2-40B4-BE49-F238E27FC236}">
                          <a16:creationId xmlns:a16="http://schemas.microsoft.com/office/drawing/2014/main" id="{148729CB-3929-16DF-13C8-F86EF5F79B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89" name="Rectangle 1888">
                      <a:extLst>
                        <a:ext uri="{FF2B5EF4-FFF2-40B4-BE49-F238E27FC236}">
                          <a16:creationId xmlns:a16="http://schemas.microsoft.com/office/drawing/2014/main" id="{3A866B9A-B426-E5A5-8147-EC4D5C53FE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90" name="Rectangle 1889">
                      <a:extLst>
                        <a:ext uri="{FF2B5EF4-FFF2-40B4-BE49-F238E27FC236}">
                          <a16:creationId xmlns:a16="http://schemas.microsoft.com/office/drawing/2014/main" id="{75C9A19D-B6DC-393B-2491-9B1E23187D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91" name="Rectangle 1890">
                      <a:extLst>
                        <a:ext uri="{FF2B5EF4-FFF2-40B4-BE49-F238E27FC236}">
                          <a16:creationId xmlns:a16="http://schemas.microsoft.com/office/drawing/2014/main" id="{7858D013-7C00-60E5-38FF-22A9AF5B94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892" name="Rectangle 1891">
                      <a:extLst>
                        <a:ext uri="{FF2B5EF4-FFF2-40B4-BE49-F238E27FC236}">
                          <a16:creationId xmlns:a16="http://schemas.microsoft.com/office/drawing/2014/main" id="{18285D81-3AA6-A7DF-8AA7-1687FAF916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  <p:grpSp>
                <p:nvGrpSpPr>
                  <p:cNvPr id="1694" name="Group 1693">
                    <a:extLst>
                      <a:ext uri="{FF2B5EF4-FFF2-40B4-BE49-F238E27FC236}">
                        <a16:creationId xmlns:a16="http://schemas.microsoft.com/office/drawing/2014/main" id="{8D7EFEFA-622F-B675-D831-F816926A6B7D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695" name="Group 1694">
                      <a:extLst>
                        <a:ext uri="{FF2B5EF4-FFF2-40B4-BE49-F238E27FC236}">
                          <a16:creationId xmlns:a16="http://schemas.microsoft.com/office/drawing/2014/main" id="{2B5EB955-361B-2ADF-507D-4328FC17A98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791" name="Group 1790">
                        <a:extLst>
                          <a:ext uri="{FF2B5EF4-FFF2-40B4-BE49-F238E27FC236}">
                            <a16:creationId xmlns:a16="http://schemas.microsoft.com/office/drawing/2014/main" id="{AE0F2088-4F6F-63B0-255C-BCCB5C37366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839" name="Group 1838">
                          <a:extLst>
                            <a:ext uri="{FF2B5EF4-FFF2-40B4-BE49-F238E27FC236}">
                              <a16:creationId xmlns:a16="http://schemas.microsoft.com/office/drawing/2014/main" id="{FBE302D5-CAFE-1F64-5D01-D66A31998A0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863" name="Group 1862">
                            <a:extLst>
                              <a:ext uri="{FF2B5EF4-FFF2-40B4-BE49-F238E27FC236}">
                                <a16:creationId xmlns:a16="http://schemas.microsoft.com/office/drawing/2014/main" id="{C226D269-2252-5228-7989-2B18408D6C7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75" name="Rectangle 1874">
                              <a:extLst>
                                <a:ext uri="{FF2B5EF4-FFF2-40B4-BE49-F238E27FC236}">
                                  <a16:creationId xmlns:a16="http://schemas.microsoft.com/office/drawing/2014/main" id="{B39C2D4B-90DF-EB2F-AB23-D7C903C9116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76" name="Rectangle 1875">
                              <a:extLst>
                                <a:ext uri="{FF2B5EF4-FFF2-40B4-BE49-F238E27FC236}">
                                  <a16:creationId xmlns:a16="http://schemas.microsoft.com/office/drawing/2014/main" id="{E202D79A-35B7-5F00-1215-440B3784F1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77" name="Rectangle 1876">
                              <a:extLst>
                                <a:ext uri="{FF2B5EF4-FFF2-40B4-BE49-F238E27FC236}">
                                  <a16:creationId xmlns:a16="http://schemas.microsoft.com/office/drawing/2014/main" id="{BDF3C8DE-E14F-67F3-89DA-CEB57DF0FA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78" name="Rectangle 1877">
                              <a:extLst>
                                <a:ext uri="{FF2B5EF4-FFF2-40B4-BE49-F238E27FC236}">
                                  <a16:creationId xmlns:a16="http://schemas.microsoft.com/office/drawing/2014/main" id="{1589803D-13BF-BF27-FA26-388064A62D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79" name="Rectangle 1878">
                              <a:extLst>
                                <a:ext uri="{FF2B5EF4-FFF2-40B4-BE49-F238E27FC236}">
                                  <a16:creationId xmlns:a16="http://schemas.microsoft.com/office/drawing/2014/main" id="{CB61CF6D-FDA8-44F9-4E6D-ADF469ED59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80" name="Rectangle 1879">
                              <a:extLst>
                                <a:ext uri="{FF2B5EF4-FFF2-40B4-BE49-F238E27FC236}">
                                  <a16:creationId xmlns:a16="http://schemas.microsoft.com/office/drawing/2014/main" id="{44D7695C-5EFE-CBC3-FC74-A06A7E1D37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81" name="Rectangle 1880">
                              <a:extLst>
                                <a:ext uri="{FF2B5EF4-FFF2-40B4-BE49-F238E27FC236}">
                                  <a16:creationId xmlns:a16="http://schemas.microsoft.com/office/drawing/2014/main" id="{78F654AF-0CCA-A2D0-CBB1-5262A90171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82" name="Rectangle 1881">
                              <a:extLst>
                                <a:ext uri="{FF2B5EF4-FFF2-40B4-BE49-F238E27FC236}">
                                  <a16:creationId xmlns:a16="http://schemas.microsoft.com/office/drawing/2014/main" id="{B38E61E0-7592-BB7D-3F77-BAF3DB7749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83" name="Rectangle 1882">
                              <a:extLst>
                                <a:ext uri="{FF2B5EF4-FFF2-40B4-BE49-F238E27FC236}">
                                  <a16:creationId xmlns:a16="http://schemas.microsoft.com/office/drawing/2014/main" id="{099DF8FB-31F1-F02D-3E62-8C16591C43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84" name="Rectangle 1883">
                              <a:extLst>
                                <a:ext uri="{FF2B5EF4-FFF2-40B4-BE49-F238E27FC236}">
                                  <a16:creationId xmlns:a16="http://schemas.microsoft.com/office/drawing/2014/main" id="{6A849B35-7E1E-41FD-4912-7EC5CBB182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864" name="Group 1863">
                            <a:extLst>
                              <a:ext uri="{FF2B5EF4-FFF2-40B4-BE49-F238E27FC236}">
                                <a16:creationId xmlns:a16="http://schemas.microsoft.com/office/drawing/2014/main" id="{DB64C24D-257B-F650-450B-2C6CD1A1CF2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65" name="Rectangle 1864">
                              <a:extLst>
                                <a:ext uri="{FF2B5EF4-FFF2-40B4-BE49-F238E27FC236}">
                                  <a16:creationId xmlns:a16="http://schemas.microsoft.com/office/drawing/2014/main" id="{AF996DC4-B513-84B4-6D00-4BF1130753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66" name="Rectangle 1865">
                              <a:extLst>
                                <a:ext uri="{FF2B5EF4-FFF2-40B4-BE49-F238E27FC236}">
                                  <a16:creationId xmlns:a16="http://schemas.microsoft.com/office/drawing/2014/main" id="{E36F1023-52FB-0CE8-0E1F-BC82C2B820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67" name="Rectangle 1866">
                              <a:extLst>
                                <a:ext uri="{FF2B5EF4-FFF2-40B4-BE49-F238E27FC236}">
                                  <a16:creationId xmlns:a16="http://schemas.microsoft.com/office/drawing/2014/main" id="{3AF64523-B837-94E4-EE1C-535D61407F8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68" name="Rectangle 1867">
                              <a:extLst>
                                <a:ext uri="{FF2B5EF4-FFF2-40B4-BE49-F238E27FC236}">
                                  <a16:creationId xmlns:a16="http://schemas.microsoft.com/office/drawing/2014/main" id="{675ACDD7-3193-B6ED-C229-767D20A5A9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69" name="Rectangle 1868">
                              <a:extLst>
                                <a:ext uri="{FF2B5EF4-FFF2-40B4-BE49-F238E27FC236}">
                                  <a16:creationId xmlns:a16="http://schemas.microsoft.com/office/drawing/2014/main" id="{7940D2E8-7C14-38BD-1AE4-E6452080BC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70" name="Rectangle 1869">
                              <a:extLst>
                                <a:ext uri="{FF2B5EF4-FFF2-40B4-BE49-F238E27FC236}">
                                  <a16:creationId xmlns:a16="http://schemas.microsoft.com/office/drawing/2014/main" id="{9227C39F-22D6-3265-4739-AD92E8DABB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71" name="Rectangle 1870">
                              <a:extLst>
                                <a:ext uri="{FF2B5EF4-FFF2-40B4-BE49-F238E27FC236}">
                                  <a16:creationId xmlns:a16="http://schemas.microsoft.com/office/drawing/2014/main" id="{1470BE2F-E32F-F973-DE0D-759C415E6D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72" name="Rectangle 1871">
                              <a:extLst>
                                <a:ext uri="{FF2B5EF4-FFF2-40B4-BE49-F238E27FC236}">
                                  <a16:creationId xmlns:a16="http://schemas.microsoft.com/office/drawing/2014/main" id="{91CEBD11-4171-D543-38A4-79BDA28AF4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73" name="Rectangle 1872">
                              <a:extLst>
                                <a:ext uri="{FF2B5EF4-FFF2-40B4-BE49-F238E27FC236}">
                                  <a16:creationId xmlns:a16="http://schemas.microsoft.com/office/drawing/2014/main" id="{A2ABF249-4213-9037-9408-13B39B973D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74" name="Rectangle 1873">
                              <a:extLst>
                                <a:ext uri="{FF2B5EF4-FFF2-40B4-BE49-F238E27FC236}">
                                  <a16:creationId xmlns:a16="http://schemas.microsoft.com/office/drawing/2014/main" id="{6ED39012-1D62-E654-B96B-8BBE9A7FDE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  <p:grpSp>
                      <p:nvGrpSpPr>
                        <p:cNvPr id="1840" name="Group 1839">
                          <a:extLst>
                            <a:ext uri="{FF2B5EF4-FFF2-40B4-BE49-F238E27FC236}">
                              <a16:creationId xmlns:a16="http://schemas.microsoft.com/office/drawing/2014/main" id="{2B782595-8F3D-5191-BBB8-AE5CBE5801F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841" name="Group 1840">
                            <a:extLst>
                              <a:ext uri="{FF2B5EF4-FFF2-40B4-BE49-F238E27FC236}">
                                <a16:creationId xmlns:a16="http://schemas.microsoft.com/office/drawing/2014/main" id="{D77EC9BF-24CC-11FB-2465-F8C4836E83C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53" name="Rectangle 1852">
                              <a:extLst>
                                <a:ext uri="{FF2B5EF4-FFF2-40B4-BE49-F238E27FC236}">
                                  <a16:creationId xmlns:a16="http://schemas.microsoft.com/office/drawing/2014/main" id="{A9283899-AF65-BF66-492E-7A6B771538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54" name="Rectangle 1853">
                              <a:extLst>
                                <a:ext uri="{FF2B5EF4-FFF2-40B4-BE49-F238E27FC236}">
                                  <a16:creationId xmlns:a16="http://schemas.microsoft.com/office/drawing/2014/main" id="{A74089A4-6792-9FDA-881C-B234CEDE52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55" name="Rectangle 1854">
                              <a:extLst>
                                <a:ext uri="{FF2B5EF4-FFF2-40B4-BE49-F238E27FC236}">
                                  <a16:creationId xmlns:a16="http://schemas.microsoft.com/office/drawing/2014/main" id="{53FF882B-63C1-E2A4-4DBA-C9DF0BB1B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56" name="Rectangle 1855">
                              <a:extLst>
                                <a:ext uri="{FF2B5EF4-FFF2-40B4-BE49-F238E27FC236}">
                                  <a16:creationId xmlns:a16="http://schemas.microsoft.com/office/drawing/2014/main" id="{ABBB09FD-C6E4-C22D-32EC-63A772C255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57" name="Rectangle 1856">
                              <a:extLst>
                                <a:ext uri="{FF2B5EF4-FFF2-40B4-BE49-F238E27FC236}">
                                  <a16:creationId xmlns:a16="http://schemas.microsoft.com/office/drawing/2014/main" id="{8360B0E8-AAC0-291F-7D17-54BCAF224B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58" name="Rectangle 1857">
                              <a:extLst>
                                <a:ext uri="{FF2B5EF4-FFF2-40B4-BE49-F238E27FC236}">
                                  <a16:creationId xmlns:a16="http://schemas.microsoft.com/office/drawing/2014/main" id="{4EA6AFAD-1344-77EA-5BC9-47D9100E1F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59" name="Rectangle 1858">
                              <a:extLst>
                                <a:ext uri="{FF2B5EF4-FFF2-40B4-BE49-F238E27FC236}">
                                  <a16:creationId xmlns:a16="http://schemas.microsoft.com/office/drawing/2014/main" id="{5523F446-FB4E-0550-A148-2AF35892DF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60" name="Rectangle 1859">
                              <a:extLst>
                                <a:ext uri="{FF2B5EF4-FFF2-40B4-BE49-F238E27FC236}">
                                  <a16:creationId xmlns:a16="http://schemas.microsoft.com/office/drawing/2014/main" id="{3D724A07-58A8-2F76-8D55-58FC309576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61" name="Rectangle 1860">
                              <a:extLst>
                                <a:ext uri="{FF2B5EF4-FFF2-40B4-BE49-F238E27FC236}">
                                  <a16:creationId xmlns:a16="http://schemas.microsoft.com/office/drawing/2014/main" id="{23216762-EF7F-7223-284C-01CA82153C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62" name="Rectangle 1861">
                              <a:extLst>
                                <a:ext uri="{FF2B5EF4-FFF2-40B4-BE49-F238E27FC236}">
                                  <a16:creationId xmlns:a16="http://schemas.microsoft.com/office/drawing/2014/main" id="{35982474-9F94-C2FD-5C21-2DA86716D5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842" name="Group 1841">
                            <a:extLst>
                              <a:ext uri="{FF2B5EF4-FFF2-40B4-BE49-F238E27FC236}">
                                <a16:creationId xmlns:a16="http://schemas.microsoft.com/office/drawing/2014/main" id="{26F0B70B-503C-7AD0-2FBE-F653D40F7CA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43" name="Rectangle 1842">
                              <a:extLst>
                                <a:ext uri="{FF2B5EF4-FFF2-40B4-BE49-F238E27FC236}">
                                  <a16:creationId xmlns:a16="http://schemas.microsoft.com/office/drawing/2014/main" id="{D464E444-2119-BFD2-26BF-522C14080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44" name="Rectangle 1843">
                              <a:extLst>
                                <a:ext uri="{FF2B5EF4-FFF2-40B4-BE49-F238E27FC236}">
                                  <a16:creationId xmlns:a16="http://schemas.microsoft.com/office/drawing/2014/main" id="{16F8C85C-A17F-0F34-80E8-22D03658F8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45" name="Rectangle 1844">
                              <a:extLst>
                                <a:ext uri="{FF2B5EF4-FFF2-40B4-BE49-F238E27FC236}">
                                  <a16:creationId xmlns:a16="http://schemas.microsoft.com/office/drawing/2014/main" id="{F7879E87-A267-8D13-FCE1-2F36F39BE4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46" name="Rectangle 1845">
                              <a:extLst>
                                <a:ext uri="{FF2B5EF4-FFF2-40B4-BE49-F238E27FC236}">
                                  <a16:creationId xmlns:a16="http://schemas.microsoft.com/office/drawing/2014/main" id="{C3328814-75F6-A144-1E62-EB0A06D16CD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47" name="Rectangle 1846">
                              <a:extLst>
                                <a:ext uri="{FF2B5EF4-FFF2-40B4-BE49-F238E27FC236}">
                                  <a16:creationId xmlns:a16="http://schemas.microsoft.com/office/drawing/2014/main" id="{1CC68B8E-C363-A2EA-91BC-7B2093222A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48" name="Rectangle 1847">
                              <a:extLst>
                                <a:ext uri="{FF2B5EF4-FFF2-40B4-BE49-F238E27FC236}">
                                  <a16:creationId xmlns:a16="http://schemas.microsoft.com/office/drawing/2014/main" id="{0AC7056F-0EEF-C1E1-B408-8773F2FECF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49" name="Rectangle 1848">
                              <a:extLst>
                                <a:ext uri="{FF2B5EF4-FFF2-40B4-BE49-F238E27FC236}">
                                  <a16:creationId xmlns:a16="http://schemas.microsoft.com/office/drawing/2014/main" id="{0FF41419-BE93-C2B7-FEB7-C1BEA3CF1F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50" name="Rectangle 1849">
                              <a:extLst>
                                <a:ext uri="{FF2B5EF4-FFF2-40B4-BE49-F238E27FC236}">
                                  <a16:creationId xmlns:a16="http://schemas.microsoft.com/office/drawing/2014/main" id="{EEA75DE3-5F51-4975-0021-1132A171EF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51" name="Rectangle 1850">
                              <a:extLst>
                                <a:ext uri="{FF2B5EF4-FFF2-40B4-BE49-F238E27FC236}">
                                  <a16:creationId xmlns:a16="http://schemas.microsoft.com/office/drawing/2014/main" id="{8711F6D8-48AF-C639-C185-C14C8EAB72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52" name="Rectangle 1851">
                              <a:extLst>
                                <a:ext uri="{FF2B5EF4-FFF2-40B4-BE49-F238E27FC236}">
                                  <a16:creationId xmlns:a16="http://schemas.microsoft.com/office/drawing/2014/main" id="{F5330DBC-30B9-7A20-C62D-571A50F529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792" name="Group 1791">
                        <a:extLst>
                          <a:ext uri="{FF2B5EF4-FFF2-40B4-BE49-F238E27FC236}">
                            <a16:creationId xmlns:a16="http://schemas.microsoft.com/office/drawing/2014/main" id="{57D929D6-5042-AD0E-1D0A-31853338094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793" name="Group 1792">
                          <a:extLst>
                            <a:ext uri="{FF2B5EF4-FFF2-40B4-BE49-F238E27FC236}">
                              <a16:creationId xmlns:a16="http://schemas.microsoft.com/office/drawing/2014/main" id="{F5E128A7-BC53-33C6-C615-2752A1B301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817" name="Group 1816">
                            <a:extLst>
                              <a:ext uri="{FF2B5EF4-FFF2-40B4-BE49-F238E27FC236}">
                                <a16:creationId xmlns:a16="http://schemas.microsoft.com/office/drawing/2014/main" id="{56A38319-DFCE-AB31-BB50-7B7F2114EDB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29" name="Rectangle 1828">
                              <a:extLst>
                                <a:ext uri="{FF2B5EF4-FFF2-40B4-BE49-F238E27FC236}">
                                  <a16:creationId xmlns:a16="http://schemas.microsoft.com/office/drawing/2014/main" id="{5DF0FF01-A0C2-60E2-AC73-80338040C6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30" name="Rectangle 1829">
                              <a:extLst>
                                <a:ext uri="{FF2B5EF4-FFF2-40B4-BE49-F238E27FC236}">
                                  <a16:creationId xmlns:a16="http://schemas.microsoft.com/office/drawing/2014/main" id="{CAFFDEAC-6173-42DC-D0B8-B3EFD8978D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31" name="Rectangle 1830">
                              <a:extLst>
                                <a:ext uri="{FF2B5EF4-FFF2-40B4-BE49-F238E27FC236}">
                                  <a16:creationId xmlns:a16="http://schemas.microsoft.com/office/drawing/2014/main" id="{38D5751D-36B6-47D1-77C4-263D01372F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32" name="Rectangle 1831">
                              <a:extLst>
                                <a:ext uri="{FF2B5EF4-FFF2-40B4-BE49-F238E27FC236}">
                                  <a16:creationId xmlns:a16="http://schemas.microsoft.com/office/drawing/2014/main" id="{A543EAA5-0218-6842-0B2A-D8D2DD6CB3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33" name="Rectangle 1832">
                              <a:extLst>
                                <a:ext uri="{FF2B5EF4-FFF2-40B4-BE49-F238E27FC236}">
                                  <a16:creationId xmlns:a16="http://schemas.microsoft.com/office/drawing/2014/main" id="{CC6A1BDF-23BC-B09A-A1B5-8F59E927CC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34" name="Rectangle 1833">
                              <a:extLst>
                                <a:ext uri="{FF2B5EF4-FFF2-40B4-BE49-F238E27FC236}">
                                  <a16:creationId xmlns:a16="http://schemas.microsoft.com/office/drawing/2014/main" id="{2A270892-97F6-AF5A-D143-14D966B303F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35" name="Rectangle 1834">
                              <a:extLst>
                                <a:ext uri="{FF2B5EF4-FFF2-40B4-BE49-F238E27FC236}">
                                  <a16:creationId xmlns:a16="http://schemas.microsoft.com/office/drawing/2014/main" id="{7A3C28D3-B9BC-745A-3B08-D11AB138A8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36" name="Rectangle 1835">
                              <a:extLst>
                                <a:ext uri="{FF2B5EF4-FFF2-40B4-BE49-F238E27FC236}">
                                  <a16:creationId xmlns:a16="http://schemas.microsoft.com/office/drawing/2014/main" id="{07B3C89F-03F5-F4FC-5ED3-1174B2D099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37" name="Rectangle 1836">
                              <a:extLst>
                                <a:ext uri="{FF2B5EF4-FFF2-40B4-BE49-F238E27FC236}">
                                  <a16:creationId xmlns:a16="http://schemas.microsoft.com/office/drawing/2014/main" id="{D3E745AA-BBD3-A0F4-75D0-ABB88653A66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38" name="Rectangle 1837">
                              <a:extLst>
                                <a:ext uri="{FF2B5EF4-FFF2-40B4-BE49-F238E27FC236}">
                                  <a16:creationId xmlns:a16="http://schemas.microsoft.com/office/drawing/2014/main" id="{0361FEDF-B9F0-8970-0A4D-F028DEB6E9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818" name="Group 1817">
                            <a:extLst>
                              <a:ext uri="{FF2B5EF4-FFF2-40B4-BE49-F238E27FC236}">
                                <a16:creationId xmlns:a16="http://schemas.microsoft.com/office/drawing/2014/main" id="{19BE433F-327A-DF1C-1201-95B7CEAAC61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19" name="Rectangle 1818">
                              <a:extLst>
                                <a:ext uri="{FF2B5EF4-FFF2-40B4-BE49-F238E27FC236}">
                                  <a16:creationId xmlns:a16="http://schemas.microsoft.com/office/drawing/2014/main" id="{0EECDB3C-961E-65D2-3D49-D593DD6793A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20" name="Rectangle 1819">
                              <a:extLst>
                                <a:ext uri="{FF2B5EF4-FFF2-40B4-BE49-F238E27FC236}">
                                  <a16:creationId xmlns:a16="http://schemas.microsoft.com/office/drawing/2014/main" id="{9B23A6AB-CD8A-8434-AA6E-57DAB75BA8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21" name="Rectangle 1820">
                              <a:extLst>
                                <a:ext uri="{FF2B5EF4-FFF2-40B4-BE49-F238E27FC236}">
                                  <a16:creationId xmlns:a16="http://schemas.microsoft.com/office/drawing/2014/main" id="{4434EBC1-AC1A-A238-CC33-612E92A64A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22" name="Rectangle 1821">
                              <a:extLst>
                                <a:ext uri="{FF2B5EF4-FFF2-40B4-BE49-F238E27FC236}">
                                  <a16:creationId xmlns:a16="http://schemas.microsoft.com/office/drawing/2014/main" id="{77E78523-2165-9BDE-4C0A-F9B0CB8C58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23" name="Rectangle 1822">
                              <a:extLst>
                                <a:ext uri="{FF2B5EF4-FFF2-40B4-BE49-F238E27FC236}">
                                  <a16:creationId xmlns:a16="http://schemas.microsoft.com/office/drawing/2014/main" id="{06342A4B-9A2D-FAA9-2281-820A1E00B4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24" name="Rectangle 1823">
                              <a:extLst>
                                <a:ext uri="{FF2B5EF4-FFF2-40B4-BE49-F238E27FC236}">
                                  <a16:creationId xmlns:a16="http://schemas.microsoft.com/office/drawing/2014/main" id="{CE680814-5BDE-7D5A-28A0-ED15A5679F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25" name="Rectangle 1824">
                              <a:extLst>
                                <a:ext uri="{FF2B5EF4-FFF2-40B4-BE49-F238E27FC236}">
                                  <a16:creationId xmlns:a16="http://schemas.microsoft.com/office/drawing/2014/main" id="{48A5B789-45A5-1780-FE13-5C570FD0E7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26" name="Rectangle 1825">
                              <a:extLst>
                                <a:ext uri="{FF2B5EF4-FFF2-40B4-BE49-F238E27FC236}">
                                  <a16:creationId xmlns:a16="http://schemas.microsoft.com/office/drawing/2014/main" id="{5D7A85FD-4E61-A20E-56E2-DC26800DCF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27" name="Rectangle 1826">
                              <a:extLst>
                                <a:ext uri="{FF2B5EF4-FFF2-40B4-BE49-F238E27FC236}">
                                  <a16:creationId xmlns:a16="http://schemas.microsoft.com/office/drawing/2014/main" id="{CD613672-F3E8-B19E-29C3-86FA94A9C6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28" name="Rectangle 1827">
                              <a:extLst>
                                <a:ext uri="{FF2B5EF4-FFF2-40B4-BE49-F238E27FC236}">
                                  <a16:creationId xmlns:a16="http://schemas.microsoft.com/office/drawing/2014/main" id="{8AEA793D-8AD8-0DA2-A4C3-5E7F4E81BA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  <p:grpSp>
                      <p:nvGrpSpPr>
                        <p:cNvPr id="1794" name="Group 1793">
                          <a:extLst>
                            <a:ext uri="{FF2B5EF4-FFF2-40B4-BE49-F238E27FC236}">
                              <a16:creationId xmlns:a16="http://schemas.microsoft.com/office/drawing/2014/main" id="{65DB01A5-C3F8-901F-EE5E-46673995C9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95" name="Group 1794">
                            <a:extLst>
                              <a:ext uri="{FF2B5EF4-FFF2-40B4-BE49-F238E27FC236}">
                                <a16:creationId xmlns:a16="http://schemas.microsoft.com/office/drawing/2014/main" id="{82C679AA-B41F-C9B5-07B4-CD8D57A70C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07" name="Rectangle 1806">
                              <a:extLst>
                                <a:ext uri="{FF2B5EF4-FFF2-40B4-BE49-F238E27FC236}">
                                  <a16:creationId xmlns:a16="http://schemas.microsoft.com/office/drawing/2014/main" id="{2FFEDC19-7D09-0365-4183-C429FAD27A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08" name="Rectangle 1807">
                              <a:extLst>
                                <a:ext uri="{FF2B5EF4-FFF2-40B4-BE49-F238E27FC236}">
                                  <a16:creationId xmlns:a16="http://schemas.microsoft.com/office/drawing/2014/main" id="{3A56160C-B66D-FAA2-56FD-C40D731593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09" name="Rectangle 1808">
                              <a:extLst>
                                <a:ext uri="{FF2B5EF4-FFF2-40B4-BE49-F238E27FC236}">
                                  <a16:creationId xmlns:a16="http://schemas.microsoft.com/office/drawing/2014/main" id="{85686B7E-B098-83D8-8EC0-B312455261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10" name="Rectangle 1809">
                              <a:extLst>
                                <a:ext uri="{FF2B5EF4-FFF2-40B4-BE49-F238E27FC236}">
                                  <a16:creationId xmlns:a16="http://schemas.microsoft.com/office/drawing/2014/main" id="{341AD4CA-9EDD-CDC0-84AD-405BAA6050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11" name="Rectangle 1810">
                              <a:extLst>
                                <a:ext uri="{FF2B5EF4-FFF2-40B4-BE49-F238E27FC236}">
                                  <a16:creationId xmlns:a16="http://schemas.microsoft.com/office/drawing/2014/main" id="{C1EE4C15-D499-4364-31A9-C9F2C39F9F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12" name="Rectangle 1811">
                              <a:extLst>
                                <a:ext uri="{FF2B5EF4-FFF2-40B4-BE49-F238E27FC236}">
                                  <a16:creationId xmlns:a16="http://schemas.microsoft.com/office/drawing/2014/main" id="{92CD13FC-0A8D-5B09-531C-799E9B814B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13" name="Rectangle 1812">
                              <a:extLst>
                                <a:ext uri="{FF2B5EF4-FFF2-40B4-BE49-F238E27FC236}">
                                  <a16:creationId xmlns:a16="http://schemas.microsoft.com/office/drawing/2014/main" id="{4E5C459E-8D30-591B-CA05-05C62EE83F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14" name="Rectangle 1813">
                              <a:extLst>
                                <a:ext uri="{FF2B5EF4-FFF2-40B4-BE49-F238E27FC236}">
                                  <a16:creationId xmlns:a16="http://schemas.microsoft.com/office/drawing/2014/main" id="{C23B96A9-C240-4F0E-1EA8-C94EE29131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15" name="Rectangle 1814">
                              <a:extLst>
                                <a:ext uri="{FF2B5EF4-FFF2-40B4-BE49-F238E27FC236}">
                                  <a16:creationId xmlns:a16="http://schemas.microsoft.com/office/drawing/2014/main" id="{194A8B40-6990-AE6F-3E7B-1E86EB17E0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16" name="Rectangle 1815">
                              <a:extLst>
                                <a:ext uri="{FF2B5EF4-FFF2-40B4-BE49-F238E27FC236}">
                                  <a16:creationId xmlns:a16="http://schemas.microsoft.com/office/drawing/2014/main" id="{725482DA-C863-9B80-18A1-6B0CCF7C72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796" name="Group 1795">
                            <a:extLst>
                              <a:ext uri="{FF2B5EF4-FFF2-40B4-BE49-F238E27FC236}">
                                <a16:creationId xmlns:a16="http://schemas.microsoft.com/office/drawing/2014/main" id="{2A1A7FBF-C2D6-8CB9-B01A-77F1455ED4D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97" name="Rectangle 1796">
                              <a:extLst>
                                <a:ext uri="{FF2B5EF4-FFF2-40B4-BE49-F238E27FC236}">
                                  <a16:creationId xmlns:a16="http://schemas.microsoft.com/office/drawing/2014/main" id="{97E1AF15-0C7C-86C3-5C09-12846EBFC8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98" name="Rectangle 1797">
                              <a:extLst>
                                <a:ext uri="{FF2B5EF4-FFF2-40B4-BE49-F238E27FC236}">
                                  <a16:creationId xmlns:a16="http://schemas.microsoft.com/office/drawing/2014/main" id="{5ED83678-55D3-9074-2589-FB93F9C9254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99" name="Rectangle 1798">
                              <a:extLst>
                                <a:ext uri="{FF2B5EF4-FFF2-40B4-BE49-F238E27FC236}">
                                  <a16:creationId xmlns:a16="http://schemas.microsoft.com/office/drawing/2014/main" id="{A09C8C12-5F83-AE99-EE3C-64A95132A8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00" name="Rectangle 1799">
                              <a:extLst>
                                <a:ext uri="{FF2B5EF4-FFF2-40B4-BE49-F238E27FC236}">
                                  <a16:creationId xmlns:a16="http://schemas.microsoft.com/office/drawing/2014/main" id="{1BFDCA25-BB5A-917E-3C29-E746648233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01" name="Rectangle 1800">
                              <a:extLst>
                                <a:ext uri="{FF2B5EF4-FFF2-40B4-BE49-F238E27FC236}">
                                  <a16:creationId xmlns:a16="http://schemas.microsoft.com/office/drawing/2014/main" id="{69CF0368-BA5A-382B-E1C4-7F113CA120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02" name="Rectangle 1801">
                              <a:extLst>
                                <a:ext uri="{FF2B5EF4-FFF2-40B4-BE49-F238E27FC236}">
                                  <a16:creationId xmlns:a16="http://schemas.microsoft.com/office/drawing/2014/main" id="{6271ED75-1483-0648-A6F2-73DDF8FE27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03" name="Rectangle 1802">
                              <a:extLst>
                                <a:ext uri="{FF2B5EF4-FFF2-40B4-BE49-F238E27FC236}">
                                  <a16:creationId xmlns:a16="http://schemas.microsoft.com/office/drawing/2014/main" id="{0EC45A34-5517-61CB-A1F6-5777567A46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04" name="Rectangle 1803">
                              <a:extLst>
                                <a:ext uri="{FF2B5EF4-FFF2-40B4-BE49-F238E27FC236}">
                                  <a16:creationId xmlns:a16="http://schemas.microsoft.com/office/drawing/2014/main" id="{79D7317B-BA46-2229-9A71-22986F47976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05" name="Rectangle 1804">
                              <a:extLst>
                                <a:ext uri="{FF2B5EF4-FFF2-40B4-BE49-F238E27FC236}">
                                  <a16:creationId xmlns:a16="http://schemas.microsoft.com/office/drawing/2014/main" id="{825F1E88-BDC6-65E0-EDAB-18CAF24508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806" name="Rectangle 1805">
                              <a:extLst>
                                <a:ext uri="{FF2B5EF4-FFF2-40B4-BE49-F238E27FC236}">
                                  <a16:creationId xmlns:a16="http://schemas.microsoft.com/office/drawing/2014/main" id="{E61ABDA2-5085-9A7B-CA12-9977C868090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696" name="Group 1695">
                      <a:extLst>
                        <a:ext uri="{FF2B5EF4-FFF2-40B4-BE49-F238E27FC236}">
                          <a16:creationId xmlns:a16="http://schemas.microsoft.com/office/drawing/2014/main" id="{29B9ACC2-9783-2361-071A-C8BEE35A076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697" name="Group 1696">
                        <a:extLst>
                          <a:ext uri="{FF2B5EF4-FFF2-40B4-BE49-F238E27FC236}">
                            <a16:creationId xmlns:a16="http://schemas.microsoft.com/office/drawing/2014/main" id="{DBD5B6C0-4B74-C8F7-DAF2-C9619D58535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745" name="Group 1744">
                          <a:extLst>
                            <a:ext uri="{FF2B5EF4-FFF2-40B4-BE49-F238E27FC236}">
                              <a16:creationId xmlns:a16="http://schemas.microsoft.com/office/drawing/2014/main" id="{8C4797B4-5091-494E-4F24-5C5C42CDF7E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769" name="Group 1768">
                            <a:extLst>
                              <a:ext uri="{FF2B5EF4-FFF2-40B4-BE49-F238E27FC236}">
                                <a16:creationId xmlns:a16="http://schemas.microsoft.com/office/drawing/2014/main" id="{C6042F3F-C115-ACD9-6B66-4B0B1A704EF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81" name="Rectangle 1780">
                              <a:extLst>
                                <a:ext uri="{FF2B5EF4-FFF2-40B4-BE49-F238E27FC236}">
                                  <a16:creationId xmlns:a16="http://schemas.microsoft.com/office/drawing/2014/main" id="{9795FB48-AA34-7262-5C4B-BAF34168A1A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82" name="Rectangle 1781">
                              <a:extLst>
                                <a:ext uri="{FF2B5EF4-FFF2-40B4-BE49-F238E27FC236}">
                                  <a16:creationId xmlns:a16="http://schemas.microsoft.com/office/drawing/2014/main" id="{BE0A7AF6-07FD-EEA4-E175-5F3CA25CA3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83" name="Rectangle 1782">
                              <a:extLst>
                                <a:ext uri="{FF2B5EF4-FFF2-40B4-BE49-F238E27FC236}">
                                  <a16:creationId xmlns:a16="http://schemas.microsoft.com/office/drawing/2014/main" id="{FB60238A-44F4-A132-27FE-E73817D395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84" name="Rectangle 1783">
                              <a:extLst>
                                <a:ext uri="{FF2B5EF4-FFF2-40B4-BE49-F238E27FC236}">
                                  <a16:creationId xmlns:a16="http://schemas.microsoft.com/office/drawing/2014/main" id="{F5C457D7-6BD2-D2E7-FB6B-7A3A4217A53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85" name="Rectangle 1784">
                              <a:extLst>
                                <a:ext uri="{FF2B5EF4-FFF2-40B4-BE49-F238E27FC236}">
                                  <a16:creationId xmlns:a16="http://schemas.microsoft.com/office/drawing/2014/main" id="{672AE2D0-413C-F566-714B-D1B90E32F7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86" name="Rectangle 1785">
                              <a:extLst>
                                <a:ext uri="{FF2B5EF4-FFF2-40B4-BE49-F238E27FC236}">
                                  <a16:creationId xmlns:a16="http://schemas.microsoft.com/office/drawing/2014/main" id="{6AF27AFA-0074-443B-92BA-53D2EAD895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87" name="Rectangle 1786">
                              <a:extLst>
                                <a:ext uri="{FF2B5EF4-FFF2-40B4-BE49-F238E27FC236}">
                                  <a16:creationId xmlns:a16="http://schemas.microsoft.com/office/drawing/2014/main" id="{0B4077B5-43EC-713D-F9E9-A517920763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88" name="Rectangle 1787">
                              <a:extLst>
                                <a:ext uri="{FF2B5EF4-FFF2-40B4-BE49-F238E27FC236}">
                                  <a16:creationId xmlns:a16="http://schemas.microsoft.com/office/drawing/2014/main" id="{284909B0-64A0-E56B-631B-B13F4BCFFB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89" name="Rectangle 1788">
                              <a:extLst>
                                <a:ext uri="{FF2B5EF4-FFF2-40B4-BE49-F238E27FC236}">
                                  <a16:creationId xmlns:a16="http://schemas.microsoft.com/office/drawing/2014/main" id="{436D061C-35AA-3E18-93EF-717AFF3EB5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90" name="Rectangle 1789">
                              <a:extLst>
                                <a:ext uri="{FF2B5EF4-FFF2-40B4-BE49-F238E27FC236}">
                                  <a16:creationId xmlns:a16="http://schemas.microsoft.com/office/drawing/2014/main" id="{D57D3062-1BED-02DC-EAA2-93794919D1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770" name="Group 1769">
                            <a:extLst>
                              <a:ext uri="{FF2B5EF4-FFF2-40B4-BE49-F238E27FC236}">
                                <a16:creationId xmlns:a16="http://schemas.microsoft.com/office/drawing/2014/main" id="{AA2053A6-398C-FC32-0776-929E6153D37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71" name="Rectangle 1770">
                              <a:extLst>
                                <a:ext uri="{FF2B5EF4-FFF2-40B4-BE49-F238E27FC236}">
                                  <a16:creationId xmlns:a16="http://schemas.microsoft.com/office/drawing/2014/main" id="{ACE87F43-316F-36FD-CCBA-3D901E7C4C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72" name="Rectangle 1771">
                              <a:extLst>
                                <a:ext uri="{FF2B5EF4-FFF2-40B4-BE49-F238E27FC236}">
                                  <a16:creationId xmlns:a16="http://schemas.microsoft.com/office/drawing/2014/main" id="{23937487-1E73-20F8-7809-F8A89CF273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73" name="Rectangle 1772">
                              <a:extLst>
                                <a:ext uri="{FF2B5EF4-FFF2-40B4-BE49-F238E27FC236}">
                                  <a16:creationId xmlns:a16="http://schemas.microsoft.com/office/drawing/2014/main" id="{5AFE1A72-3CB5-4638-28C0-753C5E7308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74" name="Rectangle 1773">
                              <a:extLst>
                                <a:ext uri="{FF2B5EF4-FFF2-40B4-BE49-F238E27FC236}">
                                  <a16:creationId xmlns:a16="http://schemas.microsoft.com/office/drawing/2014/main" id="{279E0389-45A7-B1B3-1AC4-6E044B84E9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75" name="Rectangle 1774">
                              <a:extLst>
                                <a:ext uri="{FF2B5EF4-FFF2-40B4-BE49-F238E27FC236}">
                                  <a16:creationId xmlns:a16="http://schemas.microsoft.com/office/drawing/2014/main" id="{68E795A0-9717-2B4A-124D-57B0D64E93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76" name="Rectangle 1775">
                              <a:extLst>
                                <a:ext uri="{FF2B5EF4-FFF2-40B4-BE49-F238E27FC236}">
                                  <a16:creationId xmlns:a16="http://schemas.microsoft.com/office/drawing/2014/main" id="{A968D60B-1392-051F-5447-5432EA7962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77" name="Rectangle 1776">
                              <a:extLst>
                                <a:ext uri="{FF2B5EF4-FFF2-40B4-BE49-F238E27FC236}">
                                  <a16:creationId xmlns:a16="http://schemas.microsoft.com/office/drawing/2014/main" id="{90B48803-BF10-2E22-2095-B012E7DA6C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78" name="Rectangle 1777">
                              <a:extLst>
                                <a:ext uri="{FF2B5EF4-FFF2-40B4-BE49-F238E27FC236}">
                                  <a16:creationId xmlns:a16="http://schemas.microsoft.com/office/drawing/2014/main" id="{24826692-3419-FE47-99A4-88F1D507396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79" name="Rectangle 1778">
                              <a:extLst>
                                <a:ext uri="{FF2B5EF4-FFF2-40B4-BE49-F238E27FC236}">
                                  <a16:creationId xmlns:a16="http://schemas.microsoft.com/office/drawing/2014/main" id="{F9591F34-359F-86B9-B20D-F642DA4F04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80" name="Rectangle 1779">
                              <a:extLst>
                                <a:ext uri="{FF2B5EF4-FFF2-40B4-BE49-F238E27FC236}">
                                  <a16:creationId xmlns:a16="http://schemas.microsoft.com/office/drawing/2014/main" id="{B2418B91-CE34-2171-5D5E-12E65BDC06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  <p:grpSp>
                      <p:nvGrpSpPr>
                        <p:cNvPr id="1746" name="Group 1745">
                          <a:extLst>
                            <a:ext uri="{FF2B5EF4-FFF2-40B4-BE49-F238E27FC236}">
                              <a16:creationId xmlns:a16="http://schemas.microsoft.com/office/drawing/2014/main" id="{999AE7D3-5AA4-CF4B-9CBA-110E7007D5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47" name="Group 1746">
                            <a:extLst>
                              <a:ext uri="{FF2B5EF4-FFF2-40B4-BE49-F238E27FC236}">
                                <a16:creationId xmlns:a16="http://schemas.microsoft.com/office/drawing/2014/main" id="{B06E5C3B-46A4-3A8F-4244-B6126B12A70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59" name="Rectangle 1758">
                              <a:extLst>
                                <a:ext uri="{FF2B5EF4-FFF2-40B4-BE49-F238E27FC236}">
                                  <a16:creationId xmlns:a16="http://schemas.microsoft.com/office/drawing/2014/main" id="{C1B8EFAD-B0AC-B903-2743-C0928334D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60" name="Rectangle 1759">
                              <a:extLst>
                                <a:ext uri="{FF2B5EF4-FFF2-40B4-BE49-F238E27FC236}">
                                  <a16:creationId xmlns:a16="http://schemas.microsoft.com/office/drawing/2014/main" id="{2CE36924-3078-2C7C-917C-216EDC6296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61" name="Rectangle 1760">
                              <a:extLst>
                                <a:ext uri="{FF2B5EF4-FFF2-40B4-BE49-F238E27FC236}">
                                  <a16:creationId xmlns:a16="http://schemas.microsoft.com/office/drawing/2014/main" id="{BAB94207-130F-BBB8-A32B-757A0E9CF13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62" name="Rectangle 1761">
                              <a:extLst>
                                <a:ext uri="{FF2B5EF4-FFF2-40B4-BE49-F238E27FC236}">
                                  <a16:creationId xmlns:a16="http://schemas.microsoft.com/office/drawing/2014/main" id="{FBAFB41D-6684-1E68-0143-051AAFFC20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63" name="Rectangle 1762">
                              <a:extLst>
                                <a:ext uri="{FF2B5EF4-FFF2-40B4-BE49-F238E27FC236}">
                                  <a16:creationId xmlns:a16="http://schemas.microsoft.com/office/drawing/2014/main" id="{C0F5DC74-6756-A9A5-7E20-F44BFD8C41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64" name="Rectangle 1763">
                              <a:extLst>
                                <a:ext uri="{FF2B5EF4-FFF2-40B4-BE49-F238E27FC236}">
                                  <a16:creationId xmlns:a16="http://schemas.microsoft.com/office/drawing/2014/main" id="{4895BACE-12F8-CD8E-75AE-17B6664E3A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65" name="Rectangle 1764">
                              <a:extLst>
                                <a:ext uri="{FF2B5EF4-FFF2-40B4-BE49-F238E27FC236}">
                                  <a16:creationId xmlns:a16="http://schemas.microsoft.com/office/drawing/2014/main" id="{66BC4327-C82F-2E35-2427-79BCAF7676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66" name="Rectangle 1765">
                              <a:extLst>
                                <a:ext uri="{FF2B5EF4-FFF2-40B4-BE49-F238E27FC236}">
                                  <a16:creationId xmlns:a16="http://schemas.microsoft.com/office/drawing/2014/main" id="{25354B47-370F-B1B7-63BB-BCC6FAFD83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67" name="Rectangle 1766">
                              <a:extLst>
                                <a:ext uri="{FF2B5EF4-FFF2-40B4-BE49-F238E27FC236}">
                                  <a16:creationId xmlns:a16="http://schemas.microsoft.com/office/drawing/2014/main" id="{0294F24F-BE97-1882-356D-DE5FEF13CB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68" name="Rectangle 1767">
                              <a:extLst>
                                <a:ext uri="{FF2B5EF4-FFF2-40B4-BE49-F238E27FC236}">
                                  <a16:creationId xmlns:a16="http://schemas.microsoft.com/office/drawing/2014/main" id="{CDE84CFA-6311-18C0-F982-68E4610A98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748" name="Group 1747">
                            <a:extLst>
                              <a:ext uri="{FF2B5EF4-FFF2-40B4-BE49-F238E27FC236}">
                                <a16:creationId xmlns:a16="http://schemas.microsoft.com/office/drawing/2014/main" id="{C095C21F-80BF-B783-D570-DA9FA992727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49" name="Rectangle 1748">
                              <a:extLst>
                                <a:ext uri="{FF2B5EF4-FFF2-40B4-BE49-F238E27FC236}">
                                  <a16:creationId xmlns:a16="http://schemas.microsoft.com/office/drawing/2014/main" id="{51253B82-2795-CF6E-B22A-F86F330E83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50" name="Rectangle 1749">
                              <a:extLst>
                                <a:ext uri="{FF2B5EF4-FFF2-40B4-BE49-F238E27FC236}">
                                  <a16:creationId xmlns:a16="http://schemas.microsoft.com/office/drawing/2014/main" id="{8D034E7F-FDB4-1133-C4AE-7C481A1D2CE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51" name="Rectangle 1750">
                              <a:extLst>
                                <a:ext uri="{FF2B5EF4-FFF2-40B4-BE49-F238E27FC236}">
                                  <a16:creationId xmlns:a16="http://schemas.microsoft.com/office/drawing/2014/main" id="{904F660E-76F6-8E82-5696-A8EE14E4B1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52" name="Rectangle 1751">
                              <a:extLst>
                                <a:ext uri="{FF2B5EF4-FFF2-40B4-BE49-F238E27FC236}">
                                  <a16:creationId xmlns:a16="http://schemas.microsoft.com/office/drawing/2014/main" id="{05C4D8CA-65A4-8456-9BDD-0FD01AFD23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53" name="Rectangle 1752">
                              <a:extLst>
                                <a:ext uri="{FF2B5EF4-FFF2-40B4-BE49-F238E27FC236}">
                                  <a16:creationId xmlns:a16="http://schemas.microsoft.com/office/drawing/2014/main" id="{25423452-E87D-E76E-AF78-ECE52AF633D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54" name="Rectangle 1753">
                              <a:extLst>
                                <a:ext uri="{FF2B5EF4-FFF2-40B4-BE49-F238E27FC236}">
                                  <a16:creationId xmlns:a16="http://schemas.microsoft.com/office/drawing/2014/main" id="{C2E0C937-63CD-E169-51F2-FC3A4E5544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55" name="Rectangle 1754">
                              <a:extLst>
                                <a:ext uri="{FF2B5EF4-FFF2-40B4-BE49-F238E27FC236}">
                                  <a16:creationId xmlns:a16="http://schemas.microsoft.com/office/drawing/2014/main" id="{246B8310-2958-1AD3-6BA1-1B5F3DE5A6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56" name="Rectangle 1755">
                              <a:extLst>
                                <a:ext uri="{FF2B5EF4-FFF2-40B4-BE49-F238E27FC236}">
                                  <a16:creationId xmlns:a16="http://schemas.microsoft.com/office/drawing/2014/main" id="{94F14D23-6FB0-D22A-0A70-7E8A726F6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57" name="Rectangle 1756">
                              <a:extLst>
                                <a:ext uri="{FF2B5EF4-FFF2-40B4-BE49-F238E27FC236}">
                                  <a16:creationId xmlns:a16="http://schemas.microsoft.com/office/drawing/2014/main" id="{94258BE6-7ED9-6F62-854D-3C3BF5C7CFE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58" name="Rectangle 1757">
                              <a:extLst>
                                <a:ext uri="{FF2B5EF4-FFF2-40B4-BE49-F238E27FC236}">
                                  <a16:creationId xmlns:a16="http://schemas.microsoft.com/office/drawing/2014/main" id="{6E5C0CE9-8480-A996-4B90-1788B93120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698" name="Group 1697">
                        <a:extLst>
                          <a:ext uri="{FF2B5EF4-FFF2-40B4-BE49-F238E27FC236}">
                            <a16:creationId xmlns:a16="http://schemas.microsoft.com/office/drawing/2014/main" id="{2D1074A6-05F8-13E5-E105-651C8C7770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699" name="Group 1698">
                          <a:extLst>
                            <a:ext uri="{FF2B5EF4-FFF2-40B4-BE49-F238E27FC236}">
                              <a16:creationId xmlns:a16="http://schemas.microsoft.com/office/drawing/2014/main" id="{0DDAC226-D748-DC78-973D-A4B096AE6C9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723" name="Group 1722">
                            <a:extLst>
                              <a:ext uri="{FF2B5EF4-FFF2-40B4-BE49-F238E27FC236}">
                                <a16:creationId xmlns:a16="http://schemas.microsoft.com/office/drawing/2014/main" id="{8FF5D137-3DFE-BE3A-2BB4-764552D26A2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35" name="Rectangle 1734">
                              <a:extLst>
                                <a:ext uri="{FF2B5EF4-FFF2-40B4-BE49-F238E27FC236}">
                                  <a16:creationId xmlns:a16="http://schemas.microsoft.com/office/drawing/2014/main" id="{9235E450-5F6F-4277-470E-85A26CBD1F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36" name="Rectangle 1735">
                              <a:extLst>
                                <a:ext uri="{FF2B5EF4-FFF2-40B4-BE49-F238E27FC236}">
                                  <a16:creationId xmlns:a16="http://schemas.microsoft.com/office/drawing/2014/main" id="{57531A29-0CAE-2FC8-3E71-F416304F0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37" name="Rectangle 1736">
                              <a:extLst>
                                <a:ext uri="{FF2B5EF4-FFF2-40B4-BE49-F238E27FC236}">
                                  <a16:creationId xmlns:a16="http://schemas.microsoft.com/office/drawing/2014/main" id="{EC1D80A4-DF86-45B1-8A44-498ED2A41F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38" name="Rectangle 1737">
                              <a:extLst>
                                <a:ext uri="{FF2B5EF4-FFF2-40B4-BE49-F238E27FC236}">
                                  <a16:creationId xmlns:a16="http://schemas.microsoft.com/office/drawing/2014/main" id="{FDF63803-4718-863A-1DD6-4D90EDDF20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39" name="Rectangle 1738">
                              <a:extLst>
                                <a:ext uri="{FF2B5EF4-FFF2-40B4-BE49-F238E27FC236}">
                                  <a16:creationId xmlns:a16="http://schemas.microsoft.com/office/drawing/2014/main" id="{60F11D7D-2888-B7D8-53AF-C9AFF2676C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40" name="Rectangle 1739">
                              <a:extLst>
                                <a:ext uri="{FF2B5EF4-FFF2-40B4-BE49-F238E27FC236}">
                                  <a16:creationId xmlns:a16="http://schemas.microsoft.com/office/drawing/2014/main" id="{19D3284D-8999-3C90-EF27-B2FD978B5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41" name="Rectangle 1740">
                              <a:extLst>
                                <a:ext uri="{FF2B5EF4-FFF2-40B4-BE49-F238E27FC236}">
                                  <a16:creationId xmlns:a16="http://schemas.microsoft.com/office/drawing/2014/main" id="{A275064D-266F-E2E9-3C52-630FFC4EE7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42" name="Rectangle 1741">
                              <a:extLst>
                                <a:ext uri="{FF2B5EF4-FFF2-40B4-BE49-F238E27FC236}">
                                  <a16:creationId xmlns:a16="http://schemas.microsoft.com/office/drawing/2014/main" id="{04A6FE37-9EB0-F728-E821-534ABC6B61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43" name="Rectangle 1742">
                              <a:extLst>
                                <a:ext uri="{FF2B5EF4-FFF2-40B4-BE49-F238E27FC236}">
                                  <a16:creationId xmlns:a16="http://schemas.microsoft.com/office/drawing/2014/main" id="{B9C86BCB-3088-3B36-3976-DC68A96FC9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44" name="Rectangle 1743">
                              <a:extLst>
                                <a:ext uri="{FF2B5EF4-FFF2-40B4-BE49-F238E27FC236}">
                                  <a16:creationId xmlns:a16="http://schemas.microsoft.com/office/drawing/2014/main" id="{00D2A1C2-4A2A-D369-0942-C137D1D8B5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724" name="Group 1723">
                            <a:extLst>
                              <a:ext uri="{FF2B5EF4-FFF2-40B4-BE49-F238E27FC236}">
                                <a16:creationId xmlns:a16="http://schemas.microsoft.com/office/drawing/2014/main" id="{ACD9E6FC-9ED3-271C-50AA-989C6760BDE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25" name="Rectangle 1724">
                              <a:extLst>
                                <a:ext uri="{FF2B5EF4-FFF2-40B4-BE49-F238E27FC236}">
                                  <a16:creationId xmlns:a16="http://schemas.microsoft.com/office/drawing/2014/main" id="{CF2758C3-C3AA-0C6A-D8F4-273C949589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26" name="Rectangle 1725">
                              <a:extLst>
                                <a:ext uri="{FF2B5EF4-FFF2-40B4-BE49-F238E27FC236}">
                                  <a16:creationId xmlns:a16="http://schemas.microsoft.com/office/drawing/2014/main" id="{A24F26CF-633E-95CA-E72A-08D97894F6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27" name="Rectangle 1726">
                              <a:extLst>
                                <a:ext uri="{FF2B5EF4-FFF2-40B4-BE49-F238E27FC236}">
                                  <a16:creationId xmlns:a16="http://schemas.microsoft.com/office/drawing/2014/main" id="{0C3AFE01-E7A3-E199-12E6-C47864C9ED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28" name="Rectangle 1727">
                              <a:extLst>
                                <a:ext uri="{FF2B5EF4-FFF2-40B4-BE49-F238E27FC236}">
                                  <a16:creationId xmlns:a16="http://schemas.microsoft.com/office/drawing/2014/main" id="{96A46D2A-BA98-265E-9CF3-05EF91F2DC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29" name="Rectangle 1728">
                              <a:extLst>
                                <a:ext uri="{FF2B5EF4-FFF2-40B4-BE49-F238E27FC236}">
                                  <a16:creationId xmlns:a16="http://schemas.microsoft.com/office/drawing/2014/main" id="{05A52F11-26DE-6995-83B2-7D7E5EDFF1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30" name="Rectangle 1729">
                              <a:extLst>
                                <a:ext uri="{FF2B5EF4-FFF2-40B4-BE49-F238E27FC236}">
                                  <a16:creationId xmlns:a16="http://schemas.microsoft.com/office/drawing/2014/main" id="{20BD9240-8441-632A-E851-6CA6BA7E9B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31" name="Rectangle 1730">
                              <a:extLst>
                                <a:ext uri="{FF2B5EF4-FFF2-40B4-BE49-F238E27FC236}">
                                  <a16:creationId xmlns:a16="http://schemas.microsoft.com/office/drawing/2014/main" id="{42ED3BED-C3D7-63E2-8AAB-A21539C845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32" name="Rectangle 1731">
                              <a:extLst>
                                <a:ext uri="{FF2B5EF4-FFF2-40B4-BE49-F238E27FC236}">
                                  <a16:creationId xmlns:a16="http://schemas.microsoft.com/office/drawing/2014/main" id="{5521853D-E8F5-E1F5-08BE-B0A78180521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33" name="Rectangle 1732">
                              <a:extLst>
                                <a:ext uri="{FF2B5EF4-FFF2-40B4-BE49-F238E27FC236}">
                                  <a16:creationId xmlns:a16="http://schemas.microsoft.com/office/drawing/2014/main" id="{F6FC2938-A1AB-B58F-6BEA-33526FF1BF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34" name="Rectangle 1733">
                              <a:extLst>
                                <a:ext uri="{FF2B5EF4-FFF2-40B4-BE49-F238E27FC236}">
                                  <a16:creationId xmlns:a16="http://schemas.microsoft.com/office/drawing/2014/main" id="{7092AB2A-69DF-C31C-681E-510B4C6FD1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  <p:grpSp>
                      <p:nvGrpSpPr>
                        <p:cNvPr id="1700" name="Group 1699">
                          <a:extLst>
                            <a:ext uri="{FF2B5EF4-FFF2-40B4-BE49-F238E27FC236}">
                              <a16:creationId xmlns:a16="http://schemas.microsoft.com/office/drawing/2014/main" id="{3A2411EB-57A7-0A4C-F740-900D683A7A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01" name="Group 1700">
                            <a:extLst>
                              <a:ext uri="{FF2B5EF4-FFF2-40B4-BE49-F238E27FC236}">
                                <a16:creationId xmlns:a16="http://schemas.microsoft.com/office/drawing/2014/main" id="{AD578D91-6474-F646-2B4F-612C3CB681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13" name="Rectangle 1712">
                              <a:extLst>
                                <a:ext uri="{FF2B5EF4-FFF2-40B4-BE49-F238E27FC236}">
                                  <a16:creationId xmlns:a16="http://schemas.microsoft.com/office/drawing/2014/main" id="{E68A8FD5-06C2-67CC-654B-607CA3E207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14" name="Rectangle 1713">
                              <a:extLst>
                                <a:ext uri="{FF2B5EF4-FFF2-40B4-BE49-F238E27FC236}">
                                  <a16:creationId xmlns:a16="http://schemas.microsoft.com/office/drawing/2014/main" id="{92042AAC-07F9-2AEE-5042-96D2A774047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15" name="Rectangle 1714">
                              <a:extLst>
                                <a:ext uri="{FF2B5EF4-FFF2-40B4-BE49-F238E27FC236}">
                                  <a16:creationId xmlns:a16="http://schemas.microsoft.com/office/drawing/2014/main" id="{54FFAE11-FC03-17EB-E247-F0DF36EEF8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16" name="Rectangle 1715">
                              <a:extLst>
                                <a:ext uri="{FF2B5EF4-FFF2-40B4-BE49-F238E27FC236}">
                                  <a16:creationId xmlns:a16="http://schemas.microsoft.com/office/drawing/2014/main" id="{1BCCBD2A-2B0B-AB2D-5D3B-4E3319D945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17" name="Rectangle 1716">
                              <a:extLst>
                                <a:ext uri="{FF2B5EF4-FFF2-40B4-BE49-F238E27FC236}">
                                  <a16:creationId xmlns:a16="http://schemas.microsoft.com/office/drawing/2014/main" id="{36E79C54-815D-C0AA-1A8F-F94958FD59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18" name="Rectangle 1717">
                              <a:extLst>
                                <a:ext uri="{FF2B5EF4-FFF2-40B4-BE49-F238E27FC236}">
                                  <a16:creationId xmlns:a16="http://schemas.microsoft.com/office/drawing/2014/main" id="{A64F9B82-EC9E-DA4A-2733-7057A4D32A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19" name="Rectangle 1718">
                              <a:extLst>
                                <a:ext uri="{FF2B5EF4-FFF2-40B4-BE49-F238E27FC236}">
                                  <a16:creationId xmlns:a16="http://schemas.microsoft.com/office/drawing/2014/main" id="{CF6837F6-C27B-D0C3-A5AB-59C190E72C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20" name="Rectangle 1719">
                              <a:extLst>
                                <a:ext uri="{FF2B5EF4-FFF2-40B4-BE49-F238E27FC236}">
                                  <a16:creationId xmlns:a16="http://schemas.microsoft.com/office/drawing/2014/main" id="{E37561DA-7892-5C75-863C-D540D27F3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21" name="Rectangle 1720">
                              <a:extLst>
                                <a:ext uri="{FF2B5EF4-FFF2-40B4-BE49-F238E27FC236}">
                                  <a16:creationId xmlns:a16="http://schemas.microsoft.com/office/drawing/2014/main" id="{98966797-8A2B-4830-6D34-93841A56E2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22" name="Rectangle 1721">
                              <a:extLst>
                                <a:ext uri="{FF2B5EF4-FFF2-40B4-BE49-F238E27FC236}">
                                  <a16:creationId xmlns:a16="http://schemas.microsoft.com/office/drawing/2014/main" id="{DD1EF3C4-601F-3789-C28D-81E7A80D0A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  <p:grpSp>
                        <p:nvGrpSpPr>
                          <p:cNvPr id="1702" name="Group 1701">
                            <a:extLst>
                              <a:ext uri="{FF2B5EF4-FFF2-40B4-BE49-F238E27FC236}">
                                <a16:creationId xmlns:a16="http://schemas.microsoft.com/office/drawing/2014/main" id="{610438CB-FB72-0AF9-F15A-4F5F2F815C5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03" name="Rectangle 1702">
                              <a:extLst>
                                <a:ext uri="{FF2B5EF4-FFF2-40B4-BE49-F238E27FC236}">
                                  <a16:creationId xmlns:a16="http://schemas.microsoft.com/office/drawing/2014/main" id="{CF56DF31-1623-95A3-DCC0-D2FA10F24A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04" name="Rectangle 1703">
                              <a:extLst>
                                <a:ext uri="{FF2B5EF4-FFF2-40B4-BE49-F238E27FC236}">
                                  <a16:creationId xmlns:a16="http://schemas.microsoft.com/office/drawing/2014/main" id="{E577B066-AA06-D31F-E4E3-028CDB903F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05" name="Rectangle 1704">
                              <a:extLst>
                                <a:ext uri="{FF2B5EF4-FFF2-40B4-BE49-F238E27FC236}">
                                  <a16:creationId xmlns:a16="http://schemas.microsoft.com/office/drawing/2014/main" id="{07069A37-91FB-83B7-3B0F-E644D1E989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06" name="Rectangle 1705">
                              <a:extLst>
                                <a:ext uri="{FF2B5EF4-FFF2-40B4-BE49-F238E27FC236}">
                                  <a16:creationId xmlns:a16="http://schemas.microsoft.com/office/drawing/2014/main" id="{E0249342-2E6F-D7A3-88EC-4CD8CE410A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07" name="Rectangle 1706">
                              <a:extLst>
                                <a:ext uri="{FF2B5EF4-FFF2-40B4-BE49-F238E27FC236}">
                                  <a16:creationId xmlns:a16="http://schemas.microsoft.com/office/drawing/2014/main" id="{DC89D5A7-307D-8959-5A60-2D8DE56719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08" name="Rectangle 1707">
                              <a:extLst>
                                <a:ext uri="{FF2B5EF4-FFF2-40B4-BE49-F238E27FC236}">
                                  <a16:creationId xmlns:a16="http://schemas.microsoft.com/office/drawing/2014/main" id="{336188C7-5DAA-5E39-9080-ADE0D00B7E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09" name="Rectangle 1708">
                              <a:extLst>
                                <a:ext uri="{FF2B5EF4-FFF2-40B4-BE49-F238E27FC236}">
                                  <a16:creationId xmlns:a16="http://schemas.microsoft.com/office/drawing/2014/main" id="{6077211A-DBFA-0EDE-38B2-1038368029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10" name="Rectangle 1709">
                              <a:extLst>
                                <a:ext uri="{FF2B5EF4-FFF2-40B4-BE49-F238E27FC236}">
                                  <a16:creationId xmlns:a16="http://schemas.microsoft.com/office/drawing/2014/main" id="{E26BBE82-7CF6-39DD-2B3B-22D274FCA0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11" name="Rectangle 1710">
                              <a:extLst>
                                <a:ext uri="{FF2B5EF4-FFF2-40B4-BE49-F238E27FC236}">
                                  <a16:creationId xmlns:a16="http://schemas.microsoft.com/office/drawing/2014/main" id="{ED4D6194-08C0-3C1D-552E-060AA7FA79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  <p:sp>
                          <p:nvSpPr>
                            <p:cNvPr id="1712" name="Rectangle 1711">
                              <a:extLst>
                                <a:ext uri="{FF2B5EF4-FFF2-40B4-BE49-F238E27FC236}">
                                  <a16:creationId xmlns:a16="http://schemas.microsoft.com/office/drawing/2014/main" id="{D7866854-F4DD-EBE6-CF8B-78C1D6A8BE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2039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347" name="Group 1346">
                  <a:extLst>
                    <a:ext uri="{FF2B5EF4-FFF2-40B4-BE49-F238E27FC236}">
                      <a16:creationId xmlns:a16="http://schemas.microsoft.com/office/drawing/2014/main" id="{EAE9B68C-3843-57FF-AC10-EED28E1865A4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647" name="Group 1646">
                    <a:extLst>
                      <a:ext uri="{FF2B5EF4-FFF2-40B4-BE49-F238E27FC236}">
                        <a16:creationId xmlns:a16="http://schemas.microsoft.com/office/drawing/2014/main" id="{3BF56FA9-72F6-58E1-1D55-F6666B336940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671" name="Group 1670">
                      <a:extLst>
                        <a:ext uri="{FF2B5EF4-FFF2-40B4-BE49-F238E27FC236}">
                          <a16:creationId xmlns:a16="http://schemas.microsoft.com/office/drawing/2014/main" id="{98397BBA-6332-AF1B-0B6F-EC388FF80A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683" name="Rectangle 1682">
                        <a:extLst>
                          <a:ext uri="{FF2B5EF4-FFF2-40B4-BE49-F238E27FC236}">
                            <a16:creationId xmlns:a16="http://schemas.microsoft.com/office/drawing/2014/main" id="{66CE9353-2EEB-5304-ABA6-E9E581F0E3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84" name="Rectangle 1683">
                        <a:extLst>
                          <a:ext uri="{FF2B5EF4-FFF2-40B4-BE49-F238E27FC236}">
                            <a16:creationId xmlns:a16="http://schemas.microsoft.com/office/drawing/2014/main" id="{04B5AF3B-F029-BA96-B693-33609ACE08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85" name="Rectangle 1684">
                        <a:extLst>
                          <a:ext uri="{FF2B5EF4-FFF2-40B4-BE49-F238E27FC236}">
                            <a16:creationId xmlns:a16="http://schemas.microsoft.com/office/drawing/2014/main" id="{1BB0C4A9-E1D9-B795-73BE-A27091B10A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86" name="Rectangle 1685">
                        <a:extLst>
                          <a:ext uri="{FF2B5EF4-FFF2-40B4-BE49-F238E27FC236}">
                            <a16:creationId xmlns:a16="http://schemas.microsoft.com/office/drawing/2014/main" id="{A6990976-3586-3483-6C0F-5975B62261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87" name="Rectangle 1686">
                        <a:extLst>
                          <a:ext uri="{FF2B5EF4-FFF2-40B4-BE49-F238E27FC236}">
                            <a16:creationId xmlns:a16="http://schemas.microsoft.com/office/drawing/2014/main" id="{57DD03B9-E03B-2034-A9F9-46C4DE66FB4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88" name="Rectangle 1687">
                        <a:extLst>
                          <a:ext uri="{FF2B5EF4-FFF2-40B4-BE49-F238E27FC236}">
                            <a16:creationId xmlns:a16="http://schemas.microsoft.com/office/drawing/2014/main" id="{B476685D-55CA-401E-8D99-4BB83595C2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89" name="Rectangle 1688">
                        <a:extLst>
                          <a:ext uri="{FF2B5EF4-FFF2-40B4-BE49-F238E27FC236}">
                            <a16:creationId xmlns:a16="http://schemas.microsoft.com/office/drawing/2014/main" id="{A74C58AF-B617-FC4A-A71C-52CE8255F3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90" name="Rectangle 1689">
                        <a:extLst>
                          <a:ext uri="{FF2B5EF4-FFF2-40B4-BE49-F238E27FC236}">
                            <a16:creationId xmlns:a16="http://schemas.microsoft.com/office/drawing/2014/main" id="{A6BA1C00-7827-2E73-FA4F-0F6CEFF6E4E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91" name="Rectangle 1690">
                        <a:extLst>
                          <a:ext uri="{FF2B5EF4-FFF2-40B4-BE49-F238E27FC236}">
                            <a16:creationId xmlns:a16="http://schemas.microsoft.com/office/drawing/2014/main" id="{F74BA100-5288-827C-257E-06F033CEC54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92" name="Rectangle 1691">
                        <a:extLst>
                          <a:ext uri="{FF2B5EF4-FFF2-40B4-BE49-F238E27FC236}">
                            <a16:creationId xmlns:a16="http://schemas.microsoft.com/office/drawing/2014/main" id="{6F11DEF6-2E20-F1CA-F513-D6E1CCF905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</p:grpSp>
                <p:grpSp>
                  <p:nvGrpSpPr>
                    <p:cNvPr id="1672" name="Group 1671">
                      <a:extLst>
                        <a:ext uri="{FF2B5EF4-FFF2-40B4-BE49-F238E27FC236}">
                          <a16:creationId xmlns:a16="http://schemas.microsoft.com/office/drawing/2014/main" id="{97AC7D83-E46C-8024-4D4E-939B90B06BE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673" name="Rectangle 1672">
                        <a:extLst>
                          <a:ext uri="{FF2B5EF4-FFF2-40B4-BE49-F238E27FC236}">
                            <a16:creationId xmlns:a16="http://schemas.microsoft.com/office/drawing/2014/main" id="{6296960B-8264-0825-CE1F-BEB77F005DB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74" name="Rectangle 1673">
                        <a:extLst>
                          <a:ext uri="{FF2B5EF4-FFF2-40B4-BE49-F238E27FC236}">
                            <a16:creationId xmlns:a16="http://schemas.microsoft.com/office/drawing/2014/main" id="{B2FB28B5-C921-EE27-F42A-0710E85436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75" name="Rectangle 1674">
                        <a:extLst>
                          <a:ext uri="{FF2B5EF4-FFF2-40B4-BE49-F238E27FC236}">
                            <a16:creationId xmlns:a16="http://schemas.microsoft.com/office/drawing/2014/main" id="{C3DBD2D8-7FBD-26B2-8640-C82AD36779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76" name="Rectangle 1675">
                        <a:extLst>
                          <a:ext uri="{FF2B5EF4-FFF2-40B4-BE49-F238E27FC236}">
                            <a16:creationId xmlns:a16="http://schemas.microsoft.com/office/drawing/2014/main" id="{10B6913B-9688-081D-88F1-CFCFFF2FDF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77" name="Rectangle 1676">
                        <a:extLst>
                          <a:ext uri="{FF2B5EF4-FFF2-40B4-BE49-F238E27FC236}">
                            <a16:creationId xmlns:a16="http://schemas.microsoft.com/office/drawing/2014/main" id="{D86EC038-ECC5-1A71-D51D-C37301E3E46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78" name="Rectangle 1677">
                        <a:extLst>
                          <a:ext uri="{FF2B5EF4-FFF2-40B4-BE49-F238E27FC236}">
                            <a16:creationId xmlns:a16="http://schemas.microsoft.com/office/drawing/2014/main" id="{723230C9-2655-CF38-BB55-4285544FAA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79" name="Rectangle 1678">
                        <a:extLst>
                          <a:ext uri="{FF2B5EF4-FFF2-40B4-BE49-F238E27FC236}">
                            <a16:creationId xmlns:a16="http://schemas.microsoft.com/office/drawing/2014/main" id="{E8302F55-2B22-E5F7-2359-EA1DCB9425A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80" name="Rectangle 1679">
                        <a:extLst>
                          <a:ext uri="{FF2B5EF4-FFF2-40B4-BE49-F238E27FC236}">
                            <a16:creationId xmlns:a16="http://schemas.microsoft.com/office/drawing/2014/main" id="{2133FB33-EF25-EF9B-E965-1E772C8151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81" name="Rectangle 1680">
                        <a:extLst>
                          <a:ext uri="{FF2B5EF4-FFF2-40B4-BE49-F238E27FC236}">
                            <a16:creationId xmlns:a16="http://schemas.microsoft.com/office/drawing/2014/main" id="{E507A1AF-448A-06AE-10D2-0E332829DD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82" name="Rectangle 1681">
                        <a:extLst>
                          <a:ext uri="{FF2B5EF4-FFF2-40B4-BE49-F238E27FC236}">
                            <a16:creationId xmlns:a16="http://schemas.microsoft.com/office/drawing/2014/main" id="{664B88BB-BF81-678C-32EA-5A377B8DD2B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</p:grpSp>
              </p:grpSp>
              <p:grpSp>
                <p:nvGrpSpPr>
                  <p:cNvPr id="1648" name="Group 1647">
                    <a:extLst>
                      <a:ext uri="{FF2B5EF4-FFF2-40B4-BE49-F238E27FC236}">
                        <a16:creationId xmlns:a16="http://schemas.microsoft.com/office/drawing/2014/main" id="{419098AA-3D95-70E0-18D6-E73289473E8C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649" name="Group 1648">
                      <a:extLst>
                        <a:ext uri="{FF2B5EF4-FFF2-40B4-BE49-F238E27FC236}">
                          <a16:creationId xmlns:a16="http://schemas.microsoft.com/office/drawing/2014/main" id="{5092E4CE-AEEA-151D-8CAF-57170BC4E14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661" name="Rectangle 1660">
                        <a:extLst>
                          <a:ext uri="{FF2B5EF4-FFF2-40B4-BE49-F238E27FC236}">
                            <a16:creationId xmlns:a16="http://schemas.microsoft.com/office/drawing/2014/main" id="{16A51928-1E80-59B2-8845-C98B3B8B38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62" name="Rectangle 1661">
                        <a:extLst>
                          <a:ext uri="{FF2B5EF4-FFF2-40B4-BE49-F238E27FC236}">
                            <a16:creationId xmlns:a16="http://schemas.microsoft.com/office/drawing/2014/main" id="{B94769DD-1847-804B-F5DE-D31296A071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63" name="Rectangle 1662">
                        <a:extLst>
                          <a:ext uri="{FF2B5EF4-FFF2-40B4-BE49-F238E27FC236}">
                            <a16:creationId xmlns:a16="http://schemas.microsoft.com/office/drawing/2014/main" id="{E6938631-0BE7-BEE1-20A1-B92B813D73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64" name="Rectangle 1663">
                        <a:extLst>
                          <a:ext uri="{FF2B5EF4-FFF2-40B4-BE49-F238E27FC236}">
                            <a16:creationId xmlns:a16="http://schemas.microsoft.com/office/drawing/2014/main" id="{184A2FC7-4013-4080-CD08-DDC310CBF32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65" name="Rectangle 1664">
                        <a:extLst>
                          <a:ext uri="{FF2B5EF4-FFF2-40B4-BE49-F238E27FC236}">
                            <a16:creationId xmlns:a16="http://schemas.microsoft.com/office/drawing/2014/main" id="{16274E4F-055A-B2AA-B173-D182FFB94B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66" name="Rectangle 1665">
                        <a:extLst>
                          <a:ext uri="{FF2B5EF4-FFF2-40B4-BE49-F238E27FC236}">
                            <a16:creationId xmlns:a16="http://schemas.microsoft.com/office/drawing/2014/main" id="{5505C04F-6FE0-2174-D51A-A0CB473F8C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67" name="Rectangle 1666">
                        <a:extLst>
                          <a:ext uri="{FF2B5EF4-FFF2-40B4-BE49-F238E27FC236}">
                            <a16:creationId xmlns:a16="http://schemas.microsoft.com/office/drawing/2014/main" id="{BA1F766C-4DBB-29F5-136E-F41CD88CCF9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68" name="Rectangle 1667">
                        <a:extLst>
                          <a:ext uri="{FF2B5EF4-FFF2-40B4-BE49-F238E27FC236}">
                            <a16:creationId xmlns:a16="http://schemas.microsoft.com/office/drawing/2014/main" id="{CF409B91-32F4-0FA4-ACD1-626C584113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69" name="Rectangle 1668">
                        <a:extLst>
                          <a:ext uri="{FF2B5EF4-FFF2-40B4-BE49-F238E27FC236}">
                            <a16:creationId xmlns:a16="http://schemas.microsoft.com/office/drawing/2014/main" id="{3C37889B-2449-B5D6-A6CE-6161549D400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70" name="Rectangle 1669">
                        <a:extLst>
                          <a:ext uri="{FF2B5EF4-FFF2-40B4-BE49-F238E27FC236}">
                            <a16:creationId xmlns:a16="http://schemas.microsoft.com/office/drawing/2014/main" id="{699192D2-F1B7-5BF0-FA37-B66DE9EF290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</p:grpSp>
                <p:grpSp>
                  <p:nvGrpSpPr>
                    <p:cNvPr id="1650" name="Group 1649">
                      <a:extLst>
                        <a:ext uri="{FF2B5EF4-FFF2-40B4-BE49-F238E27FC236}">
                          <a16:creationId xmlns:a16="http://schemas.microsoft.com/office/drawing/2014/main" id="{C829F82A-C934-A4F0-D868-754DD537DE7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651" name="Rectangle 1650">
                        <a:extLst>
                          <a:ext uri="{FF2B5EF4-FFF2-40B4-BE49-F238E27FC236}">
                            <a16:creationId xmlns:a16="http://schemas.microsoft.com/office/drawing/2014/main" id="{3EA051D9-9271-9802-2A34-35AA4B49D6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52" name="Rectangle 1651">
                        <a:extLst>
                          <a:ext uri="{FF2B5EF4-FFF2-40B4-BE49-F238E27FC236}">
                            <a16:creationId xmlns:a16="http://schemas.microsoft.com/office/drawing/2014/main" id="{F470EEE6-BAFC-1D9C-D10C-C000BC0B12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53" name="Rectangle 1652">
                        <a:extLst>
                          <a:ext uri="{FF2B5EF4-FFF2-40B4-BE49-F238E27FC236}">
                            <a16:creationId xmlns:a16="http://schemas.microsoft.com/office/drawing/2014/main" id="{EC826001-4CE6-EC91-C4EA-99FEAEA3FA9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54" name="Rectangle 1653">
                        <a:extLst>
                          <a:ext uri="{FF2B5EF4-FFF2-40B4-BE49-F238E27FC236}">
                            <a16:creationId xmlns:a16="http://schemas.microsoft.com/office/drawing/2014/main" id="{33BAD9CB-4159-D081-F894-4D130D8343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55" name="Rectangle 1654">
                        <a:extLst>
                          <a:ext uri="{FF2B5EF4-FFF2-40B4-BE49-F238E27FC236}">
                            <a16:creationId xmlns:a16="http://schemas.microsoft.com/office/drawing/2014/main" id="{F2D83448-0DF5-535C-FCB2-6CAEC76107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56" name="Rectangle 1655">
                        <a:extLst>
                          <a:ext uri="{FF2B5EF4-FFF2-40B4-BE49-F238E27FC236}">
                            <a16:creationId xmlns:a16="http://schemas.microsoft.com/office/drawing/2014/main" id="{46A3EEBE-1239-B1BD-D27F-C493F4F6C4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57" name="Rectangle 1656">
                        <a:extLst>
                          <a:ext uri="{FF2B5EF4-FFF2-40B4-BE49-F238E27FC236}">
                            <a16:creationId xmlns:a16="http://schemas.microsoft.com/office/drawing/2014/main" id="{0B8A0296-CBC5-EC92-5956-E7547ED941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58" name="Rectangle 1657">
                        <a:extLst>
                          <a:ext uri="{FF2B5EF4-FFF2-40B4-BE49-F238E27FC236}">
                            <a16:creationId xmlns:a16="http://schemas.microsoft.com/office/drawing/2014/main" id="{D5888D98-5F3E-F679-243F-1F2C327284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59" name="Rectangle 1658">
                        <a:extLst>
                          <a:ext uri="{FF2B5EF4-FFF2-40B4-BE49-F238E27FC236}">
                            <a16:creationId xmlns:a16="http://schemas.microsoft.com/office/drawing/2014/main" id="{A561C3B4-AD64-4023-2766-982FAEC2EB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  <p:sp>
                    <p:nvSpPr>
                      <p:cNvPr id="1660" name="Rectangle 1659">
                        <a:extLst>
                          <a:ext uri="{FF2B5EF4-FFF2-40B4-BE49-F238E27FC236}">
                            <a16:creationId xmlns:a16="http://schemas.microsoft.com/office/drawing/2014/main" id="{0BFFB0E9-50F7-4739-863D-61C625C278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039"/>
                      </a:p>
                    </p:txBody>
                  </p:sp>
                </p:grpSp>
              </p:grpSp>
            </p:grpSp>
            <p:grpSp>
              <p:nvGrpSpPr>
                <p:cNvPr id="1348" name="Group 1347">
                  <a:extLst>
                    <a:ext uri="{FF2B5EF4-FFF2-40B4-BE49-F238E27FC236}">
                      <a16:creationId xmlns:a16="http://schemas.microsoft.com/office/drawing/2014/main" id="{9F60230C-22D6-B11B-EB07-731A96C0AC4A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349" name="Group 1348">
                    <a:extLst>
                      <a:ext uri="{FF2B5EF4-FFF2-40B4-BE49-F238E27FC236}">
                        <a16:creationId xmlns:a16="http://schemas.microsoft.com/office/drawing/2014/main" id="{842F150A-1C2C-1967-430B-C8F1E7DCE31C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635" name="Rectangle 1634">
                      <a:extLst>
                        <a:ext uri="{FF2B5EF4-FFF2-40B4-BE49-F238E27FC236}">
                          <a16:creationId xmlns:a16="http://schemas.microsoft.com/office/drawing/2014/main" id="{2198576A-ADB8-74C8-9313-E61EB83807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36" name="Rectangle 1635">
                      <a:extLst>
                        <a:ext uri="{FF2B5EF4-FFF2-40B4-BE49-F238E27FC236}">
                          <a16:creationId xmlns:a16="http://schemas.microsoft.com/office/drawing/2014/main" id="{8C71AD62-CB85-8EA1-C078-0BFDED947D5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39" name="Rectangle 1638">
                      <a:extLst>
                        <a:ext uri="{FF2B5EF4-FFF2-40B4-BE49-F238E27FC236}">
                          <a16:creationId xmlns:a16="http://schemas.microsoft.com/office/drawing/2014/main" id="{04145DE3-6EB8-D838-2778-08B38EEA4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40" name="Rectangle 1639">
                      <a:extLst>
                        <a:ext uri="{FF2B5EF4-FFF2-40B4-BE49-F238E27FC236}">
                          <a16:creationId xmlns:a16="http://schemas.microsoft.com/office/drawing/2014/main" id="{02591BD2-D0B1-546E-1DDC-E70AD5B46C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41" name="Rectangle 1640">
                      <a:extLst>
                        <a:ext uri="{FF2B5EF4-FFF2-40B4-BE49-F238E27FC236}">
                          <a16:creationId xmlns:a16="http://schemas.microsoft.com/office/drawing/2014/main" id="{E7FB1CB6-CC00-2062-8AA1-552ADE0A39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42" name="Rectangle 1641">
                      <a:extLst>
                        <a:ext uri="{FF2B5EF4-FFF2-40B4-BE49-F238E27FC236}">
                          <a16:creationId xmlns:a16="http://schemas.microsoft.com/office/drawing/2014/main" id="{F33D28B1-17EE-837E-87B6-FC8523BBB4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43" name="Rectangle 1642">
                      <a:extLst>
                        <a:ext uri="{FF2B5EF4-FFF2-40B4-BE49-F238E27FC236}">
                          <a16:creationId xmlns:a16="http://schemas.microsoft.com/office/drawing/2014/main" id="{C620B222-9F57-B816-E9D0-089293FC27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44" name="Rectangle 1643">
                      <a:extLst>
                        <a:ext uri="{FF2B5EF4-FFF2-40B4-BE49-F238E27FC236}">
                          <a16:creationId xmlns:a16="http://schemas.microsoft.com/office/drawing/2014/main" id="{D476668E-FA14-5220-9B55-0F865105DC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45" name="Rectangle 1644">
                      <a:extLst>
                        <a:ext uri="{FF2B5EF4-FFF2-40B4-BE49-F238E27FC236}">
                          <a16:creationId xmlns:a16="http://schemas.microsoft.com/office/drawing/2014/main" id="{A2B940A7-7582-B65C-5435-983A2043C6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46" name="Rectangle 1645">
                      <a:extLst>
                        <a:ext uri="{FF2B5EF4-FFF2-40B4-BE49-F238E27FC236}">
                          <a16:creationId xmlns:a16="http://schemas.microsoft.com/office/drawing/2014/main" id="{5AEC170B-E2E3-8555-3902-61C1E3399C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  <p:grpSp>
                <p:nvGrpSpPr>
                  <p:cNvPr id="1350" name="Group 1349">
                    <a:extLst>
                      <a:ext uri="{FF2B5EF4-FFF2-40B4-BE49-F238E27FC236}">
                        <a16:creationId xmlns:a16="http://schemas.microsoft.com/office/drawing/2014/main" id="{9F2604B8-17A1-5D12-DE28-6D566F1BBE8D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351" name="Rectangle 1350">
                      <a:extLst>
                        <a:ext uri="{FF2B5EF4-FFF2-40B4-BE49-F238E27FC236}">
                          <a16:creationId xmlns:a16="http://schemas.microsoft.com/office/drawing/2014/main" id="{E46FEE55-2741-8495-56ED-589A2921AC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52" name="Rectangle 1351">
                      <a:extLst>
                        <a:ext uri="{FF2B5EF4-FFF2-40B4-BE49-F238E27FC236}">
                          <a16:creationId xmlns:a16="http://schemas.microsoft.com/office/drawing/2014/main" id="{EE63BD2B-754D-999E-1E98-EE809AE3FF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53" name="Rectangle 1352">
                      <a:extLst>
                        <a:ext uri="{FF2B5EF4-FFF2-40B4-BE49-F238E27FC236}">
                          <a16:creationId xmlns:a16="http://schemas.microsoft.com/office/drawing/2014/main" id="{92A8B240-F4C1-A3BB-2245-FA76BF2E98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54" name="Rectangle 1353">
                      <a:extLst>
                        <a:ext uri="{FF2B5EF4-FFF2-40B4-BE49-F238E27FC236}">
                          <a16:creationId xmlns:a16="http://schemas.microsoft.com/office/drawing/2014/main" id="{65BC176A-B48A-BFDF-6DD2-DD77A409EB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55" name="Rectangle 1354">
                      <a:extLst>
                        <a:ext uri="{FF2B5EF4-FFF2-40B4-BE49-F238E27FC236}">
                          <a16:creationId xmlns:a16="http://schemas.microsoft.com/office/drawing/2014/main" id="{B02DD009-B13E-BD25-E669-C96BE46B5E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24" name="Rectangle 1623">
                      <a:extLst>
                        <a:ext uri="{FF2B5EF4-FFF2-40B4-BE49-F238E27FC236}">
                          <a16:creationId xmlns:a16="http://schemas.microsoft.com/office/drawing/2014/main" id="{725D0536-67F4-5528-2337-C35CB3E26E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26" name="Rectangle 1625">
                      <a:extLst>
                        <a:ext uri="{FF2B5EF4-FFF2-40B4-BE49-F238E27FC236}">
                          <a16:creationId xmlns:a16="http://schemas.microsoft.com/office/drawing/2014/main" id="{83F7AA1B-287A-2E21-B9A8-5F31787146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27" name="Rectangle 1626">
                      <a:extLst>
                        <a:ext uri="{FF2B5EF4-FFF2-40B4-BE49-F238E27FC236}">
                          <a16:creationId xmlns:a16="http://schemas.microsoft.com/office/drawing/2014/main" id="{4768C247-3961-817A-7BD4-E47CE4D82C2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33" name="Rectangle 1632">
                      <a:extLst>
                        <a:ext uri="{FF2B5EF4-FFF2-40B4-BE49-F238E27FC236}">
                          <a16:creationId xmlns:a16="http://schemas.microsoft.com/office/drawing/2014/main" id="{F4FFAC86-29CA-E1AE-2BE1-A73219F37A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34" name="Rectangle 1633">
                      <a:extLst>
                        <a:ext uri="{FF2B5EF4-FFF2-40B4-BE49-F238E27FC236}">
                          <a16:creationId xmlns:a16="http://schemas.microsoft.com/office/drawing/2014/main" id="{4449886F-EF9B-5410-2724-514F419BF3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</p:grpSp>
          </p:grp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9981AC6B-028B-444A-F899-214DF6DBA277}"/>
                  </a:ext>
                </a:extLst>
              </p:cNvPr>
              <p:cNvGrpSpPr/>
              <p:nvPr/>
            </p:nvGrpSpPr>
            <p:grpSpPr>
              <a:xfrm>
                <a:off x="1927372" y="3534772"/>
                <a:ext cx="8397215" cy="345202"/>
                <a:chOff x="921103" y="312096"/>
                <a:chExt cx="8397215" cy="345202"/>
              </a:xfrm>
            </p:grpSpPr>
            <p:grpSp>
              <p:nvGrpSpPr>
                <p:cNvPr id="162" name="Group 161">
                  <a:extLst>
                    <a:ext uri="{FF2B5EF4-FFF2-40B4-BE49-F238E27FC236}">
                      <a16:creationId xmlns:a16="http://schemas.microsoft.com/office/drawing/2014/main" id="{03DCDFA0-B154-F131-E8A5-78EF5A8DC964}"/>
                    </a:ext>
                  </a:extLst>
                </p:cNvPr>
                <p:cNvGrpSpPr/>
                <p:nvPr/>
              </p:nvGrpSpPr>
              <p:grpSpPr>
                <a:xfrm>
                  <a:off x="8910063" y="312096"/>
                  <a:ext cx="408255" cy="345202"/>
                  <a:chOff x="830578" y="1668379"/>
                  <a:chExt cx="360476" cy="304800"/>
                </a:xfrm>
                <a:solidFill>
                  <a:srgbClr val="FFFC04"/>
                </a:solidFill>
              </p:grpSpPr>
              <p:sp>
                <p:nvSpPr>
                  <p:cNvPr id="1338" name="Rectangle 1337">
                    <a:extLst>
                      <a:ext uri="{FF2B5EF4-FFF2-40B4-BE49-F238E27FC236}">
                        <a16:creationId xmlns:a16="http://schemas.microsoft.com/office/drawing/2014/main" id="{6F64064A-810B-D016-17BB-B9C0EC97CA46}"/>
                      </a:ext>
                    </a:extLst>
                  </p:cNvPr>
                  <p:cNvSpPr/>
                  <p:nvPr/>
                </p:nvSpPr>
                <p:spPr>
                  <a:xfrm>
                    <a:off x="830578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39" name="Rectangle 1338">
                    <a:extLst>
                      <a:ext uri="{FF2B5EF4-FFF2-40B4-BE49-F238E27FC236}">
                        <a16:creationId xmlns:a16="http://schemas.microsoft.com/office/drawing/2014/main" id="{BD62B556-99D0-9128-2FFE-DC323260E0B6}"/>
                      </a:ext>
                    </a:extLst>
                  </p:cNvPr>
                  <p:cNvSpPr/>
                  <p:nvPr/>
                </p:nvSpPr>
                <p:spPr>
                  <a:xfrm>
                    <a:off x="87654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40" name="Rectangle 1339">
                    <a:extLst>
                      <a:ext uri="{FF2B5EF4-FFF2-40B4-BE49-F238E27FC236}">
                        <a16:creationId xmlns:a16="http://schemas.microsoft.com/office/drawing/2014/main" id="{70FC07AF-BCDD-F8E9-D0CE-6D4849DD4470}"/>
                      </a:ext>
                    </a:extLst>
                  </p:cNvPr>
                  <p:cNvSpPr/>
                  <p:nvPr/>
                </p:nvSpPr>
                <p:spPr>
                  <a:xfrm>
                    <a:off x="91705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41" name="Rectangle 1340">
                    <a:extLst>
                      <a:ext uri="{FF2B5EF4-FFF2-40B4-BE49-F238E27FC236}">
                        <a16:creationId xmlns:a16="http://schemas.microsoft.com/office/drawing/2014/main" id="{055587C5-5450-D3E5-1B53-58FD5269143A}"/>
                      </a:ext>
                    </a:extLst>
                  </p:cNvPr>
                  <p:cNvSpPr/>
                  <p:nvPr/>
                </p:nvSpPr>
                <p:spPr>
                  <a:xfrm>
                    <a:off x="963030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42" name="Rectangle 1341">
                    <a:extLst>
                      <a:ext uri="{FF2B5EF4-FFF2-40B4-BE49-F238E27FC236}">
                        <a16:creationId xmlns:a16="http://schemas.microsoft.com/office/drawing/2014/main" id="{83E2F6BE-09B8-9175-7B5D-6016B5D1EA54}"/>
                      </a:ext>
                    </a:extLst>
                  </p:cNvPr>
                  <p:cNvSpPr/>
                  <p:nvPr/>
                </p:nvSpPr>
                <p:spPr>
                  <a:xfrm>
                    <a:off x="1010366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43" name="Rectangle 1342">
                    <a:extLst>
                      <a:ext uri="{FF2B5EF4-FFF2-40B4-BE49-F238E27FC236}">
                        <a16:creationId xmlns:a16="http://schemas.microsoft.com/office/drawing/2014/main" id="{A392D27C-9188-1DEA-79C6-9A1C16966526}"/>
                      </a:ext>
                    </a:extLst>
                  </p:cNvPr>
                  <p:cNvSpPr/>
                  <p:nvPr/>
                </p:nvSpPr>
                <p:spPr>
                  <a:xfrm>
                    <a:off x="1056337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44" name="Rectangle 1343">
                    <a:extLst>
                      <a:ext uri="{FF2B5EF4-FFF2-40B4-BE49-F238E27FC236}">
                        <a16:creationId xmlns:a16="http://schemas.microsoft.com/office/drawing/2014/main" id="{521AAB9D-B9FD-2D63-51F9-FC1F5BF80015}"/>
                      </a:ext>
                    </a:extLst>
                  </p:cNvPr>
                  <p:cNvSpPr/>
                  <p:nvPr/>
                </p:nvSpPr>
                <p:spPr>
                  <a:xfrm>
                    <a:off x="1099363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1345" name="Rectangle 1344">
                    <a:extLst>
                      <a:ext uri="{FF2B5EF4-FFF2-40B4-BE49-F238E27FC236}">
                        <a16:creationId xmlns:a16="http://schemas.microsoft.com/office/drawing/2014/main" id="{1EA0090D-0C9C-4D7C-30DD-7CB5D5F54095}"/>
                      </a:ext>
                    </a:extLst>
                  </p:cNvPr>
                  <p:cNvSpPr/>
                  <p:nvPr/>
                </p:nvSpPr>
                <p:spPr>
                  <a:xfrm>
                    <a:off x="1145335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</p:grpSp>
            <p:grpSp>
              <p:nvGrpSpPr>
                <p:cNvPr id="163" name="Group 162">
                  <a:extLst>
                    <a:ext uri="{FF2B5EF4-FFF2-40B4-BE49-F238E27FC236}">
                      <a16:creationId xmlns:a16="http://schemas.microsoft.com/office/drawing/2014/main" id="{019FB6FE-74AE-25C7-919F-E2CE23C47030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7994329" cy="345202"/>
                  <a:chOff x="921103" y="312096"/>
                  <a:chExt cx="7994329" cy="345202"/>
                </a:xfrm>
              </p:grpSpPr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83F5A299-D41C-371D-60DC-5F9C23507071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3998276" cy="345202"/>
                    <a:chOff x="921103" y="312096"/>
                    <a:chExt cx="3998276" cy="345202"/>
                  </a:xfrm>
                </p:grpSpPr>
                <p:grpSp>
                  <p:nvGrpSpPr>
                    <p:cNvPr id="881" name="Group 880">
                      <a:extLst>
                        <a:ext uri="{FF2B5EF4-FFF2-40B4-BE49-F238E27FC236}">
                          <a16:creationId xmlns:a16="http://schemas.microsoft.com/office/drawing/2014/main" id="{F5F0279A-9AA1-756D-C49D-9B0FABFF6AD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016" name="Group 1015">
                        <a:extLst>
                          <a:ext uri="{FF2B5EF4-FFF2-40B4-BE49-F238E27FC236}">
                            <a16:creationId xmlns:a16="http://schemas.microsoft.com/office/drawing/2014/main" id="{3E119A2F-D205-8732-A246-47CC14CEF52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5" cy="345202"/>
                        <a:chOff x="921103" y="312096"/>
                        <a:chExt cx="999155" cy="345202"/>
                      </a:xfrm>
                    </p:grpSpPr>
                    <p:grpSp>
                      <p:nvGrpSpPr>
                        <p:cNvPr id="1311" name="Group 1310">
                          <a:extLst>
                            <a:ext uri="{FF2B5EF4-FFF2-40B4-BE49-F238E27FC236}">
                              <a16:creationId xmlns:a16="http://schemas.microsoft.com/office/drawing/2014/main" id="{5683C202-E678-0E28-579F-4EB92AB269F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23" name="Rectangle 1322">
                            <a:extLst>
                              <a:ext uri="{FF2B5EF4-FFF2-40B4-BE49-F238E27FC236}">
                                <a16:creationId xmlns:a16="http://schemas.microsoft.com/office/drawing/2014/main" id="{12388B49-E128-2A1B-724E-40EFBED60B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chemeClr val="bg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24" name="Rectangle 1323">
                            <a:extLst>
                              <a:ext uri="{FF2B5EF4-FFF2-40B4-BE49-F238E27FC236}">
                                <a16:creationId xmlns:a16="http://schemas.microsoft.com/office/drawing/2014/main" id="{636807FE-98EA-544F-E9CA-4FB9447034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chemeClr val="bg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25" name="Rectangle 1324">
                            <a:extLst>
                              <a:ext uri="{FF2B5EF4-FFF2-40B4-BE49-F238E27FC236}">
                                <a16:creationId xmlns:a16="http://schemas.microsoft.com/office/drawing/2014/main" id="{6174B0C6-0313-C9D4-2B1B-7DFEB06E27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27" name="Rectangle 1326">
                            <a:extLst>
                              <a:ext uri="{FF2B5EF4-FFF2-40B4-BE49-F238E27FC236}">
                                <a16:creationId xmlns:a16="http://schemas.microsoft.com/office/drawing/2014/main" id="{C3205574-9969-1F92-4995-8DCDA7CADB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28" name="Rectangle 1327">
                            <a:extLst>
                              <a:ext uri="{FF2B5EF4-FFF2-40B4-BE49-F238E27FC236}">
                                <a16:creationId xmlns:a16="http://schemas.microsoft.com/office/drawing/2014/main" id="{E99826F9-2CD7-5A64-939B-1A085FAE80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32" name="Rectangle 1331">
                            <a:extLst>
                              <a:ext uri="{FF2B5EF4-FFF2-40B4-BE49-F238E27FC236}">
                                <a16:creationId xmlns:a16="http://schemas.microsoft.com/office/drawing/2014/main" id="{ACA3650C-836F-8236-539F-47A3F18B407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34" name="Rectangle 1333">
                            <a:extLst>
                              <a:ext uri="{FF2B5EF4-FFF2-40B4-BE49-F238E27FC236}">
                                <a16:creationId xmlns:a16="http://schemas.microsoft.com/office/drawing/2014/main" id="{E37589B9-6228-3E5A-FC2C-369A47DC10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35" name="Rectangle 1334">
                            <a:extLst>
                              <a:ext uri="{FF2B5EF4-FFF2-40B4-BE49-F238E27FC236}">
                                <a16:creationId xmlns:a16="http://schemas.microsoft.com/office/drawing/2014/main" id="{06C37385-3A87-5353-FECA-834362EF76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36" name="Rectangle 1335">
                            <a:extLst>
                              <a:ext uri="{FF2B5EF4-FFF2-40B4-BE49-F238E27FC236}">
                                <a16:creationId xmlns:a16="http://schemas.microsoft.com/office/drawing/2014/main" id="{BD99260D-00D3-77DB-CF3D-D8E837BC56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37" name="Rectangle 1336">
                            <a:extLst>
                              <a:ext uri="{FF2B5EF4-FFF2-40B4-BE49-F238E27FC236}">
                                <a16:creationId xmlns:a16="http://schemas.microsoft.com/office/drawing/2014/main" id="{92BCA35D-7D52-3CFA-B6E0-71A793513A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312" name="Group 1311">
                          <a:extLst>
                            <a:ext uri="{FF2B5EF4-FFF2-40B4-BE49-F238E27FC236}">
                              <a16:creationId xmlns:a16="http://schemas.microsoft.com/office/drawing/2014/main" id="{0B064EBC-C3B2-D82C-1323-C3203F724F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21381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13" name="Rectangle 1312">
                            <a:extLst>
                              <a:ext uri="{FF2B5EF4-FFF2-40B4-BE49-F238E27FC236}">
                                <a16:creationId xmlns:a16="http://schemas.microsoft.com/office/drawing/2014/main" id="{58C6DE16-3AD8-AEB7-C4C8-0D0630EFB8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14" name="Rectangle 1313">
                            <a:extLst>
                              <a:ext uri="{FF2B5EF4-FFF2-40B4-BE49-F238E27FC236}">
                                <a16:creationId xmlns:a16="http://schemas.microsoft.com/office/drawing/2014/main" id="{2E6BF489-66B1-3E3F-2F56-15E2EF7300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15" name="Rectangle 1314">
                            <a:extLst>
                              <a:ext uri="{FF2B5EF4-FFF2-40B4-BE49-F238E27FC236}">
                                <a16:creationId xmlns:a16="http://schemas.microsoft.com/office/drawing/2014/main" id="{D3506D1A-ED87-A498-085E-EC3815407F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16" name="Rectangle 1315">
                            <a:extLst>
                              <a:ext uri="{FF2B5EF4-FFF2-40B4-BE49-F238E27FC236}">
                                <a16:creationId xmlns:a16="http://schemas.microsoft.com/office/drawing/2014/main" id="{DA198C58-6392-6B10-F4D4-D50D665937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17" name="Rectangle 1316">
                            <a:extLst>
                              <a:ext uri="{FF2B5EF4-FFF2-40B4-BE49-F238E27FC236}">
                                <a16:creationId xmlns:a16="http://schemas.microsoft.com/office/drawing/2014/main" id="{F715C193-5CA1-6A36-0BD5-B199D9758EF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18" name="Rectangle 1317">
                            <a:extLst>
                              <a:ext uri="{FF2B5EF4-FFF2-40B4-BE49-F238E27FC236}">
                                <a16:creationId xmlns:a16="http://schemas.microsoft.com/office/drawing/2014/main" id="{E71C1921-1EB0-8B2C-3F18-8BA75E95D6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19" name="Rectangle 1318">
                            <a:extLst>
                              <a:ext uri="{FF2B5EF4-FFF2-40B4-BE49-F238E27FC236}">
                                <a16:creationId xmlns:a16="http://schemas.microsoft.com/office/drawing/2014/main" id="{F24430FA-A2C7-3BAC-5307-CAADEECE56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20" name="Rectangle 1319">
                            <a:extLst>
                              <a:ext uri="{FF2B5EF4-FFF2-40B4-BE49-F238E27FC236}">
                                <a16:creationId xmlns:a16="http://schemas.microsoft.com/office/drawing/2014/main" id="{3A1A1998-A4CD-FDA7-85B8-635356A456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21" name="Rectangle 1320">
                            <a:extLst>
                              <a:ext uri="{FF2B5EF4-FFF2-40B4-BE49-F238E27FC236}">
                                <a16:creationId xmlns:a16="http://schemas.microsoft.com/office/drawing/2014/main" id="{4349D165-24A1-F75E-BB6B-2FD30C947E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22" name="Rectangle 1321">
                            <a:extLst>
                              <a:ext uri="{FF2B5EF4-FFF2-40B4-BE49-F238E27FC236}">
                                <a16:creationId xmlns:a16="http://schemas.microsoft.com/office/drawing/2014/main" id="{06C21536-AFEC-B61B-6EB7-B3E47F34AB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1017" name="Group 1016">
                        <a:extLst>
                          <a:ext uri="{FF2B5EF4-FFF2-40B4-BE49-F238E27FC236}">
                            <a16:creationId xmlns:a16="http://schemas.microsoft.com/office/drawing/2014/main" id="{3322A119-9A36-644F-5423-0D495AA8EDB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018" name="Group 1017">
                          <a:extLst>
                            <a:ext uri="{FF2B5EF4-FFF2-40B4-BE49-F238E27FC236}">
                              <a16:creationId xmlns:a16="http://schemas.microsoft.com/office/drawing/2014/main" id="{DBB26EA9-D27A-A7D6-F699-D1C2CB6ADC1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01" name="Rectangle 1300">
                            <a:extLst>
                              <a:ext uri="{FF2B5EF4-FFF2-40B4-BE49-F238E27FC236}">
                                <a16:creationId xmlns:a16="http://schemas.microsoft.com/office/drawing/2014/main" id="{7F0D1C5B-F552-3B45-AC82-3E0B34E540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02" name="Rectangle 1301">
                            <a:extLst>
                              <a:ext uri="{FF2B5EF4-FFF2-40B4-BE49-F238E27FC236}">
                                <a16:creationId xmlns:a16="http://schemas.microsoft.com/office/drawing/2014/main" id="{76A741BD-9AF7-D99A-5B32-7E0FB94852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03" name="Rectangle 1302">
                            <a:extLst>
                              <a:ext uri="{FF2B5EF4-FFF2-40B4-BE49-F238E27FC236}">
                                <a16:creationId xmlns:a16="http://schemas.microsoft.com/office/drawing/2014/main" id="{EE399629-3724-ED40-FE08-D1F31AEF2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04" name="Rectangle 1303">
                            <a:extLst>
                              <a:ext uri="{FF2B5EF4-FFF2-40B4-BE49-F238E27FC236}">
                                <a16:creationId xmlns:a16="http://schemas.microsoft.com/office/drawing/2014/main" id="{FB5E613A-4A29-7C9D-F3C1-8DE4EA7394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05" name="Rectangle 1304">
                            <a:extLst>
                              <a:ext uri="{FF2B5EF4-FFF2-40B4-BE49-F238E27FC236}">
                                <a16:creationId xmlns:a16="http://schemas.microsoft.com/office/drawing/2014/main" id="{D0BF8111-C4D2-2CE4-FAF6-F1260CDB12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06" name="Rectangle 1305">
                            <a:extLst>
                              <a:ext uri="{FF2B5EF4-FFF2-40B4-BE49-F238E27FC236}">
                                <a16:creationId xmlns:a16="http://schemas.microsoft.com/office/drawing/2014/main" id="{20158440-F6E9-C4A8-09E4-E6725AE4852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07" name="Rectangle 1306">
                            <a:extLst>
                              <a:ext uri="{FF2B5EF4-FFF2-40B4-BE49-F238E27FC236}">
                                <a16:creationId xmlns:a16="http://schemas.microsoft.com/office/drawing/2014/main" id="{31BA70A4-0DDB-C087-BE60-9AE459FE04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08" name="Rectangle 1307">
                            <a:extLst>
                              <a:ext uri="{FF2B5EF4-FFF2-40B4-BE49-F238E27FC236}">
                                <a16:creationId xmlns:a16="http://schemas.microsoft.com/office/drawing/2014/main" id="{2778D9C1-80A6-DDD8-54EF-05C573A185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09" name="Rectangle 1308">
                            <a:extLst>
                              <a:ext uri="{FF2B5EF4-FFF2-40B4-BE49-F238E27FC236}">
                                <a16:creationId xmlns:a16="http://schemas.microsoft.com/office/drawing/2014/main" id="{143622AA-CBA9-E082-9479-43DC03CC89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310" name="Rectangle 1309">
                            <a:extLst>
                              <a:ext uri="{FF2B5EF4-FFF2-40B4-BE49-F238E27FC236}">
                                <a16:creationId xmlns:a16="http://schemas.microsoft.com/office/drawing/2014/main" id="{B6783928-67BC-39F1-EB2C-FB98A0D8F8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019" name="Group 1018">
                          <a:extLst>
                            <a:ext uri="{FF2B5EF4-FFF2-40B4-BE49-F238E27FC236}">
                              <a16:creationId xmlns:a16="http://schemas.microsoft.com/office/drawing/2014/main" id="{417C86F9-9FC1-7126-3A35-905547D195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020" name="Rectangle 1019">
                            <a:extLst>
                              <a:ext uri="{FF2B5EF4-FFF2-40B4-BE49-F238E27FC236}">
                                <a16:creationId xmlns:a16="http://schemas.microsoft.com/office/drawing/2014/main" id="{41788B23-512B-D48E-32CE-D18EC54653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21" name="Rectangle 1020">
                            <a:extLst>
                              <a:ext uri="{FF2B5EF4-FFF2-40B4-BE49-F238E27FC236}">
                                <a16:creationId xmlns:a16="http://schemas.microsoft.com/office/drawing/2014/main" id="{A24FA92F-6EFC-BE67-246F-D903C08275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22" name="Rectangle 1021">
                            <a:extLst>
                              <a:ext uri="{FF2B5EF4-FFF2-40B4-BE49-F238E27FC236}">
                                <a16:creationId xmlns:a16="http://schemas.microsoft.com/office/drawing/2014/main" id="{2325E054-CF5A-8C38-CF97-58FDD2CF3D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23" name="Rectangle 1022">
                            <a:extLst>
                              <a:ext uri="{FF2B5EF4-FFF2-40B4-BE49-F238E27FC236}">
                                <a16:creationId xmlns:a16="http://schemas.microsoft.com/office/drawing/2014/main" id="{9A5F110A-5961-DC22-132D-E64A989CE4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24" name="Rectangle 1023">
                            <a:extLst>
                              <a:ext uri="{FF2B5EF4-FFF2-40B4-BE49-F238E27FC236}">
                                <a16:creationId xmlns:a16="http://schemas.microsoft.com/office/drawing/2014/main" id="{DD780F5E-0155-1C6E-3B89-A4E74CC0E7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25" name="Rectangle 1024">
                            <a:extLst>
                              <a:ext uri="{FF2B5EF4-FFF2-40B4-BE49-F238E27FC236}">
                                <a16:creationId xmlns:a16="http://schemas.microsoft.com/office/drawing/2014/main" id="{19C5A46F-7FC6-61EE-B715-9C597C486F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26" name="Rectangle 1025">
                            <a:extLst>
                              <a:ext uri="{FF2B5EF4-FFF2-40B4-BE49-F238E27FC236}">
                                <a16:creationId xmlns:a16="http://schemas.microsoft.com/office/drawing/2014/main" id="{9C6C0CC5-6235-772E-E1A6-6DBE7EB20F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27" name="Rectangle 1026">
                            <a:extLst>
                              <a:ext uri="{FF2B5EF4-FFF2-40B4-BE49-F238E27FC236}">
                                <a16:creationId xmlns:a16="http://schemas.microsoft.com/office/drawing/2014/main" id="{BB89594E-DD8D-190F-66C1-9CB840F96D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28" name="Rectangle 1027">
                            <a:extLst>
                              <a:ext uri="{FF2B5EF4-FFF2-40B4-BE49-F238E27FC236}">
                                <a16:creationId xmlns:a16="http://schemas.microsoft.com/office/drawing/2014/main" id="{EDB853FC-16D4-D571-ED26-30856A21CF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29" name="Rectangle 1028">
                            <a:extLst>
                              <a:ext uri="{FF2B5EF4-FFF2-40B4-BE49-F238E27FC236}">
                                <a16:creationId xmlns:a16="http://schemas.microsoft.com/office/drawing/2014/main" id="{F41CB7E8-745C-E124-D8B1-3B92C028928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882" name="Group 881">
                      <a:extLst>
                        <a:ext uri="{FF2B5EF4-FFF2-40B4-BE49-F238E27FC236}">
                          <a16:creationId xmlns:a16="http://schemas.microsoft.com/office/drawing/2014/main" id="{F16D8E74-03DC-5C27-E5CB-B9D01ED44D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883" name="Group 882">
                        <a:extLst>
                          <a:ext uri="{FF2B5EF4-FFF2-40B4-BE49-F238E27FC236}">
                            <a16:creationId xmlns:a16="http://schemas.microsoft.com/office/drawing/2014/main" id="{4D5617CE-F1FC-ACFD-5D74-629679C2CCC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971" name="Group 970">
                          <a:extLst>
                            <a:ext uri="{FF2B5EF4-FFF2-40B4-BE49-F238E27FC236}">
                              <a16:creationId xmlns:a16="http://schemas.microsoft.com/office/drawing/2014/main" id="{5037780D-F1A3-23E3-816B-9D3C12E2646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006" name="Rectangle 1005">
                            <a:extLst>
                              <a:ext uri="{FF2B5EF4-FFF2-40B4-BE49-F238E27FC236}">
                                <a16:creationId xmlns:a16="http://schemas.microsoft.com/office/drawing/2014/main" id="{798F1DE4-3B66-8B9C-D423-336D4769E9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07" name="Rectangle 1006">
                            <a:extLst>
                              <a:ext uri="{FF2B5EF4-FFF2-40B4-BE49-F238E27FC236}">
                                <a16:creationId xmlns:a16="http://schemas.microsoft.com/office/drawing/2014/main" id="{88F7A327-59F8-51D6-1CC3-C89B2B2BBF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08" name="Rectangle 1007">
                            <a:extLst>
                              <a:ext uri="{FF2B5EF4-FFF2-40B4-BE49-F238E27FC236}">
                                <a16:creationId xmlns:a16="http://schemas.microsoft.com/office/drawing/2014/main" id="{6E47F24B-FAA4-7677-B7CC-0F8A16174CF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09" name="Rectangle 1008">
                            <a:extLst>
                              <a:ext uri="{FF2B5EF4-FFF2-40B4-BE49-F238E27FC236}">
                                <a16:creationId xmlns:a16="http://schemas.microsoft.com/office/drawing/2014/main" id="{736F9239-E86D-F82C-12AC-3B445F9432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10" name="Rectangle 1009">
                            <a:extLst>
                              <a:ext uri="{FF2B5EF4-FFF2-40B4-BE49-F238E27FC236}">
                                <a16:creationId xmlns:a16="http://schemas.microsoft.com/office/drawing/2014/main" id="{2D53B06E-821A-8C22-A757-87F7339C3C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11" name="Rectangle 1010">
                            <a:extLst>
                              <a:ext uri="{FF2B5EF4-FFF2-40B4-BE49-F238E27FC236}">
                                <a16:creationId xmlns:a16="http://schemas.microsoft.com/office/drawing/2014/main" id="{3F52B1B9-1C16-7A68-C91F-A7A9604DC8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12" name="Rectangle 1011">
                            <a:extLst>
                              <a:ext uri="{FF2B5EF4-FFF2-40B4-BE49-F238E27FC236}">
                                <a16:creationId xmlns:a16="http://schemas.microsoft.com/office/drawing/2014/main" id="{8EE5581F-6741-F800-257B-448DF54A03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13" name="Rectangle 1012">
                            <a:extLst>
                              <a:ext uri="{FF2B5EF4-FFF2-40B4-BE49-F238E27FC236}">
                                <a16:creationId xmlns:a16="http://schemas.microsoft.com/office/drawing/2014/main" id="{8B78064A-652E-7FA0-EE35-96F6818DBB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14" name="Rectangle 1013">
                            <a:extLst>
                              <a:ext uri="{FF2B5EF4-FFF2-40B4-BE49-F238E27FC236}">
                                <a16:creationId xmlns:a16="http://schemas.microsoft.com/office/drawing/2014/main" id="{6F0182F0-C641-FE0D-678D-AE0B74C961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15" name="Rectangle 1014">
                            <a:extLst>
                              <a:ext uri="{FF2B5EF4-FFF2-40B4-BE49-F238E27FC236}">
                                <a16:creationId xmlns:a16="http://schemas.microsoft.com/office/drawing/2014/main" id="{503C7F51-E8B3-B083-80C8-4A4413F633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972" name="Group 971">
                          <a:extLst>
                            <a:ext uri="{FF2B5EF4-FFF2-40B4-BE49-F238E27FC236}">
                              <a16:creationId xmlns:a16="http://schemas.microsoft.com/office/drawing/2014/main" id="{47D0CE66-250F-4692-D4E1-749A5A5A5F8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996" name="Rectangle 995">
                            <a:extLst>
                              <a:ext uri="{FF2B5EF4-FFF2-40B4-BE49-F238E27FC236}">
                                <a16:creationId xmlns:a16="http://schemas.microsoft.com/office/drawing/2014/main" id="{8296AA6E-3C59-691F-D29B-1763C34E60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997" name="Rectangle 996">
                            <a:extLst>
                              <a:ext uri="{FF2B5EF4-FFF2-40B4-BE49-F238E27FC236}">
                                <a16:creationId xmlns:a16="http://schemas.microsoft.com/office/drawing/2014/main" id="{5D50EF99-66C4-261B-B84A-E222A966FE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998" name="Rectangle 997">
                            <a:extLst>
                              <a:ext uri="{FF2B5EF4-FFF2-40B4-BE49-F238E27FC236}">
                                <a16:creationId xmlns:a16="http://schemas.microsoft.com/office/drawing/2014/main" id="{F0B12523-52FF-0006-ACA8-84234FC5B9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999" name="Rectangle 998">
                            <a:extLst>
                              <a:ext uri="{FF2B5EF4-FFF2-40B4-BE49-F238E27FC236}">
                                <a16:creationId xmlns:a16="http://schemas.microsoft.com/office/drawing/2014/main" id="{DFB72589-5CFE-A7E7-2E48-66D8A4BCBF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00" name="Rectangle 999">
                            <a:extLst>
                              <a:ext uri="{FF2B5EF4-FFF2-40B4-BE49-F238E27FC236}">
                                <a16:creationId xmlns:a16="http://schemas.microsoft.com/office/drawing/2014/main" id="{8324204F-A77A-46AF-1104-94D3188A88C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01" name="Rectangle 1000">
                            <a:extLst>
                              <a:ext uri="{FF2B5EF4-FFF2-40B4-BE49-F238E27FC236}">
                                <a16:creationId xmlns:a16="http://schemas.microsoft.com/office/drawing/2014/main" id="{A9017983-DD8B-0236-2ECC-0F2B755802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02" name="Rectangle 1001">
                            <a:extLst>
                              <a:ext uri="{FF2B5EF4-FFF2-40B4-BE49-F238E27FC236}">
                                <a16:creationId xmlns:a16="http://schemas.microsoft.com/office/drawing/2014/main" id="{093D73E2-F20C-FAA2-F587-75CD856CE0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03" name="Rectangle 1002">
                            <a:extLst>
                              <a:ext uri="{FF2B5EF4-FFF2-40B4-BE49-F238E27FC236}">
                                <a16:creationId xmlns:a16="http://schemas.microsoft.com/office/drawing/2014/main" id="{42A76BA6-8018-B315-1DBC-2181F3EC9D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04" name="Rectangle 1003">
                            <a:extLst>
                              <a:ext uri="{FF2B5EF4-FFF2-40B4-BE49-F238E27FC236}">
                                <a16:creationId xmlns:a16="http://schemas.microsoft.com/office/drawing/2014/main" id="{1227FB38-3775-287E-6E6D-2E5D86CB1F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005" name="Rectangle 1004">
                            <a:extLst>
                              <a:ext uri="{FF2B5EF4-FFF2-40B4-BE49-F238E27FC236}">
                                <a16:creationId xmlns:a16="http://schemas.microsoft.com/office/drawing/2014/main" id="{27A354B6-B379-DE0E-8D63-552759CB62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884" name="Group 883">
                        <a:extLst>
                          <a:ext uri="{FF2B5EF4-FFF2-40B4-BE49-F238E27FC236}">
                            <a16:creationId xmlns:a16="http://schemas.microsoft.com/office/drawing/2014/main" id="{C4CBCEED-2DC7-8F58-4523-D8A9FBE19ED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885" name="Group 884">
                          <a:extLst>
                            <a:ext uri="{FF2B5EF4-FFF2-40B4-BE49-F238E27FC236}">
                              <a16:creationId xmlns:a16="http://schemas.microsoft.com/office/drawing/2014/main" id="{C9728875-B149-4977-5A29-A18BDD9D0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961" name="Rectangle 960">
                            <a:extLst>
                              <a:ext uri="{FF2B5EF4-FFF2-40B4-BE49-F238E27FC236}">
                                <a16:creationId xmlns:a16="http://schemas.microsoft.com/office/drawing/2014/main" id="{5F11464D-0F10-5F4B-51A2-831FB2945C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962" name="Rectangle 961">
                            <a:extLst>
                              <a:ext uri="{FF2B5EF4-FFF2-40B4-BE49-F238E27FC236}">
                                <a16:creationId xmlns:a16="http://schemas.microsoft.com/office/drawing/2014/main" id="{BAE7D7AD-02BD-D6FC-978B-928A5441C3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963" name="Rectangle 962">
                            <a:extLst>
                              <a:ext uri="{FF2B5EF4-FFF2-40B4-BE49-F238E27FC236}">
                                <a16:creationId xmlns:a16="http://schemas.microsoft.com/office/drawing/2014/main" id="{B54C71BA-89FC-715C-22A1-E60865E5E1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964" name="Rectangle 963">
                            <a:extLst>
                              <a:ext uri="{FF2B5EF4-FFF2-40B4-BE49-F238E27FC236}">
                                <a16:creationId xmlns:a16="http://schemas.microsoft.com/office/drawing/2014/main" id="{3473B4DA-2035-3B34-5D89-560A8923E7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965" name="Rectangle 964">
                            <a:extLst>
                              <a:ext uri="{FF2B5EF4-FFF2-40B4-BE49-F238E27FC236}">
                                <a16:creationId xmlns:a16="http://schemas.microsoft.com/office/drawing/2014/main" id="{FE29BA3A-F082-2582-F157-200CAAEF12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966" name="Rectangle 965">
                            <a:extLst>
                              <a:ext uri="{FF2B5EF4-FFF2-40B4-BE49-F238E27FC236}">
                                <a16:creationId xmlns:a16="http://schemas.microsoft.com/office/drawing/2014/main" id="{5664B3C8-1E17-36C2-0AC6-E60F4E17D2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967" name="Rectangle 966">
                            <a:extLst>
                              <a:ext uri="{FF2B5EF4-FFF2-40B4-BE49-F238E27FC236}">
                                <a16:creationId xmlns:a16="http://schemas.microsoft.com/office/drawing/2014/main" id="{DC509A65-4687-1A66-4F33-2F5435425F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968" name="Rectangle 967">
                            <a:extLst>
                              <a:ext uri="{FF2B5EF4-FFF2-40B4-BE49-F238E27FC236}">
                                <a16:creationId xmlns:a16="http://schemas.microsoft.com/office/drawing/2014/main" id="{379BE25F-34D2-D32A-79C5-C0FBA43B13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969" name="Rectangle 968">
                            <a:extLst>
                              <a:ext uri="{FF2B5EF4-FFF2-40B4-BE49-F238E27FC236}">
                                <a16:creationId xmlns:a16="http://schemas.microsoft.com/office/drawing/2014/main" id="{B4E7173A-F0EE-9EE6-2092-E0048BED3C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970" name="Rectangle 969">
                            <a:extLst>
                              <a:ext uri="{FF2B5EF4-FFF2-40B4-BE49-F238E27FC236}">
                                <a16:creationId xmlns:a16="http://schemas.microsoft.com/office/drawing/2014/main" id="{175A6564-82BA-7519-5BF0-4C36814B50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886" name="Group 885">
                          <a:extLst>
                            <a:ext uri="{FF2B5EF4-FFF2-40B4-BE49-F238E27FC236}">
                              <a16:creationId xmlns:a16="http://schemas.microsoft.com/office/drawing/2014/main" id="{E242DACA-5F70-15C6-1737-4658A28B47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87" name="Rectangle 886">
                            <a:extLst>
                              <a:ext uri="{FF2B5EF4-FFF2-40B4-BE49-F238E27FC236}">
                                <a16:creationId xmlns:a16="http://schemas.microsoft.com/office/drawing/2014/main" id="{FA95ABC3-0664-77B7-46DE-59DDA38AD6F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88" name="Rectangle 887">
                            <a:extLst>
                              <a:ext uri="{FF2B5EF4-FFF2-40B4-BE49-F238E27FC236}">
                                <a16:creationId xmlns:a16="http://schemas.microsoft.com/office/drawing/2014/main" id="{65E06A1E-33BE-C436-7232-1DEF87D434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89" name="Rectangle 888">
                            <a:extLst>
                              <a:ext uri="{FF2B5EF4-FFF2-40B4-BE49-F238E27FC236}">
                                <a16:creationId xmlns:a16="http://schemas.microsoft.com/office/drawing/2014/main" id="{33B0EE07-F879-9C20-6371-17C9B803FE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90" name="Rectangle 889">
                            <a:extLst>
                              <a:ext uri="{FF2B5EF4-FFF2-40B4-BE49-F238E27FC236}">
                                <a16:creationId xmlns:a16="http://schemas.microsoft.com/office/drawing/2014/main" id="{93B6BB34-01FF-8955-B61F-113C5DEDA33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91" name="Rectangle 890">
                            <a:extLst>
                              <a:ext uri="{FF2B5EF4-FFF2-40B4-BE49-F238E27FC236}">
                                <a16:creationId xmlns:a16="http://schemas.microsoft.com/office/drawing/2014/main" id="{0555CC4B-B50F-B7DF-C01A-A627D1DE3E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92" name="Rectangle 891">
                            <a:extLst>
                              <a:ext uri="{FF2B5EF4-FFF2-40B4-BE49-F238E27FC236}">
                                <a16:creationId xmlns:a16="http://schemas.microsoft.com/office/drawing/2014/main" id="{2A3504DF-B974-8C38-6AE1-66ADE443F3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93" name="Rectangle 892">
                            <a:extLst>
                              <a:ext uri="{FF2B5EF4-FFF2-40B4-BE49-F238E27FC236}">
                                <a16:creationId xmlns:a16="http://schemas.microsoft.com/office/drawing/2014/main" id="{8F47B23B-BAF8-8DF2-486B-F85E44161D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94" name="Rectangle 893">
                            <a:extLst>
                              <a:ext uri="{FF2B5EF4-FFF2-40B4-BE49-F238E27FC236}">
                                <a16:creationId xmlns:a16="http://schemas.microsoft.com/office/drawing/2014/main" id="{B6CB38D0-DA7A-BECB-B26F-D3A1C949DB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95" name="Rectangle 894">
                            <a:extLst>
                              <a:ext uri="{FF2B5EF4-FFF2-40B4-BE49-F238E27FC236}">
                                <a16:creationId xmlns:a16="http://schemas.microsoft.com/office/drawing/2014/main" id="{60539766-D94B-325F-882C-286C397852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960" name="Rectangle 959">
                            <a:extLst>
                              <a:ext uri="{FF2B5EF4-FFF2-40B4-BE49-F238E27FC236}">
                                <a16:creationId xmlns:a16="http://schemas.microsoft.com/office/drawing/2014/main" id="{4066428F-0F22-7850-57C0-1701021B88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65" name="Group 164">
                    <a:extLst>
                      <a:ext uri="{FF2B5EF4-FFF2-40B4-BE49-F238E27FC236}">
                        <a16:creationId xmlns:a16="http://schemas.microsoft.com/office/drawing/2014/main" id="{8311F0B1-C4BE-E76A-63F7-9A204BE1C466}"/>
                      </a:ext>
                    </a:extLst>
                  </p:cNvPr>
                  <p:cNvGrpSpPr/>
                  <p:nvPr/>
                </p:nvGrpSpPr>
                <p:grpSpPr>
                  <a:xfrm>
                    <a:off x="4917155" y="312096"/>
                    <a:ext cx="3998277" cy="345202"/>
                    <a:chOff x="921102" y="312096"/>
                    <a:chExt cx="3998277" cy="345202"/>
                  </a:xfrm>
                </p:grpSpPr>
                <p:grpSp>
                  <p:nvGrpSpPr>
                    <p:cNvPr id="166" name="Group 165">
                      <a:extLst>
                        <a:ext uri="{FF2B5EF4-FFF2-40B4-BE49-F238E27FC236}">
                          <a16:creationId xmlns:a16="http://schemas.microsoft.com/office/drawing/2014/main" id="{8FE2C2B5-3860-FEF4-E2A7-57EDCA67121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2001831" cy="345202"/>
                      <a:chOff x="921102" y="312096"/>
                      <a:chExt cx="2001831" cy="345202"/>
                    </a:xfrm>
                  </p:grpSpPr>
                  <p:grpSp>
                    <p:nvGrpSpPr>
                      <p:cNvPr id="789" name="Group 788">
                        <a:extLst>
                          <a:ext uri="{FF2B5EF4-FFF2-40B4-BE49-F238E27FC236}">
                            <a16:creationId xmlns:a16="http://schemas.microsoft.com/office/drawing/2014/main" id="{93A6C2C6-6649-1A1A-B23B-4A3D7B6F42A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999157" cy="345202"/>
                        <a:chOff x="921102" y="312096"/>
                        <a:chExt cx="999157" cy="345202"/>
                      </a:xfrm>
                    </p:grpSpPr>
                    <p:grpSp>
                      <p:nvGrpSpPr>
                        <p:cNvPr id="813" name="Group 812">
                          <a:extLst>
                            <a:ext uri="{FF2B5EF4-FFF2-40B4-BE49-F238E27FC236}">
                              <a16:creationId xmlns:a16="http://schemas.microsoft.com/office/drawing/2014/main" id="{169E2489-1B0E-5CE7-AE9A-F50626E628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490994" cy="345202"/>
                          <a:chOff x="807993" y="409074"/>
                          <a:chExt cx="43352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71" name="Rectangle 870">
                            <a:extLst>
                              <a:ext uri="{FF2B5EF4-FFF2-40B4-BE49-F238E27FC236}">
                                <a16:creationId xmlns:a16="http://schemas.microsoft.com/office/drawing/2014/main" id="{336EB5D7-B021-235E-F5EE-7EABC0B68D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72" name="Rectangle 871">
                            <a:extLst>
                              <a:ext uri="{FF2B5EF4-FFF2-40B4-BE49-F238E27FC236}">
                                <a16:creationId xmlns:a16="http://schemas.microsoft.com/office/drawing/2014/main" id="{D86F4F1B-A0CA-4192-9FDF-3FCD0D4767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73" name="Rectangle 872">
                            <a:extLst>
                              <a:ext uri="{FF2B5EF4-FFF2-40B4-BE49-F238E27FC236}">
                                <a16:creationId xmlns:a16="http://schemas.microsoft.com/office/drawing/2014/main" id="{79B558E8-5DE1-2054-C310-7A08BE85B1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74" name="Rectangle 873">
                            <a:extLst>
                              <a:ext uri="{FF2B5EF4-FFF2-40B4-BE49-F238E27FC236}">
                                <a16:creationId xmlns:a16="http://schemas.microsoft.com/office/drawing/2014/main" id="{D1747A6A-A288-137B-F73F-1426F31B97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75" name="Rectangle 874">
                            <a:extLst>
                              <a:ext uri="{FF2B5EF4-FFF2-40B4-BE49-F238E27FC236}">
                                <a16:creationId xmlns:a16="http://schemas.microsoft.com/office/drawing/2014/main" id="{A874DC33-FFC3-2488-D7AF-D390E2E855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76" name="Rectangle 875">
                            <a:extLst>
                              <a:ext uri="{FF2B5EF4-FFF2-40B4-BE49-F238E27FC236}">
                                <a16:creationId xmlns:a16="http://schemas.microsoft.com/office/drawing/2014/main" id="{A62CB599-32F0-D1DA-4B6A-853F2960AD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77" name="Rectangle 876">
                            <a:extLst>
                              <a:ext uri="{FF2B5EF4-FFF2-40B4-BE49-F238E27FC236}">
                                <a16:creationId xmlns:a16="http://schemas.microsoft.com/office/drawing/2014/main" id="{61B8A1CE-4F8B-D108-3FC2-83DA7FFA03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78" name="Rectangle 877">
                            <a:extLst>
                              <a:ext uri="{FF2B5EF4-FFF2-40B4-BE49-F238E27FC236}">
                                <a16:creationId xmlns:a16="http://schemas.microsoft.com/office/drawing/2014/main" id="{E2231189-0CCA-D3C1-54D1-31E1494EF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227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79" name="Rectangle 878">
                            <a:extLst>
                              <a:ext uri="{FF2B5EF4-FFF2-40B4-BE49-F238E27FC236}">
                                <a16:creationId xmlns:a16="http://schemas.microsoft.com/office/drawing/2014/main" id="{7844579D-8D25-F940-968C-9C265305DF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5679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80" name="Rectangle 879">
                            <a:extLst>
                              <a:ext uri="{FF2B5EF4-FFF2-40B4-BE49-F238E27FC236}">
                                <a16:creationId xmlns:a16="http://schemas.microsoft.com/office/drawing/2014/main" id="{5DB7DE11-2123-0E17-1909-719EF89393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9580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814" name="Group 813">
                          <a:extLst>
                            <a:ext uri="{FF2B5EF4-FFF2-40B4-BE49-F238E27FC236}">
                              <a16:creationId xmlns:a16="http://schemas.microsoft.com/office/drawing/2014/main" id="{FC7010DE-9DE9-1A99-9907-1944BCBBA08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15" name="Rectangle 814">
                            <a:extLst>
                              <a:ext uri="{FF2B5EF4-FFF2-40B4-BE49-F238E27FC236}">
                                <a16:creationId xmlns:a16="http://schemas.microsoft.com/office/drawing/2014/main" id="{9D871B9B-DAA8-8BE2-159A-AA8F4E2F57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16" name="Rectangle 815">
                            <a:extLst>
                              <a:ext uri="{FF2B5EF4-FFF2-40B4-BE49-F238E27FC236}">
                                <a16:creationId xmlns:a16="http://schemas.microsoft.com/office/drawing/2014/main" id="{3B4CD2EE-5BED-C058-EDE2-EB244F2864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17" name="Rectangle 816">
                            <a:extLst>
                              <a:ext uri="{FF2B5EF4-FFF2-40B4-BE49-F238E27FC236}">
                                <a16:creationId xmlns:a16="http://schemas.microsoft.com/office/drawing/2014/main" id="{091201C5-A180-E598-10C3-91B0D8532F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18" name="Rectangle 817">
                            <a:extLst>
                              <a:ext uri="{FF2B5EF4-FFF2-40B4-BE49-F238E27FC236}">
                                <a16:creationId xmlns:a16="http://schemas.microsoft.com/office/drawing/2014/main" id="{477FB7B0-8B58-1FBF-9F3A-69F225DB95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19" name="Rectangle 818">
                            <a:extLst>
                              <a:ext uri="{FF2B5EF4-FFF2-40B4-BE49-F238E27FC236}">
                                <a16:creationId xmlns:a16="http://schemas.microsoft.com/office/drawing/2014/main" id="{925C5C35-A5E5-F9AC-DD26-EBB75DB6D3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20" name="Rectangle 819">
                            <a:extLst>
                              <a:ext uri="{FF2B5EF4-FFF2-40B4-BE49-F238E27FC236}">
                                <a16:creationId xmlns:a16="http://schemas.microsoft.com/office/drawing/2014/main" id="{2B4CFF74-D67F-9454-9E6A-029556F716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21" name="Rectangle 820">
                            <a:extLst>
                              <a:ext uri="{FF2B5EF4-FFF2-40B4-BE49-F238E27FC236}">
                                <a16:creationId xmlns:a16="http://schemas.microsoft.com/office/drawing/2014/main" id="{EBC75970-C253-3167-2E47-E02B8CF302F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22" name="Rectangle 821">
                            <a:extLst>
                              <a:ext uri="{FF2B5EF4-FFF2-40B4-BE49-F238E27FC236}">
                                <a16:creationId xmlns:a16="http://schemas.microsoft.com/office/drawing/2014/main" id="{2EBD3E3C-DF8B-AEB0-723E-B9B506E6B4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23" name="Rectangle 822">
                            <a:extLst>
                              <a:ext uri="{FF2B5EF4-FFF2-40B4-BE49-F238E27FC236}">
                                <a16:creationId xmlns:a16="http://schemas.microsoft.com/office/drawing/2014/main" id="{4DF29D5D-733E-26E9-8326-3112D68CE5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24" name="Rectangle 823">
                            <a:extLst>
                              <a:ext uri="{FF2B5EF4-FFF2-40B4-BE49-F238E27FC236}">
                                <a16:creationId xmlns:a16="http://schemas.microsoft.com/office/drawing/2014/main" id="{C9CD7232-B6E6-D20A-05BE-5906D8ECB5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790" name="Group 789">
                        <a:extLst>
                          <a:ext uri="{FF2B5EF4-FFF2-40B4-BE49-F238E27FC236}">
                            <a16:creationId xmlns:a16="http://schemas.microsoft.com/office/drawing/2014/main" id="{CABFA227-D7C0-2335-A59B-A3FBCE896DF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791" name="Group 790">
                          <a:extLst>
                            <a:ext uri="{FF2B5EF4-FFF2-40B4-BE49-F238E27FC236}">
                              <a16:creationId xmlns:a16="http://schemas.microsoft.com/office/drawing/2014/main" id="{1A7CE625-2D6C-3E18-EC24-50AF3F9F774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03" name="Rectangle 802">
                            <a:extLst>
                              <a:ext uri="{FF2B5EF4-FFF2-40B4-BE49-F238E27FC236}">
                                <a16:creationId xmlns:a16="http://schemas.microsoft.com/office/drawing/2014/main" id="{A6367A4A-080C-C973-21FC-F87B9DB43F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04" name="Rectangle 803">
                            <a:extLst>
                              <a:ext uri="{FF2B5EF4-FFF2-40B4-BE49-F238E27FC236}">
                                <a16:creationId xmlns:a16="http://schemas.microsoft.com/office/drawing/2014/main" id="{602C6E1A-7CB9-C608-95DF-6A83547DB76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05" name="Rectangle 804">
                            <a:extLst>
                              <a:ext uri="{FF2B5EF4-FFF2-40B4-BE49-F238E27FC236}">
                                <a16:creationId xmlns:a16="http://schemas.microsoft.com/office/drawing/2014/main" id="{05D5142E-0901-3C04-EEC5-2693E0F34C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06" name="Rectangle 805">
                            <a:extLst>
                              <a:ext uri="{FF2B5EF4-FFF2-40B4-BE49-F238E27FC236}">
                                <a16:creationId xmlns:a16="http://schemas.microsoft.com/office/drawing/2014/main" id="{4312ED10-DB67-75E8-AF0D-720D6C1A26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07" name="Rectangle 806">
                            <a:extLst>
                              <a:ext uri="{FF2B5EF4-FFF2-40B4-BE49-F238E27FC236}">
                                <a16:creationId xmlns:a16="http://schemas.microsoft.com/office/drawing/2014/main" id="{647FCA05-1744-A425-D635-605A544423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08" name="Rectangle 807">
                            <a:extLst>
                              <a:ext uri="{FF2B5EF4-FFF2-40B4-BE49-F238E27FC236}">
                                <a16:creationId xmlns:a16="http://schemas.microsoft.com/office/drawing/2014/main" id="{6FF160FA-465E-44DA-8A9C-C985538F40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09" name="Rectangle 808">
                            <a:extLst>
                              <a:ext uri="{FF2B5EF4-FFF2-40B4-BE49-F238E27FC236}">
                                <a16:creationId xmlns:a16="http://schemas.microsoft.com/office/drawing/2014/main" id="{913084F6-7A6C-6739-668E-FC3138ABFF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10" name="Rectangle 809">
                            <a:extLst>
                              <a:ext uri="{FF2B5EF4-FFF2-40B4-BE49-F238E27FC236}">
                                <a16:creationId xmlns:a16="http://schemas.microsoft.com/office/drawing/2014/main" id="{3D3076E0-D2CC-B0F4-7165-73C6941C56A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11" name="Rectangle 810">
                            <a:extLst>
                              <a:ext uri="{FF2B5EF4-FFF2-40B4-BE49-F238E27FC236}">
                                <a16:creationId xmlns:a16="http://schemas.microsoft.com/office/drawing/2014/main" id="{FBEA5E6D-0156-C967-DE01-339F47C675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12" name="Rectangle 811">
                            <a:extLst>
                              <a:ext uri="{FF2B5EF4-FFF2-40B4-BE49-F238E27FC236}">
                                <a16:creationId xmlns:a16="http://schemas.microsoft.com/office/drawing/2014/main" id="{05333165-768A-0690-FACB-2FBD833619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792" name="Group 791">
                          <a:extLst>
                            <a:ext uri="{FF2B5EF4-FFF2-40B4-BE49-F238E27FC236}">
                              <a16:creationId xmlns:a16="http://schemas.microsoft.com/office/drawing/2014/main" id="{583061D0-9CCC-4A0F-AF6E-09C2C5B7261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93" name="Rectangle 792">
                            <a:extLst>
                              <a:ext uri="{FF2B5EF4-FFF2-40B4-BE49-F238E27FC236}">
                                <a16:creationId xmlns:a16="http://schemas.microsoft.com/office/drawing/2014/main" id="{8A1C7B86-CD46-8F89-15F4-22937348E4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94" name="Rectangle 793">
                            <a:extLst>
                              <a:ext uri="{FF2B5EF4-FFF2-40B4-BE49-F238E27FC236}">
                                <a16:creationId xmlns:a16="http://schemas.microsoft.com/office/drawing/2014/main" id="{82EEB97B-94AA-036E-954A-D230DF7A11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95" name="Rectangle 794">
                            <a:extLst>
                              <a:ext uri="{FF2B5EF4-FFF2-40B4-BE49-F238E27FC236}">
                                <a16:creationId xmlns:a16="http://schemas.microsoft.com/office/drawing/2014/main" id="{12B8DB07-C76E-FE72-C38A-EE16D03BA9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96" name="Rectangle 795">
                            <a:extLst>
                              <a:ext uri="{FF2B5EF4-FFF2-40B4-BE49-F238E27FC236}">
                                <a16:creationId xmlns:a16="http://schemas.microsoft.com/office/drawing/2014/main" id="{ED3766F3-6D03-B6EE-5D8D-16AE78EC24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97" name="Rectangle 796">
                            <a:extLst>
                              <a:ext uri="{FF2B5EF4-FFF2-40B4-BE49-F238E27FC236}">
                                <a16:creationId xmlns:a16="http://schemas.microsoft.com/office/drawing/2014/main" id="{38199E9B-5CEB-1632-E0A9-42F7692540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98" name="Rectangle 797">
                            <a:extLst>
                              <a:ext uri="{FF2B5EF4-FFF2-40B4-BE49-F238E27FC236}">
                                <a16:creationId xmlns:a16="http://schemas.microsoft.com/office/drawing/2014/main" id="{92E843CC-49D9-BB69-FBA2-E1435696CE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99" name="Rectangle 798">
                            <a:extLst>
                              <a:ext uri="{FF2B5EF4-FFF2-40B4-BE49-F238E27FC236}">
                                <a16:creationId xmlns:a16="http://schemas.microsoft.com/office/drawing/2014/main" id="{B53D38FF-E822-9170-6AC9-C66086D294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00" name="Rectangle 799">
                            <a:extLst>
                              <a:ext uri="{FF2B5EF4-FFF2-40B4-BE49-F238E27FC236}">
                                <a16:creationId xmlns:a16="http://schemas.microsoft.com/office/drawing/2014/main" id="{B91878ED-BA71-65EA-DC47-8A70C447A4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01" name="Rectangle 800">
                            <a:extLst>
                              <a:ext uri="{FF2B5EF4-FFF2-40B4-BE49-F238E27FC236}">
                                <a16:creationId xmlns:a16="http://schemas.microsoft.com/office/drawing/2014/main" id="{8710190E-287B-1A0C-1FA2-F4B86A950C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802" name="Rectangle 801">
                            <a:extLst>
                              <a:ext uri="{FF2B5EF4-FFF2-40B4-BE49-F238E27FC236}">
                                <a16:creationId xmlns:a16="http://schemas.microsoft.com/office/drawing/2014/main" id="{832106D0-FE34-583A-724B-65D2BC368C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7" name="Group 166">
                      <a:extLst>
                        <a:ext uri="{FF2B5EF4-FFF2-40B4-BE49-F238E27FC236}">
                          <a16:creationId xmlns:a16="http://schemas.microsoft.com/office/drawing/2014/main" id="{439FFF72-B2EB-3725-32C5-DFEF0087C76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68" name="Group 167">
                        <a:extLst>
                          <a:ext uri="{FF2B5EF4-FFF2-40B4-BE49-F238E27FC236}">
                            <a16:creationId xmlns:a16="http://schemas.microsoft.com/office/drawing/2014/main" id="{1FC28F9D-E5A9-5CC2-FDA2-B4900444714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585" name="Group 584">
                          <a:extLst>
                            <a:ext uri="{FF2B5EF4-FFF2-40B4-BE49-F238E27FC236}">
                              <a16:creationId xmlns:a16="http://schemas.microsoft.com/office/drawing/2014/main" id="{6CAE7FF4-E1F3-89C3-4F87-D37447620D3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79" name="Rectangle 778">
                            <a:extLst>
                              <a:ext uri="{FF2B5EF4-FFF2-40B4-BE49-F238E27FC236}">
                                <a16:creationId xmlns:a16="http://schemas.microsoft.com/office/drawing/2014/main" id="{C18737AB-84F2-6E59-9690-918C9E6EC7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80" name="Rectangle 779">
                            <a:extLst>
                              <a:ext uri="{FF2B5EF4-FFF2-40B4-BE49-F238E27FC236}">
                                <a16:creationId xmlns:a16="http://schemas.microsoft.com/office/drawing/2014/main" id="{0C7311D2-4C38-E2A8-491D-F1A8A532A9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81" name="Rectangle 780">
                            <a:extLst>
                              <a:ext uri="{FF2B5EF4-FFF2-40B4-BE49-F238E27FC236}">
                                <a16:creationId xmlns:a16="http://schemas.microsoft.com/office/drawing/2014/main" id="{8032BB3C-A35E-7C45-23F5-E0878435BE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82" name="Rectangle 781">
                            <a:extLst>
                              <a:ext uri="{FF2B5EF4-FFF2-40B4-BE49-F238E27FC236}">
                                <a16:creationId xmlns:a16="http://schemas.microsoft.com/office/drawing/2014/main" id="{DFCBEE4E-53C3-FDF6-2066-C8378D1313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83" name="Rectangle 782">
                            <a:extLst>
                              <a:ext uri="{FF2B5EF4-FFF2-40B4-BE49-F238E27FC236}">
                                <a16:creationId xmlns:a16="http://schemas.microsoft.com/office/drawing/2014/main" id="{D1213FD3-9A89-5FEA-3F95-FFA67B356A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84" name="Rectangle 783">
                            <a:extLst>
                              <a:ext uri="{FF2B5EF4-FFF2-40B4-BE49-F238E27FC236}">
                                <a16:creationId xmlns:a16="http://schemas.microsoft.com/office/drawing/2014/main" id="{174ACB16-3848-48B7-D0B7-C85914C30D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85" name="Rectangle 784">
                            <a:extLst>
                              <a:ext uri="{FF2B5EF4-FFF2-40B4-BE49-F238E27FC236}">
                                <a16:creationId xmlns:a16="http://schemas.microsoft.com/office/drawing/2014/main" id="{031F53B8-A4F0-7C23-DF3E-8582BA57F1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86" name="Rectangle 785">
                            <a:extLst>
                              <a:ext uri="{FF2B5EF4-FFF2-40B4-BE49-F238E27FC236}">
                                <a16:creationId xmlns:a16="http://schemas.microsoft.com/office/drawing/2014/main" id="{74A635D3-5E45-D3D8-E260-0F20690598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87" name="Rectangle 786">
                            <a:extLst>
                              <a:ext uri="{FF2B5EF4-FFF2-40B4-BE49-F238E27FC236}">
                                <a16:creationId xmlns:a16="http://schemas.microsoft.com/office/drawing/2014/main" id="{20F06F3E-9365-AC15-BA9B-A46FE799DF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88" name="Rectangle 787">
                            <a:extLst>
                              <a:ext uri="{FF2B5EF4-FFF2-40B4-BE49-F238E27FC236}">
                                <a16:creationId xmlns:a16="http://schemas.microsoft.com/office/drawing/2014/main" id="{110DF3E8-4F28-F747-F472-B3B571534D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586" name="Group 585">
                          <a:extLst>
                            <a:ext uri="{FF2B5EF4-FFF2-40B4-BE49-F238E27FC236}">
                              <a16:creationId xmlns:a16="http://schemas.microsoft.com/office/drawing/2014/main" id="{BEA398D0-3DE2-E8DE-91F9-2FE7D2837E6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587" name="Rectangle 586">
                            <a:extLst>
                              <a:ext uri="{FF2B5EF4-FFF2-40B4-BE49-F238E27FC236}">
                                <a16:creationId xmlns:a16="http://schemas.microsoft.com/office/drawing/2014/main" id="{86E663B7-3937-BEF1-A8E8-70ED125C80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69" name="Rectangle 768">
                            <a:extLst>
                              <a:ext uri="{FF2B5EF4-FFF2-40B4-BE49-F238E27FC236}">
                                <a16:creationId xmlns:a16="http://schemas.microsoft.com/office/drawing/2014/main" id="{77AF0B94-5C96-79F0-497E-51C7148348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70" name="Rectangle 769">
                            <a:extLst>
                              <a:ext uri="{FF2B5EF4-FFF2-40B4-BE49-F238E27FC236}">
                                <a16:creationId xmlns:a16="http://schemas.microsoft.com/office/drawing/2014/main" id="{41C23572-A393-EA0F-FF51-323ADD556E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71" name="Rectangle 770">
                            <a:extLst>
                              <a:ext uri="{FF2B5EF4-FFF2-40B4-BE49-F238E27FC236}">
                                <a16:creationId xmlns:a16="http://schemas.microsoft.com/office/drawing/2014/main" id="{58387DB1-647C-5457-B22D-A89618191B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72" name="Rectangle 771">
                            <a:extLst>
                              <a:ext uri="{FF2B5EF4-FFF2-40B4-BE49-F238E27FC236}">
                                <a16:creationId xmlns:a16="http://schemas.microsoft.com/office/drawing/2014/main" id="{7C9E0A14-6E67-8C66-A9EC-4156776AC7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73" name="Rectangle 772">
                            <a:extLst>
                              <a:ext uri="{FF2B5EF4-FFF2-40B4-BE49-F238E27FC236}">
                                <a16:creationId xmlns:a16="http://schemas.microsoft.com/office/drawing/2014/main" id="{0BF66A69-6D59-B50E-F6FE-60B9B0E34D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74" name="Rectangle 773">
                            <a:extLst>
                              <a:ext uri="{FF2B5EF4-FFF2-40B4-BE49-F238E27FC236}">
                                <a16:creationId xmlns:a16="http://schemas.microsoft.com/office/drawing/2014/main" id="{25945D1B-FDE4-5E0B-E11E-59C0E292D0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75" name="Rectangle 774">
                            <a:extLst>
                              <a:ext uri="{FF2B5EF4-FFF2-40B4-BE49-F238E27FC236}">
                                <a16:creationId xmlns:a16="http://schemas.microsoft.com/office/drawing/2014/main" id="{3CBB1080-8508-0F41-E276-39B6EDF2FC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76" name="Rectangle 775">
                            <a:extLst>
                              <a:ext uri="{FF2B5EF4-FFF2-40B4-BE49-F238E27FC236}">
                                <a16:creationId xmlns:a16="http://schemas.microsoft.com/office/drawing/2014/main" id="{7CC5DBD7-FCF9-C2B3-BD58-BAEFCF5D11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778" name="Rectangle 777">
                            <a:extLst>
                              <a:ext uri="{FF2B5EF4-FFF2-40B4-BE49-F238E27FC236}">
                                <a16:creationId xmlns:a16="http://schemas.microsoft.com/office/drawing/2014/main" id="{75DBB559-FABF-48E1-2B39-3327D40DF5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  <p:grpSp>
                    <p:nvGrpSpPr>
                      <p:cNvPr id="169" name="Group 168">
                        <a:extLst>
                          <a:ext uri="{FF2B5EF4-FFF2-40B4-BE49-F238E27FC236}">
                            <a16:creationId xmlns:a16="http://schemas.microsoft.com/office/drawing/2014/main" id="{669C1E4D-408B-5A91-3D3D-A56F6C8C06A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70" name="Group 169">
                          <a:extLst>
                            <a:ext uri="{FF2B5EF4-FFF2-40B4-BE49-F238E27FC236}">
                              <a16:creationId xmlns:a16="http://schemas.microsoft.com/office/drawing/2014/main" id="{3BF1331F-5005-EF06-5753-0BE6FA2FCC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91" name="Rectangle 190">
                            <a:extLst>
                              <a:ext uri="{FF2B5EF4-FFF2-40B4-BE49-F238E27FC236}">
                                <a16:creationId xmlns:a16="http://schemas.microsoft.com/office/drawing/2014/main" id="{9926E5C8-425B-42A1-BAF3-2413994E71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76" name="Rectangle 575">
                            <a:extLst>
                              <a:ext uri="{FF2B5EF4-FFF2-40B4-BE49-F238E27FC236}">
                                <a16:creationId xmlns:a16="http://schemas.microsoft.com/office/drawing/2014/main" id="{581E45CA-4079-CE5A-B5C7-454F18397C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77" name="Rectangle 576">
                            <a:extLst>
                              <a:ext uri="{FF2B5EF4-FFF2-40B4-BE49-F238E27FC236}">
                                <a16:creationId xmlns:a16="http://schemas.microsoft.com/office/drawing/2014/main" id="{56D56111-ECC1-8CD7-AA3F-8EA3336B73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78" name="Rectangle 577">
                            <a:extLst>
                              <a:ext uri="{FF2B5EF4-FFF2-40B4-BE49-F238E27FC236}">
                                <a16:creationId xmlns:a16="http://schemas.microsoft.com/office/drawing/2014/main" id="{410483A4-2723-9671-951D-1210C4E0FE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79" name="Rectangle 578">
                            <a:extLst>
                              <a:ext uri="{FF2B5EF4-FFF2-40B4-BE49-F238E27FC236}">
                                <a16:creationId xmlns:a16="http://schemas.microsoft.com/office/drawing/2014/main" id="{F15FECA1-89C8-CB5A-C11E-E47C5B516F0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80" name="Rectangle 579">
                            <a:extLst>
                              <a:ext uri="{FF2B5EF4-FFF2-40B4-BE49-F238E27FC236}">
                                <a16:creationId xmlns:a16="http://schemas.microsoft.com/office/drawing/2014/main" id="{70570247-FD3C-D70F-8AD6-C9CBE51844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81" name="Rectangle 580">
                            <a:extLst>
                              <a:ext uri="{FF2B5EF4-FFF2-40B4-BE49-F238E27FC236}">
                                <a16:creationId xmlns:a16="http://schemas.microsoft.com/office/drawing/2014/main" id="{F6DEA48F-5FB4-BF63-4253-F9C7770B21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82" name="Rectangle 581">
                            <a:extLst>
                              <a:ext uri="{FF2B5EF4-FFF2-40B4-BE49-F238E27FC236}">
                                <a16:creationId xmlns:a16="http://schemas.microsoft.com/office/drawing/2014/main" id="{67ED460A-0DC4-CC91-1011-D4ED96A9D9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83" name="Rectangle 582">
                            <a:extLst>
                              <a:ext uri="{FF2B5EF4-FFF2-40B4-BE49-F238E27FC236}">
                                <a16:creationId xmlns:a16="http://schemas.microsoft.com/office/drawing/2014/main" id="{BF95034A-0F80-143E-97C6-DAB08565E3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584" name="Rectangle 583">
                            <a:extLst>
                              <a:ext uri="{FF2B5EF4-FFF2-40B4-BE49-F238E27FC236}">
                                <a16:creationId xmlns:a16="http://schemas.microsoft.com/office/drawing/2014/main" id="{516B7C86-4A55-8F85-0CBB-5F9C2BFAD8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  <p:grpSp>
                      <p:nvGrpSpPr>
                        <p:cNvPr id="171" name="Group 170">
                          <a:extLst>
                            <a:ext uri="{FF2B5EF4-FFF2-40B4-BE49-F238E27FC236}">
                              <a16:creationId xmlns:a16="http://schemas.microsoft.com/office/drawing/2014/main" id="{1822E48C-1F51-2F9B-D068-1D64C259C6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81" name="Rectangle 180">
                            <a:extLst>
                              <a:ext uri="{FF2B5EF4-FFF2-40B4-BE49-F238E27FC236}">
                                <a16:creationId xmlns:a16="http://schemas.microsoft.com/office/drawing/2014/main" id="{255E54B9-5FF6-A06C-C124-5144E825F1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2" name="Rectangle 181">
                            <a:extLst>
                              <a:ext uri="{FF2B5EF4-FFF2-40B4-BE49-F238E27FC236}">
                                <a16:creationId xmlns:a16="http://schemas.microsoft.com/office/drawing/2014/main" id="{653A548F-64B4-89AB-6D94-A157B8383F4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3" name="Rectangle 182">
                            <a:extLst>
                              <a:ext uri="{FF2B5EF4-FFF2-40B4-BE49-F238E27FC236}">
                                <a16:creationId xmlns:a16="http://schemas.microsoft.com/office/drawing/2014/main" id="{079B07A2-EFDC-4B33-6762-6BEE2C8657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4" name="Rectangle 183">
                            <a:extLst>
                              <a:ext uri="{FF2B5EF4-FFF2-40B4-BE49-F238E27FC236}">
                                <a16:creationId xmlns:a16="http://schemas.microsoft.com/office/drawing/2014/main" id="{27166237-80FE-9595-6F5E-C5904CA333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5" name="Rectangle 184">
                            <a:extLst>
                              <a:ext uri="{FF2B5EF4-FFF2-40B4-BE49-F238E27FC236}">
                                <a16:creationId xmlns:a16="http://schemas.microsoft.com/office/drawing/2014/main" id="{EC5362B7-AA74-1F47-4EA9-14AAF15CF0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6" name="Rectangle 185">
                            <a:extLst>
                              <a:ext uri="{FF2B5EF4-FFF2-40B4-BE49-F238E27FC236}">
                                <a16:creationId xmlns:a16="http://schemas.microsoft.com/office/drawing/2014/main" id="{4DDEB30F-70EE-941C-67D4-FA7176AE5E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7" name="Rectangle 186">
                            <a:extLst>
                              <a:ext uri="{FF2B5EF4-FFF2-40B4-BE49-F238E27FC236}">
                                <a16:creationId xmlns:a16="http://schemas.microsoft.com/office/drawing/2014/main" id="{727FD195-0291-09AD-DCBC-FBBDD9B628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8" name="Rectangle 187">
                            <a:extLst>
                              <a:ext uri="{FF2B5EF4-FFF2-40B4-BE49-F238E27FC236}">
                                <a16:creationId xmlns:a16="http://schemas.microsoft.com/office/drawing/2014/main" id="{C6354480-959C-DD44-E97C-901D6B865A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89" name="Rectangle 188">
                            <a:extLst>
                              <a:ext uri="{FF2B5EF4-FFF2-40B4-BE49-F238E27FC236}">
                                <a16:creationId xmlns:a16="http://schemas.microsoft.com/office/drawing/2014/main" id="{03C7CB2C-552A-80D3-4594-8A38456DE3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  <p:sp>
                        <p:nvSpPr>
                          <p:cNvPr id="190" name="Rectangle 189">
                            <a:extLst>
                              <a:ext uri="{FF2B5EF4-FFF2-40B4-BE49-F238E27FC236}">
                                <a16:creationId xmlns:a16="http://schemas.microsoft.com/office/drawing/2014/main" id="{C171EF2C-726F-250C-5039-3FCF8D071F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2039"/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C2545465-B42E-EA2D-886D-B78F5A508876}"/>
                  </a:ext>
                </a:extLst>
              </p:cNvPr>
              <p:cNvGrpSpPr/>
              <p:nvPr/>
            </p:nvGrpSpPr>
            <p:grpSpPr>
              <a:xfrm>
                <a:off x="10323710" y="3531448"/>
                <a:ext cx="2001831" cy="345202"/>
                <a:chOff x="921102" y="312096"/>
                <a:chExt cx="2001831" cy="345202"/>
              </a:xfrm>
              <a:solidFill>
                <a:schemeClr val="bg2"/>
              </a:solidFill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761D6481-602D-F9F1-13B7-DAF50A331EF6}"/>
                    </a:ext>
                  </a:extLst>
                </p:cNvPr>
                <p:cNvGrpSpPr/>
                <p:nvPr/>
              </p:nvGrpSpPr>
              <p:grpSpPr>
                <a:xfrm>
                  <a:off x="921102" y="312096"/>
                  <a:ext cx="999157" cy="345202"/>
                  <a:chOff x="921102" y="312096"/>
                  <a:chExt cx="999157" cy="345202"/>
                </a:xfrm>
                <a:grpFill/>
              </p:grpSpPr>
              <p:grpSp>
                <p:nvGrpSpPr>
                  <p:cNvPr id="140" name="Group 139">
                    <a:extLst>
                      <a:ext uri="{FF2B5EF4-FFF2-40B4-BE49-F238E27FC236}">
                        <a16:creationId xmlns:a16="http://schemas.microsoft.com/office/drawing/2014/main" id="{58B7B74C-1581-84FC-E138-6B355C11225D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490994" cy="345202"/>
                    <a:chOff x="807993" y="409074"/>
                    <a:chExt cx="433529" cy="304800"/>
                  </a:xfrm>
                  <a:grpFill/>
                </p:grpSpPr>
                <p:sp>
                  <p:nvSpPr>
                    <p:cNvPr id="152" name="Rectangle 151">
                      <a:extLst>
                        <a:ext uri="{FF2B5EF4-FFF2-40B4-BE49-F238E27FC236}">
                          <a16:creationId xmlns:a16="http://schemas.microsoft.com/office/drawing/2014/main" id="{AEBBCEE2-D899-B3DB-6307-A91D981CA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53" name="Rectangle 152">
                      <a:extLst>
                        <a:ext uri="{FF2B5EF4-FFF2-40B4-BE49-F238E27FC236}">
                          <a16:creationId xmlns:a16="http://schemas.microsoft.com/office/drawing/2014/main" id="{EF83A6C1-E5EC-DAAB-48B1-2CE3DBD457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54" name="Rectangle 153">
                      <a:extLst>
                        <a:ext uri="{FF2B5EF4-FFF2-40B4-BE49-F238E27FC236}">
                          <a16:creationId xmlns:a16="http://schemas.microsoft.com/office/drawing/2014/main" id="{3B3E057B-E3F0-412E-6B0D-D47B16827F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55" name="Rectangle 154">
                      <a:extLst>
                        <a:ext uri="{FF2B5EF4-FFF2-40B4-BE49-F238E27FC236}">
                          <a16:creationId xmlns:a16="http://schemas.microsoft.com/office/drawing/2014/main" id="{95B353C2-3A33-F08A-7C00-E1C632ADB2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56" name="Rectangle 155">
                      <a:extLst>
                        <a:ext uri="{FF2B5EF4-FFF2-40B4-BE49-F238E27FC236}">
                          <a16:creationId xmlns:a16="http://schemas.microsoft.com/office/drawing/2014/main" id="{7957BF14-8EC4-26BB-022C-C9D0041EF7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57" name="Rectangle 156">
                      <a:extLst>
                        <a:ext uri="{FF2B5EF4-FFF2-40B4-BE49-F238E27FC236}">
                          <a16:creationId xmlns:a16="http://schemas.microsoft.com/office/drawing/2014/main" id="{95047B98-5A13-EA8D-893C-B5CD6F4A21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58" name="Rectangle 157">
                      <a:extLst>
                        <a:ext uri="{FF2B5EF4-FFF2-40B4-BE49-F238E27FC236}">
                          <a16:creationId xmlns:a16="http://schemas.microsoft.com/office/drawing/2014/main" id="{9D08D083-2336-B671-A57D-8DBBF39265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59" name="Rectangle 158">
                      <a:extLst>
                        <a:ext uri="{FF2B5EF4-FFF2-40B4-BE49-F238E27FC236}">
                          <a16:creationId xmlns:a16="http://schemas.microsoft.com/office/drawing/2014/main" id="{AE737FB8-973B-1BC1-9174-8D984E87CA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2275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0" name="Rectangle 159">
                      <a:extLst>
                        <a:ext uri="{FF2B5EF4-FFF2-40B4-BE49-F238E27FC236}">
                          <a16:creationId xmlns:a16="http://schemas.microsoft.com/office/drawing/2014/main" id="{77BE7F11-8179-52EB-AA3D-9ADCDC7A9A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56792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61" name="Rectangle 160">
                      <a:extLst>
                        <a:ext uri="{FF2B5EF4-FFF2-40B4-BE49-F238E27FC236}">
                          <a16:creationId xmlns:a16="http://schemas.microsoft.com/office/drawing/2014/main" id="{B30472A0-2EC1-AF1C-EC0B-F5FE064B73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9580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  <p:grpSp>
                <p:nvGrpSpPr>
                  <p:cNvPr id="141" name="Group 140">
                    <a:extLst>
                      <a:ext uri="{FF2B5EF4-FFF2-40B4-BE49-F238E27FC236}">
                        <a16:creationId xmlns:a16="http://schemas.microsoft.com/office/drawing/2014/main" id="{2874D60D-ACD8-0C76-8AEC-4A421655DC1F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0" cy="345202"/>
                    <a:chOff x="801033" y="409074"/>
                    <a:chExt cx="447449" cy="304800"/>
                  </a:xfrm>
                  <a:grpFill/>
                </p:grpSpPr>
                <p:sp>
                  <p:nvSpPr>
                    <p:cNvPr id="142" name="Rectangle 141">
                      <a:extLst>
                        <a:ext uri="{FF2B5EF4-FFF2-40B4-BE49-F238E27FC236}">
                          <a16:creationId xmlns:a16="http://schemas.microsoft.com/office/drawing/2014/main" id="{547E3B74-211C-B947-3B88-39317B31E75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3" name="Rectangle 142">
                      <a:extLst>
                        <a:ext uri="{FF2B5EF4-FFF2-40B4-BE49-F238E27FC236}">
                          <a16:creationId xmlns:a16="http://schemas.microsoft.com/office/drawing/2014/main" id="{1CEFF70D-B82E-C7AA-DB91-58D761AE4B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4" name="Rectangle 143">
                      <a:extLst>
                        <a:ext uri="{FF2B5EF4-FFF2-40B4-BE49-F238E27FC236}">
                          <a16:creationId xmlns:a16="http://schemas.microsoft.com/office/drawing/2014/main" id="{59D4CAB5-B98F-6DE2-C94C-7B3DC7CE25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5" name="Rectangle 144">
                      <a:extLst>
                        <a:ext uri="{FF2B5EF4-FFF2-40B4-BE49-F238E27FC236}">
                          <a16:creationId xmlns:a16="http://schemas.microsoft.com/office/drawing/2014/main" id="{F96F48BA-247C-6C43-7BDD-835EE9DF52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6" name="Rectangle 145">
                      <a:extLst>
                        <a:ext uri="{FF2B5EF4-FFF2-40B4-BE49-F238E27FC236}">
                          <a16:creationId xmlns:a16="http://schemas.microsoft.com/office/drawing/2014/main" id="{105A05E2-CE39-B132-BADA-2230A3C313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6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7" name="Rectangle 146">
                      <a:extLst>
                        <a:ext uri="{FF2B5EF4-FFF2-40B4-BE49-F238E27FC236}">
                          <a16:creationId xmlns:a16="http://schemas.microsoft.com/office/drawing/2014/main" id="{2A4668B5-EE81-9ED6-D19F-5A634024F4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8" name="Rectangle 147">
                      <a:extLst>
                        <a:ext uri="{FF2B5EF4-FFF2-40B4-BE49-F238E27FC236}">
                          <a16:creationId xmlns:a16="http://schemas.microsoft.com/office/drawing/2014/main" id="{6CDD6B6B-D7A1-2692-A515-E36835653C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49" name="Rectangle 148">
                      <a:extLst>
                        <a:ext uri="{FF2B5EF4-FFF2-40B4-BE49-F238E27FC236}">
                          <a16:creationId xmlns:a16="http://schemas.microsoft.com/office/drawing/2014/main" id="{CF28C448-A9D2-8122-F820-E9FE3E383D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50" name="Rectangle 149">
                      <a:extLst>
                        <a:ext uri="{FF2B5EF4-FFF2-40B4-BE49-F238E27FC236}">
                          <a16:creationId xmlns:a16="http://schemas.microsoft.com/office/drawing/2014/main" id="{8EFC3989-CEBA-DE1B-56BC-94F9EF7F3A2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51" name="Rectangle 150">
                      <a:extLst>
                        <a:ext uri="{FF2B5EF4-FFF2-40B4-BE49-F238E27FC236}">
                          <a16:creationId xmlns:a16="http://schemas.microsoft.com/office/drawing/2014/main" id="{0E6AF273-F253-9549-DE8C-26D6A7DD9D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109CD7BE-9F97-2583-C520-E5D820B04C99}"/>
                    </a:ext>
                  </a:extLst>
                </p:cNvPr>
                <p:cNvGrpSpPr/>
                <p:nvPr/>
              </p:nvGrpSpPr>
              <p:grpSpPr>
                <a:xfrm>
                  <a:off x="1923775" y="312096"/>
                  <a:ext cx="999158" cy="345202"/>
                  <a:chOff x="921103" y="312096"/>
                  <a:chExt cx="999158" cy="345202"/>
                </a:xfrm>
                <a:grpFill/>
              </p:grpSpPr>
              <p:grpSp>
                <p:nvGrpSpPr>
                  <p:cNvPr id="54" name="Group 53">
                    <a:extLst>
                      <a:ext uri="{FF2B5EF4-FFF2-40B4-BE49-F238E27FC236}">
                        <a16:creationId xmlns:a16="http://schemas.microsoft.com/office/drawing/2014/main" id="{404EBA94-65CC-86E2-6437-98EDD48C10C8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30" name="Rectangle 129">
                      <a:extLst>
                        <a:ext uri="{FF2B5EF4-FFF2-40B4-BE49-F238E27FC236}">
                          <a16:creationId xmlns:a16="http://schemas.microsoft.com/office/drawing/2014/main" id="{32C62469-10ED-3A95-8B71-CA41E284C0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1" name="Rectangle 130">
                      <a:extLst>
                        <a:ext uri="{FF2B5EF4-FFF2-40B4-BE49-F238E27FC236}">
                          <a16:creationId xmlns:a16="http://schemas.microsoft.com/office/drawing/2014/main" id="{3381F4CF-4203-115A-9E36-5D27726E76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2" name="Rectangle 131">
                      <a:extLst>
                        <a:ext uri="{FF2B5EF4-FFF2-40B4-BE49-F238E27FC236}">
                          <a16:creationId xmlns:a16="http://schemas.microsoft.com/office/drawing/2014/main" id="{71CC4BB8-CAA6-F9A9-5646-5E689EC7EB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3" name="Rectangle 132">
                      <a:extLst>
                        <a:ext uri="{FF2B5EF4-FFF2-40B4-BE49-F238E27FC236}">
                          <a16:creationId xmlns:a16="http://schemas.microsoft.com/office/drawing/2014/main" id="{73CE4F5A-36FA-7EEE-83F2-B8114BEFBB1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4" name="Rectangle 133">
                      <a:extLst>
                        <a:ext uri="{FF2B5EF4-FFF2-40B4-BE49-F238E27FC236}">
                          <a16:creationId xmlns:a16="http://schemas.microsoft.com/office/drawing/2014/main" id="{B089614B-69ED-05F2-F0FC-3876287E7B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5" name="Rectangle 134">
                      <a:extLst>
                        <a:ext uri="{FF2B5EF4-FFF2-40B4-BE49-F238E27FC236}">
                          <a16:creationId xmlns:a16="http://schemas.microsoft.com/office/drawing/2014/main" id="{1744C520-A723-72C9-539E-D83FB0161D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6" name="Rectangle 135">
                      <a:extLst>
                        <a:ext uri="{FF2B5EF4-FFF2-40B4-BE49-F238E27FC236}">
                          <a16:creationId xmlns:a16="http://schemas.microsoft.com/office/drawing/2014/main" id="{D2D64762-9B69-992E-51AD-D43AA2192A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7" name="Rectangle 136">
                      <a:extLst>
                        <a:ext uri="{FF2B5EF4-FFF2-40B4-BE49-F238E27FC236}">
                          <a16:creationId xmlns:a16="http://schemas.microsoft.com/office/drawing/2014/main" id="{A6A20F15-1DFF-729C-2BBE-0E88FFE9A7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8" name="Rectangle 137">
                      <a:extLst>
                        <a:ext uri="{FF2B5EF4-FFF2-40B4-BE49-F238E27FC236}">
                          <a16:creationId xmlns:a16="http://schemas.microsoft.com/office/drawing/2014/main" id="{DB093A03-6379-4E99-222F-09504E4B1B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39" name="Rectangle 138">
                      <a:extLst>
                        <a:ext uri="{FF2B5EF4-FFF2-40B4-BE49-F238E27FC236}">
                          <a16:creationId xmlns:a16="http://schemas.microsoft.com/office/drawing/2014/main" id="{D47430BC-E449-A73B-7867-6CC166F013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  <p:grpSp>
                <p:nvGrpSpPr>
                  <p:cNvPr id="55" name="Group 54">
                    <a:extLst>
                      <a:ext uri="{FF2B5EF4-FFF2-40B4-BE49-F238E27FC236}">
                        <a16:creationId xmlns:a16="http://schemas.microsoft.com/office/drawing/2014/main" id="{C427D337-E0FE-CC6C-0124-465B84D98CEC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56" name="Rectangle 55">
                      <a:extLst>
                        <a:ext uri="{FF2B5EF4-FFF2-40B4-BE49-F238E27FC236}">
                          <a16:creationId xmlns:a16="http://schemas.microsoft.com/office/drawing/2014/main" id="{79A71D01-332C-54A2-9BE3-E8C850D006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57" name="Rectangle 56">
                      <a:extLst>
                        <a:ext uri="{FF2B5EF4-FFF2-40B4-BE49-F238E27FC236}">
                          <a16:creationId xmlns:a16="http://schemas.microsoft.com/office/drawing/2014/main" id="{99436D6F-3AF2-D2ED-27DF-CDBC310E15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58" name="Rectangle 57">
                      <a:extLst>
                        <a:ext uri="{FF2B5EF4-FFF2-40B4-BE49-F238E27FC236}">
                          <a16:creationId xmlns:a16="http://schemas.microsoft.com/office/drawing/2014/main" id="{60DA3AFC-A0B5-9951-6E20-2A5272F305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59" name="Rectangle 58">
                      <a:extLst>
                        <a:ext uri="{FF2B5EF4-FFF2-40B4-BE49-F238E27FC236}">
                          <a16:creationId xmlns:a16="http://schemas.microsoft.com/office/drawing/2014/main" id="{DA101C6D-381D-4FA0-D7B3-65524FC15F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60" name="Rectangle 59">
                      <a:extLst>
                        <a:ext uri="{FF2B5EF4-FFF2-40B4-BE49-F238E27FC236}">
                          <a16:creationId xmlns:a16="http://schemas.microsoft.com/office/drawing/2014/main" id="{831D2188-506E-A674-F436-46714415D4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61" name="Rectangle 60">
                      <a:extLst>
                        <a:ext uri="{FF2B5EF4-FFF2-40B4-BE49-F238E27FC236}">
                          <a16:creationId xmlns:a16="http://schemas.microsoft.com/office/drawing/2014/main" id="{1E4C045E-2208-6D15-BE5E-FF96219EB0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62" name="Rectangle 61">
                      <a:extLst>
                        <a:ext uri="{FF2B5EF4-FFF2-40B4-BE49-F238E27FC236}">
                          <a16:creationId xmlns:a16="http://schemas.microsoft.com/office/drawing/2014/main" id="{F4C43E27-CCAE-FD3E-ADF1-5AB1F42F8C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63" name="Rectangle 62">
                      <a:extLst>
                        <a:ext uri="{FF2B5EF4-FFF2-40B4-BE49-F238E27FC236}">
                          <a16:creationId xmlns:a16="http://schemas.microsoft.com/office/drawing/2014/main" id="{DA04C4F4-EA7C-C89B-6923-3C241C43D5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80497DC2-AB0F-B024-E919-BEE1350AE4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  <p:sp>
                  <p:nvSpPr>
                    <p:cNvPr id="129" name="Rectangle 128">
                      <a:extLst>
                        <a:ext uri="{FF2B5EF4-FFF2-40B4-BE49-F238E27FC236}">
                          <a16:creationId xmlns:a16="http://schemas.microsoft.com/office/drawing/2014/main" id="{240D686C-09CC-3B0E-D904-6C95A811E48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039"/>
                    </a:p>
                  </p:txBody>
                </p:sp>
              </p:grpSp>
            </p:grp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021933E7-B73B-E5EB-9C53-8EFC9AD93E74}"/>
                  </a:ext>
                </a:extLst>
              </p:cNvPr>
              <p:cNvGrpSpPr/>
              <p:nvPr/>
            </p:nvGrpSpPr>
            <p:grpSpPr>
              <a:xfrm>
                <a:off x="928539" y="3531448"/>
                <a:ext cx="999158" cy="345202"/>
                <a:chOff x="921103" y="312096"/>
                <a:chExt cx="999158" cy="345202"/>
              </a:xfrm>
              <a:solidFill>
                <a:schemeClr val="bg2"/>
              </a:solidFill>
            </p:grpSpPr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6B992BE0-9E26-8611-9F8B-8E87C1B07494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498877" cy="345202"/>
                  <a:chOff x="807993" y="409074"/>
                  <a:chExt cx="440489" cy="304800"/>
                </a:xfrm>
                <a:grpFill/>
              </p:grpSpPr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16B5AD57-2B4B-3D39-98D8-59060BFA015F}"/>
                      </a:ext>
                    </a:extLst>
                  </p:cNvPr>
                  <p:cNvSpPr/>
                  <p:nvPr/>
                </p:nvSpPr>
                <p:spPr>
                  <a:xfrm>
                    <a:off x="80799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560BC5CE-B480-779F-0046-B3D275871A17}"/>
                      </a:ext>
                    </a:extLst>
                  </p:cNvPr>
                  <p:cNvSpPr/>
                  <p:nvPr/>
                </p:nvSpPr>
                <p:spPr>
                  <a:xfrm>
                    <a:off x="85343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DDFDD9D2-766E-3C56-3C04-872CA4FDF793}"/>
                      </a:ext>
                    </a:extLst>
                  </p:cNvPr>
                  <p:cNvSpPr/>
                  <p:nvPr/>
                </p:nvSpPr>
                <p:spPr>
                  <a:xfrm>
                    <a:off x="89887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C0466E25-FFAB-D37A-486F-EDEDFD779BA0}"/>
                      </a:ext>
                    </a:extLst>
                  </p:cNvPr>
                  <p:cNvSpPr/>
                  <p:nvPr/>
                </p:nvSpPr>
                <p:spPr>
                  <a:xfrm>
                    <a:off x="9439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5FAC4684-8607-B058-37CD-0A9940EBB432}"/>
                      </a:ext>
                    </a:extLst>
                  </p:cNvPr>
                  <p:cNvSpPr/>
                  <p:nvPr/>
                </p:nvSpPr>
                <p:spPr>
                  <a:xfrm>
                    <a:off x="98973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0B38F9A0-C312-9976-7C03-BA6BCC5247A1}"/>
                      </a:ext>
                    </a:extLst>
                  </p:cNvPr>
                  <p:cNvSpPr/>
                  <p:nvPr/>
                </p:nvSpPr>
                <p:spPr>
                  <a:xfrm>
                    <a:off x="1035169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AA2E0A2A-E920-9164-0F88-2A53C32DF4CA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27A41F81-D73A-13BC-5786-C587501F6767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50" name="Rectangle 49">
                    <a:extLst>
                      <a:ext uri="{FF2B5EF4-FFF2-40B4-BE49-F238E27FC236}">
                        <a16:creationId xmlns:a16="http://schemas.microsoft.com/office/drawing/2014/main" id="{5E17CB32-2656-1B1E-A04F-09E839840192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8088D55F-7799-C0DC-7DFC-E008182733CF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</p:grpSp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97AC38B3-BB80-4A13-F7D8-48637F06B1F9}"/>
                    </a:ext>
                  </a:extLst>
                </p:cNvPr>
                <p:cNvGrpSpPr/>
                <p:nvPr/>
              </p:nvGrpSpPr>
              <p:grpSpPr>
                <a:xfrm>
                  <a:off x="1413499" y="312096"/>
                  <a:ext cx="506762" cy="345202"/>
                  <a:chOff x="801032" y="409074"/>
                  <a:chExt cx="447450" cy="304800"/>
                </a:xfrm>
                <a:grpFill/>
              </p:grpSpPr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EA982BFC-8D4D-0457-9400-9607AAFF73B2}"/>
                      </a:ext>
                    </a:extLst>
                  </p:cNvPr>
                  <p:cNvSpPr/>
                  <p:nvPr/>
                </p:nvSpPr>
                <p:spPr>
                  <a:xfrm>
                    <a:off x="80103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69D89BFF-6625-814A-5E27-A39484895B1A}"/>
                      </a:ext>
                    </a:extLst>
                  </p:cNvPr>
                  <p:cNvSpPr/>
                  <p:nvPr/>
                </p:nvSpPr>
                <p:spPr>
                  <a:xfrm>
                    <a:off x="8464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50E13A6B-40A0-E029-631C-8DCDD181EC93}"/>
                      </a:ext>
                    </a:extLst>
                  </p:cNvPr>
                  <p:cNvSpPr/>
                  <p:nvPr/>
                </p:nvSpPr>
                <p:spPr>
                  <a:xfrm>
                    <a:off x="89191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258CE512-44CE-82D2-FBEE-720931BAFB4F}"/>
                      </a:ext>
                    </a:extLst>
                  </p:cNvPr>
                  <p:cNvSpPr/>
                  <p:nvPr/>
                </p:nvSpPr>
                <p:spPr>
                  <a:xfrm>
                    <a:off x="93701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52A6EE37-2F82-0A68-D5F0-F3BE910E7723}"/>
                      </a:ext>
                    </a:extLst>
                  </p:cNvPr>
                  <p:cNvSpPr/>
                  <p:nvPr/>
                </p:nvSpPr>
                <p:spPr>
                  <a:xfrm>
                    <a:off x="98277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37" name="Rectangle 36">
                    <a:extLst>
                      <a:ext uri="{FF2B5EF4-FFF2-40B4-BE49-F238E27FC236}">
                        <a16:creationId xmlns:a16="http://schemas.microsoft.com/office/drawing/2014/main" id="{686BEFBA-F710-C17C-7A5F-A27EEE2B592A}"/>
                      </a:ext>
                    </a:extLst>
                  </p:cNvPr>
                  <p:cNvSpPr/>
                  <p:nvPr/>
                </p:nvSpPr>
                <p:spPr>
                  <a:xfrm>
                    <a:off x="102820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38" name="Rectangle 37">
                    <a:extLst>
                      <a:ext uri="{FF2B5EF4-FFF2-40B4-BE49-F238E27FC236}">
                        <a16:creationId xmlns:a16="http://schemas.microsoft.com/office/drawing/2014/main" id="{0BF59CC0-1425-D37F-D295-F5322D976835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4EE2FC5E-DF8A-D18E-83FB-1487EF1EA24F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DA090BAC-90E3-0F49-9A9B-C7FA95011C32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8A336566-96FA-00EB-64D1-308391EE030A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39"/>
                  </a:p>
                </p:txBody>
              </p:sp>
            </p:grpSp>
          </p:grp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F994F0-2970-E0F7-8DFB-A3C142AC78EE}"/>
                  </a:ext>
                </a:extLst>
              </p:cNvPr>
              <p:cNvSpPr txBox="1"/>
              <p:nvPr/>
            </p:nvSpPr>
            <p:spPr>
              <a:xfrm>
                <a:off x="2224255" y="1579888"/>
                <a:ext cx="814647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b="1" dirty="0"/>
                  <a:t>Lag</a:t>
                </a:r>
              </a:p>
              <a:p>
                <a:pPr algn="ctr"/>
                <a:r>
                  <a:rPr lang="en-US" sz="1100" b="1" dirty="0"/>
                  <a:t>(24 hours)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3CED3A-89EE-D0A0-DAD5-A1F197D1E561}"/>
                  </a:ext>
                </a:extLst>
              </p:cNvPr>
              <p:cNvCxnSpPr>
                <a:cxnSpLocks/>
                <a:stCxn id="26" idx="2"/>
              </p:cNvCxnSpPr>
              <p:nvPr/>
            </p:nvCxnSpPr>
            <p:spPr>
              <a:xfrm flipH="1">
                <a:off x="1976513" y="2010775"/>
                <a:ext cx="655066" cy="324290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EB5B94B-C95A-4185-ECB1-03A91BB2E106}"/>
                  </a:ext>
                </a:extLst>
              </p:cNvPr>
              <p:cNvCxnSpPr>
                <a:cxnSpLocks/>
                <a:stCxn id="26" idx="2"/>
              </p:cNvCxnSpPr>
              <p:nvPr/>
            </p:nvCxnSpPr>
            <p:spPr>
              <a:xfrm>
                <a:off x="2631579" y="2010775"/>
                <a:ext cx="519381" cy="331490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B9E110F0-4F5E-699E-4B60-BA4E786B9D0C}"/>
                  </a:ext>
                </a:extLst>
              </p:cNvPr>
              <p:cNvCxnSpPr/>
              <p:nvPr/>
            </p:nvCxnSpPr>
            <p:spPr>
              <a:xfrm>
                <a:off x="930969" y="4082473"/>
                <a:ext cx="1157506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47076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D9EFAA9-E29B-4221-D4F3-D811F5E1307F}"/>
              </a:ext>
            </a:extLst>
          </p:cNvPr>
          <p:cNvSpPr/>
          <p:nvPr/>
        </p:nvSpPr>
        <p:spPr>
          <a:xfrm>
            <a:off x="1497724" y="914400"/>
            <a:ext cx="3468414" cy="458413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17709AE-8FDF-C392-EB40-16700F8425E9}"/>
              </a:ext>
            </a:extLst>
          </p:cNvPr>
          <p:cNvCxnSpPr>
            <a:cxnSpLocks/>
          </p:cNvCxnSpPr>
          <p:nvPr/>
        </p:nvCxnSpPr>
        <p:spPr>
          <a:xfrm>
            <a:off x="1497724" y="1497724"/>
            <a:ext cx="327801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AA5EA3D-7083-1572-4050-599D243C3DCE}"/>
              </a:ext>
            </a:extLst>
          </p:cNvPr>
          <p:cNvCxnSpPr/>
          <p:nvPr/>
        </p:nvCxnSpPr>
        <p:spPr>
          <a:xfrm>
            <a:off x="1825525" y="1359462"/>
            <a:ext cx="0" cy="27432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6DA9A56-D938-AB49-5490-7B371A23BB21}"/>
              </a:ext>
            </a:extLst>
          </p:cNvPr>
          <p:cNvCxnSpPr>
            <a:cxnSpLocks/>
          </p:cNvCxnSpPr>
          <p:nvPr/>
        </p:nvCxnSpPr>
        <p:spPr>
          <a:xfrm>
            <a:off x="1497724" y="2094083"/>
            <a:ext cx="790357" cy="1102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1E36A43-2A26-7B63-8F0E-36C18C451C17}"/>
              </a:ext>
            </a:extLst>
          </p:cNvPr>
          <p:cNvCxnSpPr/>
          <p:nvPr/>
        </p:nvCxnSpPr>
        <p:spPr>
          <a:xfrm>
            <a:off x="2288081" y="1956923"/>
            <a:ext cx="0" cy="27432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E0D950F-32F3-46C8-F896-DD64FD194C91}"/>
              </a:ext>
            </a:extLst>
          </p:cNvPr>
          <p:cNvCxnSpPr>
            <a:cxnSpLocks/>
          </p:cNvCxnSpPr>
          <p:nvPr/>
        </p:nvCxnSpPr>
        <p:spPr>
          <a:xfrm>
            <a:off x="1497724" y="2690535"/>
            <a:ext cx="1387853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A1CA85E-D281-5149-3F19-5BBA90FE9200}"/>
              </a:ext>
            </a:extLst>
          </p:cNvPr>
          <p:cNvCxnSpPr>
            <a:cxnSpLocks/>
          </p:cNvCxnSpPr>
          <p:nvPr/>
        </p:nvCxnSpPr>
        <p:spPr>
          <a:xfrm>
            <a:off x="2885577" y="2552273"/>
            <a:ext cx="0" cy="27432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4253714-0AB2-4056-0026-F5CABCDACC6D}"/>
              </a:ext>
            </a:extLst>
          </p:cNvPr>
          <p:cNvCxnSpPr>
            <a:cxnSpLocks/>
          </p:cNvCxnSpPr>
          <p:nvPr/>
        </p:nvCxnSpPr>
        <p:spPr>
          <a:xfrm>
            <a:off x="1481540" y="3317084"/>
            <a:ext cx="1863934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185D006-E4CE-178F-988D-1EBE4784A39E}"/>
              </a:ext>
            </a:extLst>
          </p:cNvPr>
          <p:cNvCxnSpPr>
            <a:cxnSpLocks/>
          </p:cNvCxnSpPr>
          <p:nvPr/>
        </p:nvCxnSpPr>
        <p:spPr>
          <a:xfrm>
            <a:off x="3345474" y="3178822"/>
            <a:ext cx="0" cy="27432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9" name="Graphic 38" descr="Stopwatch outline">
            <a:extLst>
              <a:ext uri="{FF2B5EF4-FFF2-40B4-BE49-F238E27FC236}">
                <a16:creationId xmlns:a16="http://schemas.microsoft.com/office/drawing/2014/main" id="{63A68F6B-18BF-A2F5-9513-620F3671CB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49456" y="1027688"/>
            <a:ext cx="331773" cy="331773"/>
          </a:xfrm>
          <a:prstGeom prst="rect">
            <a:avLst/>
          </a:prstGeom>
        </p:spPr>
      </p:pic>
      <p:pic>
        <p:nvPicPr>
          <p:cNvPr id="40" name="Graphic 39" descr="Stopwatch outline">
            <a:extLst>
              <a:ext uri="{FF2B5EF4-FFF2-40B4-BE49-F238E27FC236}">
                <a16:creationId xmlns:a16="http://schemas.microsoft.com/office/drawing/2014/main" id="{63A68F6B-18BF-A2F5-9513-620F3671CB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16912" y="1625150"/>
            <a:ext cx="331773" cy="331773"/>
          </a:xfrm>
          <a:prstGeom prst="rect">
            <a:avLst/>
          </a:prstGeom>
        </p:spPr>
      </p:pic>
      <p:pic>
        <p:nvPicPr>
          <p:cNvPr id="42" name="Graphic 41" descr="Stopwatch outline">
            <a:extLst>
              <a:ext uri="{FF2B5EF4-FFF2-40B4-BE49-F238E27FC236}">
                <a16:creationId xmlns:a16="http://schemas.microsoft.com/office/drawing/2014/main" id="{0D794C36-A698-7E35-9ABA-C2B031C229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19690" y="2222705"/>
            <a:ext cx="331773" cy="331773"/>
          </a:xfrm>
          <a:prstGeom prst="rect">
            <a:avLst/>
          </a:prstGeom>
        </p:spPr>
      </p:pic>
      <p:pic>
        <p:nvPicPr>
          <p:cNvPr id="43" name="Graphic 42" descr="Stopwatch outline">
            <a:extLst>
              <a:ext uri="{FF2B5EF4-FFF2-40B4-BE49-F238E27FC236}">
                <a16:creationId xmlns:a16="http://schemas.microsoft.com/office/drawing/2014/main" id="{B5A1E681-AE51-D687-479D-3346BC7298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84144" y="2847049"/>
            <a:ext cx="331773" cy="331773"/>
          </a:xfrm>
          <a:prstGeom prst="rect">
            <a:avLst/>
          </a:prstGeom>
        </p:spPr>
      </p:pic>
      <p:grpSp>
        <p:nvGrpSpPr>
          <p:cNvPr id="72" name="Group 71">
            <a:extLst>
              <a:ext uri="{FF2B5EF4-FFF2-40B4-BE49-F238E27FC236}">
                <a16:creationId xmlns:a16="http://schemas.microsoft.com/office/drawing/2014/main" id="{115FCE5D-64C1-0918-C7BB-44096DD6C30D}"/>
              </a:ext>
            </a:extLst>
          </p:cNvPr>
          <p:cNvGrpSpPr/>
          <p:nvPr/>
        </p:nvGrpSpPr>
        <p:grpSpPr>
          <a:xfrm>
            <a:off x="1497724" y="5008409"/>
            <a:ext cx="3468414" cy="322165"/>
            <a:chOff x="1497724" y="4082432"/>
            <a:chExt cx="3468414" cy="322165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BA2CD4AE-8456-6C06-A0AD-B44403F7C01D}"/>
                </a:ext>
              </a:extLst>
            </p:cNvPr>
            <p:cNvGrpSpPr/>
            <p:nvPr/>
          </p:nvGrpSpPr>
          <p:grpSpPr>
            <a:xfrm>
              <a:off x="1890838" y="4082432"/>
              <a:ext cx="2464153" cy="98183"/>
              <a:chOff x="1890838" y="4082432"/>
              <a:chExt cx="2464153" cy="98183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63331EC5-3C6F-396C-55FC-28238F4A81B0}"/>
                  </a:ext>
                </a:extLst>
              </p:cNvPr>
              <p:cNvCxnSpPr/>
              <p:nvPr/>
            </p:nvCxnSpPr>
            <p:spPr>
              <a:xfrm>
                <a:off x="4354991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FFD79F1B-B3C9-F7E9-385F-BA1CF374976F}"/>
                  </a:ext>
                </a:extLst>
              </p:cNvPr>
              <p:cNvCxnSpPr/>
              <p:nvPr/>
            </p:nvCxnSpPr>
            <p:spPr>
              <a:xfrm>
                <a:off x="3858551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2196DB32-B124-12EE-9DD0-BB2B9A7C87EC}"/>
                  </a:ext>
                </a:extLst>
              </p:cNvPr>
              <p:cNvCxnSpPr/>
              <p:nvPr/>
            </p:nvCxnSpPr>
            <p:spPr>
              <a:xfrm>
                <a:off x="2885577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4EAB86AD-1BB2-3664-9AFF-0EE3376234F1}"/>
                  </a:ext>
                </a:extLst>
              </p:cNvPr>
              <p:cNvCxnSpPr/>
              <p:nvPr/>
            </p:nvCxnSpPr>
            <p:spPr>
              <a:xfrm>
                <a:off x="3361658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6E05E6C3-75F1-8EDE-CF69-470179CDBED4}"/>
                  </a:ext>
                </a:extLst>
              </p:cNvPr>
              <p:cNvCxnSpPr/>
              <p:nvPr/>
            </p:nvCxnSpPr>
            <p:spPr>
              <a:xfrm>
                <a:off x="2387278" y="4089175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E12B211A-A47D-0D04-C136-4E764B14B677}"/>
                  </a:ext>
                </a:extLst>
              </p:cNvPr>
              <p:cNvCxnSpPr/>
              <p:nvPr/>
            </p:nvCxnSpPr>
            <p:spPr>
              <a:xfrm>
                <a:off x="1890838" y="4089175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D354B85-DC73-A820-BCDD-3E215B0D0A22}"/>
                </a:ext>
              </a:extLst>
            </p:cNvPr>
            <p:cNvGrpSpPr/>
            <p:nvPr/>
          </p:nvGrpSpPr>
          <p:grpSpPr>
            <a:xfrm>
              <a:off x="1497724" y="4134895"/>
              <a:ext cx="3468414" cy="269702"/>
              <a:chOff x="1497724" y="4134895"/>
              <a:chExt cx="3468414" cy="269702"/>
            </a:xfrm>
          </p:grpSpPr>
          <p:cxnSp>
            <p:nvCxnSpPr>
              <p:cNvPr id="57" name="Straight Arrow Connector 56">
                <a:extLst>
                  <a:ext uri="{FF2B5EF4-FFF2-40B4-BE49-F238E27FC236}">
                    <a16:creationId xmlns:a16="http://schemas.microsoft.com/office/drawing/2014/main" id="{F4E30C55-7BE7-E218-C1E1-97F24A7F54D6}"/>
                  </a:ext>
                </a:extLst>
              </p:cNvPr>
              <p:cNvCxnSpPr/>
              <p:nvPr/>
            </p:nvCxnSpPr>
            <p:spPr>
              <a:xfrm>
                <a:off x="1497724" y="4135030"/>
                <a:ext cx="346841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77EC892B-D821-FE15-1156-EC9CA96BD882}"/>
                  </a:ext>
                </a:extLst>
              </p:cNvPr>
              <p:cNvGrpSpPr/>
              <p:nvPr/>
            </p:nvGrpSpPr>
            <p:grpSpPr>
              <a:xfrm>
                <a:off x="1652802" y="4134895"/>
                <a:ext cx="2953750" cy="269702"/>
                <a:chOff x="1652802" y="4134895"/>
                <a:chExt cx="2953750" cy="269702"/>
              </a:xfrm>
            </p:grpSpPr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9F4F32AB-066F-CA7F-8233-A1AED10B8A22}"/>
                    </a:ext>
                  </a:extLst>
                </p:cNvPr>
                <p:cNvSpPr txBox="1"/>
                <p:nvPr/>
              </p:nvSpPr>
              <p:spPr>
                <a:xfrm>
                  <a:off x="1652802" y="4134895"/>
                  <a:ext cx="48603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/>
                    <a:t>0000</a:t>
                  </a:r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38F87A79-F705-93F9-157B-68BA2B2AF5AB}"/>
                    </a:ext>
                  </a:extLst>
                </p:cNvPr>
                <p:cNvSpPr txBox="1"/>
                <p:nvPr/>
              </p:nvSpPr>
              <p:spPr>
                <a:xfrm>
                  <a:off x="2137540" y="4142488"/>
                  <a:ext cx="48603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/>
                    <a:t>0100</a:t>
                  </a: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723FD8DB-838B-5F8C-D96F-569B05CA4E16}"/>
                    </a:ext>
                  </a:extLst>
                </p:cNvPr>
                <p:cNvSpPr txBox="1"/>
                <p:nvPr/>
              </p:nvSpPr>
              <p:spPr>
                <a:xfrm>
                  <a:off x="2647418" y="4142488"/>
                  <a:ext cx="48603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/>
                    <a:t>0200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330264D4-9D47-D484-5DD2-F58AD4EA4678}"/>
                    </a:ext>
                  </a:extLst>
                </p:cNvPr>
                <p:cNvSpPr txBox="1"/>
                <p:nvPr/>
              </p:nvSpPr>
              <p:spPr>
                <a:xfrm>
                  <a:off x="3107553" y="4142488"/>
                  <a:ext cx="48603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/>
                    <a:t>0300</a:t>
                  </a:r>
                </a:p>
              </p:txBody>
            </p: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B806C1AC-22F7-FF48-DB0A-108F4390C775}"/>
                    </a:ext>
                  </a:extLst>
                </p:cNvPr>
                <p:cNvSpPr txBox="1"/>
                <p:nvPr/>
              </p:nvSpPr>
              <p:spPr>
                <a:xfrm>
                  <a:off x="3618308" y="4142987"/>
                  <a:ext cx="48603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/>
                    <a:t>0400</a:t>
                  </a:r>
                </a:p>
              </p:txBody>
            </p:sp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D3FA20CF-4EC6-C36C-3F29-3933717990D2}"/>
                    </a:ext>
                  </a:extLst>
                </p:cNvPr>
                <p:cNvSpPr txBox="1"/>
                <p:nvPr/>
              </p:nvSpPr>
              <p:spPr>
                <a:xfrm>
                  <a:off x="4120522" y="4142488"/>
                  <a:ext cx="48603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/>
                    <a:t>0500</a:t>
                  </a:r>
                </a:p>
              </p:txBody>
            </p:sp>
          </p:grpSp>
        </p:grp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1D77FBA1-91CE-9FB5-C155-6439D3293232}"/>
              </a:ext>
            </a:extLst>
          </p:cNvPr>
          <p:cNvSpPr txBox="1"/>
          <p:nvPr/>
        </p:nvSpPr>
        <p:spPr>
          <a:xfrm>
            <a:off x="1346184" y="5634595"/>
            <a:ext cx="102651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lphaUcPeriod"/>
            </a:pPr>
            <a:endParaRPr lang="en-US" sz="1200" dirty="0"/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ADF2D70-04BF-D97A-4EF3-20B84F2CA12E}"/>
              </a:ext>
            </a:extLst>
          </p:cNvPr>
          <p:cNvCxnSpPr>
            <a:cxnSpLocks/>
          </p:cNvCxnSpPr>
          <p:nvPr/>
        </p:nvCxnSpPr>
        <p:spPr>
          <a:xfrm>
            <a:off x="1497724" y="3981501"/>
            <a:ext cx="2347439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C9B035C1-48DC-2387-03EA-AFF9C5E87802}"/>
              </a:ext>
            </a:extLst>
          </p:cNvPr>
          <p:cNvCxnSpPr>
            <a:cxnSpLocks/>
          </p:cNvCxnSpPr>
          <p:nvPr/>
        </p:nvCxnSpPr>
        <p:spPr>
          <a:xfrm>
            <a:off x="3845163" y="3843239"/>
            <a:ext cx="0" cy="27432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7" name="Graphic 76" descr="Stopwatch outline">
            <a:extLst>
              <a:ext uri="{FF2B5EF4-FFF2-40B4-BE49-F238E27FC236}">
                <a16:creationId xmlns:a16="http://schemas.microsoft.com/office/drawing/2014/main" id="{888CCE79-5A6F-5BD9-56EE-8C38525A4F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83833" y="3511466"/>
            <a:ext cx="331773" cy="331773"/>
          </a:xfrm>
          <a:prstGeom prst="rect">
            <a:avLst/>
          </a:prstGeom>
        </p:spPr>
      </p:pic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F6032AC9-956B-165A-6EF3-675C0404318C}"/>
              </a:ext>
            </a:extLst>
          </p:cNvPr>
          <p:cNvCxnSpPr>
            <a:cxnSpLocks/>
          </p:cNvCxnSpPr>
          <p:nvPr/>
        </p:nvCxnSpPr>
        <p:spPr>
          <a:xfrm>
            <a:off x="1497724" y="4600883"/>
            <a:ext cx="2857267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9D84B2B-E099-8B4D-A560-10BBD29585D3}"/>
              </a:ext>
            </a:extLst>
          </p:cNvPr>
          <p:cNvCxnSpPr>
            <a:cxnSpLocks/>
          </p:cNvCxnSpPr>
          <p:nvPr/>
        </p:nvCxnSpPr>
        <p:spPr>
          <a:xfrm>
            <a:off x="4354991" y="4462621"/>
            <a:ext cx="0" cy="27432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2" name="Graphic 81" descr="Stopwatch outline">
            <a:extLst>
              <a:ext uri="{FF2B5EF4-FFF2-40B4-BE49-F238E27FC236}">
                <a16:creationId xmlns:a16="http://schemas.microsoft.com/office/drawing/2014/main" id="{379A7FEA-7D57-B764-BF02-962B4F4731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93661" y="4130848"/>
            <a:ext cx="331773" cy="331773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9E7B4E5B-06EC-C4B0-6FBB-F843B22B9012}"/>
              </a:ext>
            </a:extLst>
          </p:cNvPr>
          <p:cNvSpPr/>
          <p:nvPr/>
        </p:nvSpPr>
        <p:spPr>
          <a:xfrm>
            <a:off x="5352514" y="914400"/>
            <a:ext cx="6061719" cy="458413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1FB3CD0-A9BB-5174-21FC-79A059AFB857}"/>
              </a:ext>
            </a:extLst>
          </p:cNvPr>
          <p:cNvCxnSpPr>
            <a:cxnSpLocks/>
          </p:cNvCxnSpPr>
          <p:nvPr/>
        </p:nvCxnSpPr>
        <p:spPr>
          <a:xfrm>
            <a:off x="5352515" y="1490594"/>
            <a:ext cx="327801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2193AADB-1B7C-7C38-6829-9EFDDA41753B}"/>
              </a:ext>
            </a:extLst>
          </p:cNvPr>
          <p:cNvCxnSpPr>
            <a:cxnSpLocks/>
          </p:cNvCxnSpPr>
          <p:nvPr/>
        </p:nvCxnSpPr>
        <p:spPr>
          <a:xfrm>
            <a:off x="5680316" y="1360217"/>
            <a:ext cx="0" cy="27432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7" name="Graphic 86" descr="Stopwatch outline">
            <a:extLst>
              <a:ext uri="{FF2B5EF4-FFF2-40B4-BE49-F238E27FC236}">
                <a16:creationId xmlns:a16="http://schemas.microsoft.com/office/drawing/2014/main" id="{0A085076-973D-8AFC-6E44-AE923089A2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04247" y="1028443"/>
            <a:ext cx="331773" cy="331773"/>
          </a:xfrm>
          <a:prstGeom prst="rect">
            <a:avLst/>
          </a:prstGeom>
        </p:spPr>
      </p:pic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8A1941A6-A93B-CAFF-6367-5C79A596C1D1}"/>
              </a:ext>
            </a:extLst>
          </p:cNvPr>
          <p:cNvCxnSpPr>
            <a:cxnSpLocks/>
          </p:cNvCxnSpPr>
          <p:nvPr/>
        </p:nvCxnSpPr>
        <p:spPr>
          <a:xfrm>
            <a:off x="5680316" y="1871787"/>
            <a:ext cx="0" cy="27432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A21F304-D3F3-5D98-2BC2-9BC5E59EF75F}"/>
              </a:ext>
            </a:extLst>
          </p:cNvPr>
          <p:cNvCxnSpPr>
            <a:cxnSpLocks/>
          </p:cNvCxnSpPr>
          <p:nvPr/>
        </p:nvCxnSpPr>
        <p:spPr>
          <a:xfrm>
            <a:off x="5680316" y="2010101"/>
            <a:ext cx="573391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71A45FD2-CB4E-B9E8-C1C4-CFDE5E48FF35}"/>
              </a:ext>
            </a:extLst>
          </p:cNvPr>
          <p:cNvCxnSpPr>
            <a:cxnSpLocks/>
          </p:cNvCxnSpPr>
          <p:nvPr/>
        </p:nvCxnSpPr>
        <p:spPr>
          <a:xfrm>
            <a:off x="6337213" y="3268875"/>
            <a:ext cx="0" cy="27432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43E3668F-6A95-B616-DF01-B843CFBCBB01}"/>
              </a:ext>
            </a:extLst>
          </p:cNvPr>
          <p:cNvCxnSpPr>
            <a:cxnSpLocks/>
          </p:cNvCxnSpPr>
          <p:nvPr/>
        </p:nvCxnSpPr>
        <p:spPr>
          <a:xfrm>
            <a:off x="6337213" y="3407189"/>
            <a:ext cx="50770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300AF05D-047B-94F3-55B7-4A2161DDB52C}"/>
              </a:ext>
            </a:extLst>
          </p:cNvPr>
          <p:cNvCxnSpPr>
            <a:cxnSpLocks/>
          </p:cNvCxnSpPr>
          <p:nvPr/>
        </p:nvCxnSpPr>
        <p:spPr>
          <a:xfrm>
            <a:off x="7199061" y="3997598"/>
            <a:ext cx="0" cy="27432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D309F514-391F-D170-8BC0-2EEB1261DEBF}"/>
              </a:ext>
            </a:extLst>
          </p:cNvPr>
          <p:cNvCxnSpPr>
            <a:cxnSpLocks/>
          </p:cNvCxnSpPr>
          <p:nvPr/>
        </p:nvCxnSpPr>
        <p:spPr>
          <a:xfrm>
            <a:off x="7199061" y="4135912"/>
            <a:ext cx="421517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58BC7E44-34DC-E938-F95C-37CAF476BCA0}"/>
              </a:ext>
            </a:extLst>
          </p:cNvPr>
          <p:cNvCxnSpPr>
            <a:cxnSpLocks/>
          </p:cNvCxnSpPr>
          <p:nvPr/>
        </p:nvCxnSpPr>
        <p:spPr>
          <a:xfrm>
            <a:off x="8455047" y="4783567"/>
            <a:ext cx="0" cy="27432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CEE901ED-CFB9-A537-6FB0-F0EE0A29FD72}"/>
              </a:ext>
            </a:extLst>
          </p:cNvPr>
          <p:cNvCxnSpPr>
            <a:cxnSpLocks/>
          </p:cNvCxnSpPr>
          <p:nvPr/>
        </p:nvCxnSpPr>
        <p:spPr>
          <a:xfrm>
            <a:off x="8455047" y="4921881"/>
            <a:ext cx="29591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CF8F9BC5-DAA1-767C-BF9E-A3C7546CCCDF}"/>
              </a:ext>
            </a:extLst>
          </p:cNvPr>
          <p:cNvCxnSpPr>
            <a:cxnSpLocks/>
          </p:cNvCxnSpPr>
          <p:nvPr/>
        </p:nvCxnSpPr>
        <p:spPr>
          <a:xfrm>
            <a:off x="5937820" y="2567866"/>
            <a:ext cx="0" cy="27432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7451BE7-B548-6AF0-EAE5-5BDCC804CC34}"/>
              </a:ext>
            </a:extLst>
          </p:cNvPr>
          <p:cNvCxnSpPr>
            <a:cxnSpLocks/>
          </p:cNvCxnSpPr>
          <p:nvPr/>
        </p:nvCxnSpPr>
        <p:spPr>
          <a:xfrm>
            <a:off x="5937820" y="2706180"/>
            <a:ext cx="547641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3" name="Rectangle 122">
            <a:extLst>
              <a:ext uri="{FF2B5EF4-FFF2-40B4-BE49-F238E27FC236}">
                <a16:creationId xmlns:a16="http://schemas.microsoft.com/office/drawing/2014/main" id="{707A1500-02C8-4762-0360-8ADF7E3AA7F1}"/>
              </a:ext>
            </a:extLst>
          </p:cNvPr>
          <p:cNvSpPr/>
          <p:nvPr/>
        </p:nvSpPr>
        <p:spPr>
          <a:xfrm>
            <a:off x="5680316" y="1854498"/>
            <a:ext cx="1518741" cy="310513"/>
          </a:xfrm>
          <a:prstGeom prst="rect">
            <a:avLst/>
          </a:prstGeom>
          <a:solidFill>
            <a:srgbClr val="FFFC04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CDFFC4A0-216C-2822-756F-6E93C9FED240}"/>
              </a:ext>
            </a:extLst>
          </p:cNvPr>
          <p:cNvSpPr/>
          <p:nvPr/>
        </p:nvSpPr>
        <p:spPr>
          <a:xfrm>
            <a:off x="5937819" y="2531673"/>
            <a:ext cx="1518741" cy="310513"/>
          </a:xfrm>
          <a:prstGeom prst="rect">
            <a:avLst/>
          </a:prstGeom>
          <a:solidFill>
            <a:srgbClr val="FFFC04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7C6DEECA-1C1E-6CA3-1576-8AE42A9B7E3D}"/>
              </a:ext>
            </a:extLst>
          </p:cNvPr>
          <p:cNvSpPr/>
          <p:nvPr/>
        </p:nvSpPr>
        <p:spPr>
          <a:xfrm>
            <a:off x="6337212" y="3260395"/>
            <a:ext cx="1518741" cy="310513"/>
          </a:xfrm>
          <a:prstGeom prst="rect">
            <a:avLst/>
          </a:prstGeom>
          <a:solidFill>
            <a:srgbClr val="FFFC04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10576DF-2D21-B80B-CE06-7DD9F45F035D}"/>
              </a:ext>
            </a:extLst>
          </p:cNvPr>
          <p:cNvSpPr/>
          <p:nvPr/>
        </p:nvSpPr>
        <p:spPr>
          <a:xfrm>
            <a:off x="7199057" y="3979501"/>
            <a:ext cx="1518741" cy="310513"/>
          </a:xfrm>
          <a:prstGeom prst="rect">
            <a:avLst/>
          </a:prstGeom>
          <a:solidFill>
            <a:srgbClr val="FFFC04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5B5E97A7-2A3C-5314-4903-80FDEE8E05E7}"/>
              </a:ext>
            </a:extLst>
          </p:cNvPr>
          <p:cNvSpPr/>
          <p:nvPr/>
        </p:nvSpPr>
        <p:spPr>
          <a:xfrm>
            <a:off x="8455046" y="4783567"/>
            <a:ext cx="1518741" cy="310513"/>
          </a:xfrm>
          <a:prstGeom prst="rect">
            <a:avLst/>
          </a:prstGeom>
          <a:solidFill>
            <a:srgbClr val="FFFC04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3EC20978-5EC2-5D29-76A8-1132E2DEF21D}"/>
              </a:ext>
            </a:extLst>
          </p:cNvPr>
          <p:cNvSpPr txBox="1"/>
          <p:nvPr/>
        </p:nvSpPr>
        <p:spPr>
          <a:xfrm>
            <a:off x="1065199" y="729734"/>
            <a:ext cx="391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A.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8F892FC-D33D-77E7-AD49-6AB6A75B36E4}"/>
              </a:ext>
            </a:extLst>
          </p:cNvPr>
          <p:cNvSpPr txBox="1"/>
          <p:nvPr/>
        </p:nvSpPr>
        <p:spPr>
          <a:xfrm>
            <a:off x="4974247" y="729734"/>
            <a:ext cx="384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32448135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110</TotalTime>
  <Words>129</Words>
  <Application>Microsoft Office PowerPoint</Application>
  <PresentationFormat>Widescreen</PresentationFormat>
  <Paragraphs>30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Kendra Wyant</dc:creator>
  <cp:lastModifiedBy>Kendra Wyant</cp:lastModifiedBy>
  <cp:revision>30</cp:revision>
  <dcterms:created xsi:type="dcterms:W3CDTF">2024-07-30T14:26:47Z</dcterms:created>
  <dcterms:modified xsi:type="dcterms:W3CDTF">2024-07-31T15:46:16Z</dcterms:modified>
</cp:coreProperties>
</file>