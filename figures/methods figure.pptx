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258" r:id="rId2"/>
    <p:sldId id="260" r:id="rId3"/>
    <p:sldId id="261" r:id="rId4"/>
    <p:sldId id="262" r:id="rId5"/>
  </p:sldIdLst>
  <p:sldSz cx="97536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CBEB"/>
    <a:srgbClr val="FFFC04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>
        <p:scale>
          <a:sx n="80" d="100"/>
          <a:sy n="80" d="100"/>
        </p:scale>
        <p:origin x="1812" y="-19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606675" y="1143000"/>
            <a:ext cx="16446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606675" y="1143000"/>
            <a:ext cx="1644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606675" y="1143000"/>
            <a:ext cx="1644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2817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992968"/>
            <a:ext cx="8290560" cy="6366933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9605435"/>
            <a:ext cx="7315200" cy="4415365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58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192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481" y="4559305"/>
            <a:ext cx="8412480" cy="7607299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81" y="12238572"/>
            <a:ext cx="8412480" cy="40004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079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0" y="4868333"/>
            <a:ext cx="414528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7760" y="4868333"/>
            <a:ext cx="414528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130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973671"/>
            <a:ext cx="841248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832" y="4483101"/>
            <a:ext cx="4126229" cy="219709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32" y="6680200"/>
            <a:ext cx="4126229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7761" y="4483101"/>
            <a:ext cx="4146550" cy="2197099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7761" y="6680200"/>
            <a:ext cx="414655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46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90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833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1219200"/>
            <a:ext cx="3145790" cy="426720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550" y="2633138"/>
            <a:ext cx="4937760" cy="12996333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5486400"/>
            <a:ext cx="3145790" cy="1016423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881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1219200"/>
            <a:ext cx="3145790" cy="426720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6550" y="2633138"/>
            <a:ext cx="4937760" cy="12996333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5486400"/>
            <a:ext cx="3145790" cy="1016423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34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291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9921" y="973667"/>
            <a:ext cx="210312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61" y="973667"/>
            <a:ext cx="6187440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71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973671"/>
            <a:ext cx="841248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4868333"/>
            <a:ext cx="841248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560" y="16950271"/>
            <a:ext cx="219456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7/31/2024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0880" y="16950271"/>
            <a:ext cx="329184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480" y="16950271"/>
            <a:ext cx="219456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261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5390" rtl="0" eaLnBrk="1" latinLnBrk="0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0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0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-77329" y="6847429"/>
            <a:ext cx="9657402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8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8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1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0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8" y="2028256"/>
                <a:ext cx="4197812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6" y="1579888"/>
                <a:ext cx="8313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33858"/>
                <a:ext cx="655069" cy="3012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2" y="2033858"/>
                <a:ext cx="519385" cy="3084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96FCB9FF-125D-88D7-13E1-C01CEF4E40DB}"/>
              </a:ext>
            </a:extLst>
          </p:cNvPr>
          <p:cNvGrpSpPr/>
          <p:nvPr/>
        </p:nvGrpSpPr>
        <p:grpSpPr>
          <a:xfrm>
            <a:off x="852160" y="6984587"/>
            <a:ext cx="6484033" cy="3850352"/>
            <a:chOff x="1065199" y="729734"/>
            <a:chExt cx="8102449" cy="435389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1605481"/>
              <a:ext cx="1975303" cy="1102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2188478"/>
              <a:ext cx="2437859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2799394"/>
              <a:ext cx="303535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39" name="Graphic 38" descr="Stopwatch outline">
              <a:extLst>
                <a:ext uri="{FF2B5EF4-FFF2-40B4-BE49-F238E27FC236}">
                  <a16:creationId xmlns:a16="http://schemas.microsoft.com/office/drawing/2014/main" id="{63A68F6B-18BF-A2F5-9513-620F3671C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96958" y="1071231"/>
              <a:ext cx="331773" cy="331773"/>
            </a:xfrm>
            <a:prstGeom prst="rect">
              <a:avLst/>
            </a:prstGeom>
          </p:spPr>
        </p:pic>
        <p:pic>
          <p:nvPicPr>
            <p:cNvPr id="40" name="Graphic 39" descr="Stopwatch outline">
              <a:extLst>
                <a:ext uri="{FF2B5EF4-FFF2-40B4-BE49-F238E27FC236}">
                  <a16:creationId xmlns:a16="http://schemas.microsoft.com/office/drawing/2014/main" id="{63A68F6B-18BF-A2F5-9513-620F3671C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64414" y="1668693"/>
              <a:ext cx="331773" cy="331773"/>
            </a:xfrm>
            <a:prstGeom prst="rect">
              <a:avLst/>
            </a:prstGeom>
          </p:spPr>
        </p:pic>
        <p:pic>
          <p:nvPicPr>
            <p:cNvPr id="42" name="Graphic 41" descr="Stopwatch outline">
              <a:extLst>
                <a:ext uri="{FF2B5EF4-FFF2-40B4-BE49-F238E27FC236}">
                  <a16:creationId xmlns:a16="http://schemas.microsoft.com/office/drawing/2014/main" id="{0D794C36-A698-7E35-9ABA-C2B031C22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67192" y="2255362"/>
              <a:ext cx="331773" cy="331773"/>
            </a:xfrm>
            <a:prstGeom prst="rect">
              <a:avLst/>
            </a:prstGeom>
          </p:spPr>
        </p:pic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3521562" y="4681839"/>
              <a:ext cx="2443892" cy="98183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1497724" y="4726129"/>
              <a:ext cx="7606860" cy="273806"/>
              <a:chOff x="-149778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49778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3560824"/>
              <a:ext cx="6019684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77" name="Graphic 76" descr="Stopwatch outline">
              <a:extLst>
                <a:ext uri="{FF2B5EF4-FFF2-40B4-BE49-F238E27FC236}">
                  <a16:creationId xmlns:a16="http://schemas.microsoft.com/office/drawing/2014/main" id="{888CCE79-5A6F-5BD9-56EE-8C38525A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356078" y="3043378"/>
              <a:ext cx="331773" cy="331773"/>
            </a:xfrm>
            <a:prstGeom prst="rect">
              <a:avLst/>
            </a:prstGeom>
          </p:spPr>
        </p:pic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4208997"/>
              <a:ext cx="653778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2" name="Graphic 81" descr="Stopwatch outline">
              <a:extLst>
                <a:ext uri="{FF2B5EF4-FFF2-40B4-BE49-F238E27FC236}">
                  <a16:creationId xmlns:a16="http://schemas.microsoft.com/office/drawing/2014/main" id="{379A7FEA-7D57-B764-BF02-962B4F4731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874174" y="3630102"/>
              <a:ext cx="331773" cy="331773"/>
            </a:xfrm>
            <a:prstGeom prst="rect">
              <a:avLst/>
            </a:prstGeom>
          </p:spPr>
        </p:pic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1065199" y="729734"/>
              <a:ext cx="437480" cy="354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1497724" y="968924"/>
              <a:ext cx="7669924" cy="411470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7258667" y="4745852"/>
              <a:ext cx="535231" cy="2575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7515249" y="4680428"/>
              <a:ext cx="0" cy="9144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6446455" y="4680428"/>
              <a:ext cx="562720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7780116" y="4747901"/>
              <a:ext cx="535231" cy="2575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8036698" y="4671591"/>
              <a:ext cx="0" cy="9144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4327690" y="3074705"/>
              <a:ext cx="393572" cy="222231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960" b="1" dirty="0"/>
                <a:t>…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B7AD30D-934E-BD63-899D-45FF2BB5C3EF}"/>
                </a:ext>
              </a:extLst>
            </p:cNvPr>
            <p:cNvSpPr/>
            <p:nvPr/>
          </p:nvSpPr>
          <p:spPr>
            <a:xfrm>
              <a:off x="1497724" y="1455172"/>
              <a:ext cx="1975303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8DD89DAB-FDB9-594E-C156-FD3ABBA68114}"/>
                </a:ext>
              </a:extLst>
            </p:cNvPr>
            <p:cNvSpPr txBox="1"/>
            <p:nvPr/>
          </p:nvSpPr>
          <p:spPr>
            <a:xfrm>
              <a:off x="1623592" y="1200336"/>
              <a:ext cx="1723079" cy="2714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Feature Scoring Epoch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55FA8E0-A0C3-036C-0BAB-213EE6C71842}"/>
                </a:ext>
              </a:extLst>
            </p:cNvPr>
            <p:cNvSpPr/>
            <p:nvPr/>
          </p:nvSpPr>
          <p:spPr>
            <a:xfrm>
              <a:off x="1498983" y="2638737"/>
              <a:ext cx="3075552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D91D72A6-2AFC-3B1D-8C19-FFA3BB9E33E3}"/>
                </a:ext>
              </a:extLst>
            </p:cNvPr>
            <p:cNvSpPr/>
            <p:nvPr/>
          </p:nvSpPr>
          <p:spPr>
            <a:xfrm>
              <a:off x="1498427" y="2054007"/>
              <a:ext cx="2448042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2CF6844E-6A77-DD95-F0D9-9A739EDF44A4}"/>
                </a:ext>
              </a:extLst>
            </p:cNvPr>
            <p:cNvSpPr/>
            <p:nvPr/>
          </p:nvSpPr>
          <p:spPr>
            <a:xfrm>
              <a:off x="1507303" y="3410787"/>
              <a:ext cx="6019683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AE09411F-D969-B5C5-6354-DFDF73FDF551}"/>
                </a:ext>
              </a:extLst>
            </p:cNvPr>
            <p:cNvSpPr/>
            <p:nvPr/>
          </p:nvSpPr>
          <p:spPr>
            <a:xfrm>
              <a:off x="1498981" y="4061301"/>
              <a:ext cx="6536515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</p:grp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E09D62B-A4A6-8609-F468-7D2B63ADF404}"/>
              </a:ext>
            </a:extLst>
          </p:cNvPr>
          <p:cNvGrpSpPr/>
          <p:nvPr/>
        </p:nvGrpSpPr>
        <p:grpSpPr>
          <a:xfrm>
            <a:off x="1076949" y="7289751"/>
            <a:ext cx="8212095" cy="3841380"/>
            <a:chOff x="1346184" y="1111187"/>
            <a:chExt cx="10265119" cy="4801725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D77FBA1-91CE-9FB5-C155-6439D3293232}"/>
                </a:ext>
              </a:extLst>
            </p:cNvPr>
            <p:cNvSpPr txBox="1"/>
            <p:nvPr/>
          </p:nvSpPr>
          <p:spPr>
            <a:xfrm>
              <a:off x="1346184" y="5612829"/>
              <a:ext cx="10265119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2886" indent="-182886">
                <a:buAutoNum type="alphaUcPeriod"/>
              </a:pPr>
              <a:endParaRPr lang="en-US" sz="96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E7B4E5B-06EC-C4B0-6FBB-F843B22B9012}"/>
                </a:ext>
              </a:extLst>
            </p:cNvPr>
            <p:cNvSpPr/>
            <p:nvPr/>
          </p:nvSpPr>
          <p:spPr>
            <a:xfrm>
              <a:off x="2617077" y="1308538"/>
              <a:ext cx="7669924" cy="414520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1FB3CD0-A9BB-5174-21FC-79A059AFB857}"/>
                </a:ext>
              </a:extLst>
            </p:cNvPr>
            <p:cNvCxnSpPr>
              <a:cxnSpLocks/>
              <a:stCxn id="115" idx="1"/>
            </p:cNvCxnSpPr>
            <p:nvPr/>
          </p:nvCxnSpPr>
          <p:spPr>
            <a:xfrm>
              <a:off x="2613568" y="1945414"/>
              <a:ext cx="767343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7" name="Graphic 86" descr="Stopwatch outline">
              <a:extLst>
                <a:ext uri="{FF2B5EF4-FFF2-40B4-BE49-F238E27FC236}">
                  <a16:creationId xmlns:a16="http://schemas.microsoft.com/office/drawing/2014/main" id="{0A085076-973D-8AFC-6E44-AE923089A2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694619" y="1307560"/>
              <a:ext cx="331773" cy="331773"/>
            </a:xfrm>
            <a:prstGeom prst="rect">
              <a:avLst/>
            </a:prstGeom>
          </p:spPr>
        </p:pic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43E3668F-6A95-B616-DF01-B843CFBCBB01}"/>
                </a:ext>
              </a:extLst>
            </p:cNvPr>
            <p:cNvCxnSpPr>
              <a:cxnSpLocks/>
              <a:stCxn id="132" idx="1"/>
            </p:cNvCxnSpPr>
            <p:nvPr/>
          </p:nvCxnSpPr>
          <p:spPr>
            <a:xfrm flipV="1">
              <a:off x="2617076" y="3493129"/>
              <a:ext cx="7669925" cy="1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D309F514-391F-D170-8BC0-2EEB1261DEBF}"/>
                </a:ext>
              </a:extLst>
            </p:cNvPr>
            <p:cNvCxnSpPr>
              <a:cxnSpLocks/>
              <a:stCxn id="136" idx="1"/>
            </p:cNvCxnSpPr>
            <p:nvPr/>
          </p:nvCxnSpPr>
          <p:spPr>
            <a:xfrm flipV="1">
              <a:off x="2619693" y="4243623"/>
              <a:ext cx="7667308" cy="33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CEE901ED-CFB9-A537-6FB0-F0EE0A29FD72}"/>
                </a:ext>
              </a:extLst>
            </p:cNvPr>
            <p:cNvCxnSpPr>
              <a:cxnSpLocks/>
              <a:stCxn id="140" idx="1"/>
            </p:cNvCxnSpPr>
            <p:nvPr/>
          </p:nvCxnSpPr>
          <p:spPr>
            <a:xfrm>
              <a:off x="2626263" y="5028988"/>
              <a:ext cx="766073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7451BE7-B548-6AF0-EAE5-5BDCC804CC34}"/>
                </a:ext>
              </a:extLst>
            </p:cNvPr>
            <p:cNvCxnSpPr>
              <a:cxnSpLocks/>
              <a:stCxn id="120" idx="1"/>
            </p:cNvCxnSpPr>
            <p:nvPr/>
          </p:nvCxnSpPr>
          <p:spPr>
            <a:xfrm>
              <a:off x="2611447" y="2729642"/>
              <a:ext cx="767555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4" name="Graphic 3" descr="Stopwatch outline">
              <a:extLst>
                <a:ext uri="{FF2B5EF4-FFF2-40B4-BE49-F238E27FC236}">
                  <a16:creationId xmlns:a16="http://schemas.microsoft.com/office/drawing/2014/main" id="{5FF8A0EF-3F73-2228-1A14-93586861BE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681852" y="2122903"/>
              <a:ext cx="331773" cy="331773"/>
            </a:xfrm>
            <a:prstGeom prst="rect">
              <a:avLst/>
            </a:prstGeom>
          </p:spPr>
        </p:pic>
        <p:pic>
          <p:nvPicPr>
            <p:cNvPr id="9" name="Graphic 8" descr="Stopwatch outline">
              <a:extLst>
                <a:ext uri="{FF2B5EF4-FFF2-40B4-BE49-F238E27FC236}">
                  <a16:creationId xmlns:a16="http://schemas.microsoft.com/office/drawing/2014/main" id="{856DE3DA-4D1F-5CAB-A703-C176928B1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689741" y="2935576"/>
              <a:ext cx="331773" cy="331773"/>
            </a:xfrm>
            <a:prstGeom prst="rect">
              <a:avLst/>
            </a:prstGeom>
          </p:spPr>
        </p:pic>
        <p:pic>
          <p:nvPicPr>
            <p:cNvPr id="19" name="Graphic 18" descr="Stopwatch outline">
              <a:extLst>
                <a:ext uri="{FF2B5EF4-FFF2-40B4-BE49-F238E27FC236}">
                  <a16:creationId xmlns:a16="http://schemas.microsoft.com/office/drawing/2014/main" id="{98B7B395-0C9A-0906-1AAA-F92FD9A5E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697621" y="3676837"/>
              <a:ext cx="331773" cy="331773"/>
            </a:xfrm>
            <a:prstGeom prst="rect">
              <a:avLst/>
            </a:prstGeom>
          </p:spPr>
        </p:pic>
        <p:pic>
          <p:nvPicPr>
            <p:cNvPr id="22" name="Graphic 21" descr="Stopwatch outline">
              <a:extLst>
                <a:ext uri="{FF2B5EF4-FFF2-40B4-BE49-F238E27FC236}">
                  <a16:creationId xmlns:a16="http://schemas.microsoft.com/office/drawing/2014/main" id="{863046BB-9DB4-361B-73B6-FF20B58A85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705502" y="4478624"/>
              <a:ext cx="331773" cy="331773"/>
            </a:xfrm>
            <a:prstGeom prst="rect">
              <a:avLst/>
            </a:prstGeom>
          </p:spPr>
        </p:pic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A3F345D9-237D-77EE-2CE3-7B3630AF6083}"/>
                </a:ext>
              </a:extLst>
            </p:cNvPr>
            <p:cNvSpPr txBox="1"/>
            <p:nvPr/>
          </p:nvSpPr>
          <p:spPr>
            <a:xfrm>
              <a:off x="4868718" y="1536871"/>
              <a:ext cx="1479171" cy="300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Prediction Window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6AAC962-D716-779B-F927-D64FE111AFEB}"/>
                </a:ext>
              </a:extLst>
            </p:cNvPr>
            <p:cNvSpPr txBox="1"/>
            <p:nvPr/>
          </p:nvSpPr>
          <p:spPr>
            <a:xfrm>
              <a:off x="4823974" y="2326457"/>
              <a:ext cx="463268" cy="300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Lag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C2575E4-329A-C08B-B243-F3A788BDCC70}"/>
                </a:ext>
              </a:extLst>
            </p:cNvPr>
            <p:cNvSpPr txBox="1"/>
            <p:nvPr/>
          </p:nvSpPr>
          <p:spPr>
            <a:xfrm>
              <a:off x="2228912" y="1111187"/>
              <a:ext cx="432009" cy="3924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B.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07A1500-02C8-4762-0360-8ADF7E3AA7F1}"/>
                </a:ext>
              </a:extLst>
            </p:cNvPr>
            <p:cNvSpPr/>
            <p:nvPr/>
          </p:nvSpPr>
          <p:spPr>
            <a:xfrm>
              <a:off x="4868390" y="1789188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DF97C123-9303-4A67-9D11-949A5B05D939}"/>
                </a:ext>
              </a:extLst>
            </p:cNvPr>
            <p:cNvSpPr/>
            <p:nvPr/>
          </p:nvSpPr>
          <p:spPr>
            <a:xfrm>
              <a:off x="2613568" y="1795377"/>
              <a:ext cx="2241780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C6DCD67-352D-D739-0187-E1AAD68D53EC}"/>
                </a:ext>
              </a:extLst>
            </p:cNvPr>
            <p:cNvSpPr/>
            <p:nvPr/>
          </p:nvSpPr>
          <p:spPr>
            <a:xfrm>
              <a:off x="4857714" y="2564336"/>
              <a:ext cx="384048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7473BDE7-7079-E8E2-F2AC-477BC542B093}"/>
                </a:ext>
              </a:extLst>
            </p:cNvPr>
            <p:cNvSpPr/>
            <p:nvPr/>
          </p:nvSpPr>
          <p:spPr>
            <a:xfrm>
              <a:off x="2611447" y="2579605"/>
              <a:ext cx="2241780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CDFFC4A0-216C-2822-756F-6E93C9FED240}"/>
                </a:ext>
              </a:extLst>
            </p:cNvPr>
            <p:cNvSpPr/>
            <p:nvPr/>
          </p:nvSpPr>
          <p:spPr>
            <a:xfrm>
              <a:off x="5262903" y="2564337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C6DEECA-1C1E-6CA3-1576-8AE42A9B7E3D}"/>
                </a:ext>
              </a:extLst>
            </p:cNvPr>
            <p:cNvSpPr/>
            <p:nvPr/>
          </p:nvSpPr>
          <p:spPr>
            <a:xfrm>
              <a:off x="5662296" y="3325717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F444BFDE-A8BD-76EB-4CBD-AA904F67BC27}"/>
                </a:ext>
              </a:extLst>
            </p:cNvPr>
            <p:cNvSpPr/>
            <p:nvPr/>
          </p:nvSpPr>
          <p:spPr>
            <a:xfrm>
              <a:off x="4857922" y="3330706"/>
              <a:ext cx="786384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0EFA8812-8C85-985C-6619-88234C8B9F39}"/>
                </a:ext>
              </a:extLst>
            </p:cNvPr>
            <p:cNvSpPr/>
            <p:nvPr/>
          </p:nvSpPr>
          <p:spPr>
            <a:xfrm>
              <a:off x="2617076" y="3343093"/>
              <a:ext cx="2233533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510576DF-2D21-B80B-CE06-7DD9F45F035D}"/>
                </a:ext>
              </a:extLst>
            </p:cNvPr>
            <p:cNvSpPr/>
            <p:nvPr/>
          </p:nvSpPr>
          <p:spPr>
            <a:xfrm>
              <a:off x="6524141" y="4088367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AA4844A6-BAF7-7EDA-39B7-C11B4519BFB2}"/>
                </a:ext>
              </a:extLst>
            </p:cNvPr>
            <p:cNvSpPr/>
            <p:nvPr/>
          </p:nvSpPr>
          <p:spPr>
            <a:xfrm>
              <a:off x="4865805" y="4080683"/>
              <a:ext cx="1636776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26BF238-EBB5-5BE5-351D-0B515505CCD1}"/>
                </a:ext>
              </a:extLst>
            </p:cNvPr>
            <p:cNvSpPr/>
            <p:nvPr/>
          </p:nvSpPr>
          <p:spPr>
            <a:xfrm>
              <a:off x="2619693" y="4093619"/>
              <a:ext cx="2233534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669B7824-24EE-9597-C8A9-5EF8E2A870A0}"/>
                </a:ext>
              </a:extLst>
            </p:cNvPr>
            <p:cNvSpPr/>
            <p:nvPr/>
          </p:nvSpPr>
          <p:spPr>
            <a:xfrm>
              <a:off x="4859798" y="4875923"/>
              <a:ext cx="2898559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5B5E97A7-2A3C-5314-4903-80FDEE8E05E7}"/>
                </a:ext>
              </a:extLst>
            </p:cNvPr>
            <p:cNvSpPr/>
            <p:nvPr/>
          </p:nvSpPr>
          <p:spPr>
            <a:xfrm>
              <a:off x="7780130" y="4874039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9F15EF24-EAEF-0244-0B7F-7B8F3BA78686}"/>
                </a:ext>
              </a:extLst>
            </p:cNvPr>
            <p:cNvSpPr/>
            <p:nvPr/>
          </p:nvSpPr>
          <p:spPr>
            <a:xfrm>
              <a:off x="2626263" y="4878951"/>
              <a:ext cx="2233534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AFC4D43-957E-149D-F5DF-AAF3321C217A}"/>
                </a:ext>
              </a:extLst>
            </p:cNvPr>
            <p:cNvSpPr txBox="1"/>
            <p:nvPr/>
          </p:nvSpPr>
          <p:spPr>
            <a:xfrm>
              <a:off x="2864035" y="1536869"/>
              <a:ext cx="1723630" cy="300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Feature Scoring Epoch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9804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D806E5D-B708-86A7-CA67-FB88D1F84BAC}"/>
              </a:ext>
            </a:extLst>
          </p:cNvPr>
          <p:cNvGrpSpPr/>
          <p:nvPr/>
        </p:nvGrpSpPr>
        <p:grpSpPr>
          <a:xfrm>
            <a:off x="1111783" y="8412357"/>
            <a:ext cx="8212095" cy="3781220"/>
            <a:chOff x="1346184" y="1186387"/>
            <a:chExt cx="10265119" cy="472652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15B7AA7-44EF-DED2-9A8B-377CF34999A4}"/>
                </a:ext>
              </a:extLst>
            </p:cNvPr>
            <p:cNvSpPr txBox="1"/>
            <p:nvPr/>
          </p:nvSpPr>
          <p:spPr>
            <a:xfrm>
              <a:off x="1346184" y="5612829"/>
              <a:ext cx="10265119" cy="30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82886" indent="-182886">
                <a:buAutoNum type="alphaUcPeriod"/>
              </a:pPr>
              <a:endParaRPr lang="en-US" sz="96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3F8724A-116A-F073-C628-FAFBA6E32015}"/>
                </a:ext>
              </a:extLst>
            </p:cNvPr>
            <p:cNvSpPr/>
            <p:nvPr/>
          </p:nvSpPr>
          <p:spPr>
            <a:xfrm>
              <a:off x="2617077" y="1308538"/>
              <a:ext cx="7669924" cy="414520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E8863B7-442C-FDBE-9EE7-E786AD5C9C5E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>
              <a:off x="2613568" y="1945414"/>
              <a:ext cx="767343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" name="Graphic 7" descr="Stopwatch outline">
              <a:extLst>
                <a:ext uri="{FF2B5EF4-FFF2-40B4-BE49-F238E27FC236}">
                  <a16:creationId xmlns:a16="http://schemas.microsoft.com/office/drawing/2014/main" id="{FFFCC835-A6AF-68E8-1F8A-83A5E5C2AC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94619" y="1307560"/>
              <a:ext cx="331773" cy="331773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FAAF53-80FD-5F4F-A0C0-D817A2E3581A}"/>
                </a:ext>
              </a:extLst>
            </p:cNvPr>
            <p:cNvCxnSpPr>
              <a:cxnSpLocks/>
              <a:stCxn id="27" idx="1"/>
            </p:cNvCxnSpPr>
            <p:nvPr/>
          </p:nvCxnSpPr>
          <p:spPr>
            <a:xfrm flipV="1">
              <a:off x="2617076" y="3493129"/>
              <a:ext cx="7669925" cy="1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B0439E-A330-7073-AE72-A6F36F0A57EE}"/>
                </a:ext>
              </a:extLst>
            </p:cNvPr>
            <p:cNvCxnSpPr>
              <a:cxnSpLocks/>
              <a:stCxn id="30" idx="1"/>
            </p:cNvCxnSpPr>
            <p:nvPr/>
          </p:nvCxnSpPr>
          <p:spPr>
            <a:xfrm flipV="1">
              <a:off x="2619693" y="4243623"/>
              <a:ext cx="7667308" cy="33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389CE3B-81B6-060F-17A4-BEB1F6E82780}"/>
                </a:ext>
              </a:extLst>
            </p:cNvPr>
            <p:cNvCxnSpPr>
              <a:cxnSpLocks/>
              <a:stCxn id="33" idx="1"/>
            </p:cNvCxnSpPr>
            <p:nvPr/>
          </p:nvCxnSpPr>
          <p:spPr>
            <a:xfrm>
              <a:off x="2626263" y="5028988"/>
              <a:ext cx="766073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95D09BF-935D-CE31-A604-56539975856C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>
              <a:off x="2611447" y="2729642"/>
              <a:ext cx="767555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3" name="Graphic 12" descr="Stopwatch outline">
              <a:extLst>
                <a:ext uri="{FF2B5EF4-FFF2-40B4-BE49-F238E27FC236}">
                  <a16:creationId xmlns:a16="http://schemas.microsoft.com/office/drawing/2014/main" id="{AB5E1A3A-8AA8-B511-055F-30DFFA490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81852" y="2122903"/>
              <a:ext cx="331773" cy="331773"/>
            </a:xfrm>
            <a:prstGeom prst="rect">
              <a:avLst/>
            </a:prstGeom>
          </p:spPr>
        </p:pic>
        <p:pic>
          <p:nvPicPr>
            <p:cNvPr id="14" name="Graphic 13" descr="Stopwatch outline">
              <a:extLst>
                <a:ext uri="{FF2B5EF4-FFF2-40B4-BE49-F238E27FC236}">
                  <a16:creationId xmlns:a16="http://schemas.microsoft.com/office/drawing/2014/main" id="{00FFE58E-FA1C-66D9-937C-15A28547A8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89741" y="2935576"/>
              <a:ext cx="331773" cy="331773"/>
            </a:xfrm>
            <a:prstGeom prst="rect">
              <a:avLst/>
            </a:prstGeom>
          </p:spPr>
        </p:pic>
        <p:pic>
          <p:nvPicPr>
            <p:cNvPr id="15" name="Graphic 14" descr="Stopwatch outline">
              <a:extLst>
                <a:ext uri="{FF2B5EF4-FFF2-40B4-BE49-F238E27FC236}">
                  <a16:creationId xmlns:a16="http://schemas.microsoft.com/office/drawing/2014/main" id="{F8AEA031-CA8B-A99A-52B8-FA8CE6009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97621" y="3676837"/>
              <a:ext cx="331773" cy="331773"/>
            </a:xfrm>
            <a:prstGeom prst="rect">
              <a:avLst/>
            </a:prstGeom>
          </p:spPr>
        </p:pic>
        <p:pic>
          <p:nvPicPr>
            <p:cNvPr id="16" name="Graphic 15" descr="Stopwatch outline">
              <a:extLst>
                <a:ext uri="{FF2B5EF4-FFF2-40B4-BE49-F238E27FC236}">
                  <a16:creationId xmlns:a16="http://schemas.microsoft.com/office/drawing/2014/main" id="{19AF9209-7D82-013B-8BE7-E0735828F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05502" y="4478624"/>
              <a:ext cx="331773" cy="331773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B650D71-D0BC-0199-7BE9-6AAB47A5C00C}"/>
                </a:ext>
              </a:extLst>
            </p:cNvPr>
            <p:cNvSpPr txBox="1"/>
            <p:nvPr/>
          </p:nvSpPr>
          <p:spPr>
            <a:xfrm>
              <a:off x="4868718" y="1536871"/>
              <a:ext cx="1479171" cy="300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Prediction Window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5E61BA-3E5A-8CFF-526D-8772C5BB4A56}"/>
                </a:ext>
              </a:extLst>
            </p:cNvPr>
            <p:cNvSpPr txBox="1"/>
            <p:nvPr/>
          </p:nvSpPr>
          <p:spPr>
            <a:xfrm>
              <a:off x="4823974" y="2326457"/>
              <a:ext cx="463268" cy="300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Lag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042EF67-F2C1-C377-4D66-33C60685C3B8}"/>
                </a:ext>
              </a:extLst>
            </p:cNvPr>
            <p:cNvSpPr txBox="1"/>
            <p:nvPr/>
          </p:nvSpPr>
          <p:spPr>
            <a:xfrm>
              <a:off x="2228912" y="1186387"/>
              <a:ext cx="432009" cy="3924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B.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970C317-29DE-C9E3-8D6F-0BEC30434D88}"/>
                </a:ext>
              </a:extLst>
            </p:cNvPr>
            <p:cNvSpPr/>
            <p:nvPr/>
          </p:nvSpPr>
          <p:spPr>
            <a:xfrm>
              <a:off x="4868390" y="1789188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283436-5298-4148-2B69-C1BBD84C8D65}"/>
                </a:ext>
              </a:extLst>
            </p:cNvPr>
            <p:cNvSpPr/>
            <p:nvPr/>
          </p:nvSpPr>
          <p:spPr>
            <a:xfrm>
              <a:off x="2613568" y="1795377"/>
              <a:ext cx="2241780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90BD641-D8D6-2238-A6F5-ED05DBEAD4D1}"/>
                </a:ext>
              </a:extLst>
            </p:cNvPr>
            <p:cNvSpPr/>
            <p:nvPr/>
          </p:nvSpPr>
          <p:spPr>
            <a:xfrm>
              <a:off x="4857714" y="2564336"/>
              <a:ext cx="384048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38AD38-EAD1-D9F4-E801-5B46D128B44E}"/>
                </a:ext>
              </a:extLst>
            </p:cNvPr>
            <p:cNvSpPr/>
            <p:nvPr/>
          </p:nvSpPr>
          <p:spPr>
            <a:xfrm>
              <a:off x="2611447" y="2579605"/>
              <a:ext cx="2241780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9490DE7-C69C-A945-DF06-410DDF664C56}"/>
                </a:ext>
              </a:extLst>
            </p:cNvPr>
            <p:cNvSpPr/>
            <p:nvPr/>
          </p:nvSpPr>
          <p:spPr>
            <a:xfrm>
              <a:off x="5262903" y="2564337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0BAC72-3099-24BD-9F16-E7D916F402B7}"/>
                </a:ext>
              </a:extLst>
            </p:cNvPr>
            <p:cNvSpPr/>
            <p:nvPr/>
          </p:nvSpPr>
          <p:spPr>
            <a:xfrm>
              <a:off x="5662296" y="3325717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4C212F2-99C5-304F-7E2E-CD1E1A6F287E}"/>
                </a:ext>
              </a:extLst>
            </p:cNvPr>
            <p:cNvSpPr/>
            <p:nvPr/>
          </p:nvSpPr>
          <p:spPr>
            <a:xfrm>
              <a:off x="4857922" y="3330706"/>
              <a:ext cx="786384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6EF0CA1-00F5-EDFB-B723-0F5863607C73}"/>
                </a:ext>
              </a:extLst>
            </p:cNvPr>
            <p:cNvSpPr/>
            <p:nvPr/>
          </p:nvSpPr>
          <p:spPr>
            <a:xfrm>
              <a:off x="2617076" y="3343093"/>
              <a:ext cx="2233533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F12F68B-9CFB-1D4F-D8FF-E6686016931D}"/>
                </a:ext>
              </a:extLst>
            </p:cNvPr>
            <p:cNvSpPr/>
            <p:nvPr/>
          </p:nvSpPr>
          <p:spPr>
            <a:xfrm>
              <a:off x="6524141" y="4088367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DF8832-1CC2-8877-9515-E8F9BDF5750A}"/>
                </a:ext>
              </a:extLst>
            </p:cNvPr>
            <p:cNvSpPr/>
            <p:nvPr/>
          </p:nvSpPr>
          <p:spPr>
            <a:xfrm>
              <a:off x="4865805" y="4080683"/>
              <a:ext cx="1636776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6A5FD4A-4FD6-23F5-DE92-2A686042A3C7}"/>
                </a:ext>
              </a:extLst>
            </p:cNvPr>
            <p:cNvSpPr/>
            <p:nvPr/>
          </p:nvSpPr>
          <p:spPr>
            <a:xfrm>
              <a:off x="2619693" y="4093619"/>
              <a:ext cx="2233534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DCCD072-2AB7-EC87-346A-4DDE712038BC}"/>
                </a:ext>
              </a:extLst>
            </p:cNvPr>
            <p:cNvSpPr/>
            <p:nvPr/>
          </p:nvSpPr>
          <p:spPr>
            <a:xfrm>
              <a:off x="4859798" y="4875923"/>
              <a:ext cx="2898559" cy="306130"/>
            </a:xfrm>
            <a:prstGeom prst="rect">
              <a:avLst/>
            </a:prstGeom>
            <a:pattFill prst="wdUpDiag">
              <a:fgClr>
                <a:schemeClr val="bg2">
                  <a:lumMod val="50000"/>
                </a:schemeClr>
              </a:fgClr>
              <a:bgClr>
                <a:schemeClr val="bg1"/>
              </a:bgClr>
            </a:pattFill>
            <a:ln w="31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2595C6-E4DF-233B-DE04-7AA45EAD42A1}"/>
                </a:ext>
              </a:extLst>
            </p:cNvPr>
            <p:cNvSpPr/>
            <p:nvPr/>
          </p:nvSpPr>
          <p:spPr>
            <a:xfrm>
              <a:off x="7780130" y="4874039"/>
              <a:ext cx="1518741" cy="310513"/>
            </a:xfrm>
            <a:prstGeom prst="rect">
              <a:avLst/>
            </a:prstGeom>
            <a:solidFill>
              <a:srgbClr val="FFFC04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EF34B11-3A4F-9F28-FB7F-D31A9939756B}"/>
                </a:ext>
              </a:extLst>
            </p:cNvPr>
            <p:cNvSpPr/>
            <p:nvPr/>
          </p:nvSpPr>
          <p:spPr>
            <a:xfrm>
              <a:off x="2626263" y="4878951"/>
              <a:ext cx="2233534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E526DD6-F4F6-931C-79CA-943CB2104766}"/>
                </a:ext>
              </a:extLst>
            </p:cNvPr>
            <p:cNvSpPr txBox="1"/>
            <p:nvPr/>
          </p:nvSpPr>
          <p:spPr>
            <a:xfrm>
              <a:off x="2864035" y="1536869"/>
              <a:ext cx="1723630" cy="3000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Feature Scoring Epoch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36DD1DC-22AE-D5BE-70A9-D37D4C50CA39}"/>
              </a:ext>
            </a:extLst>
          </p:cNvPr>
          <p:cNvGrpSpPr/>
          <p:nvPr/>
        </p:nvGrpSpPr>
        <p:grpSpPr>
          <a:xfrm>
            <a:off x="1780403" y="4610541"/>
            <a:ext cx="6484033" cy="3737561"/>
            <a:chOff x="1065199" y="857272"/>
            <a:chExt cx="8102449" cy="4226357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C5EDCC2-77D9-6FCB-67CE-4EE85D60BB5B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1605481"/>
              <a:ext cx="1975303" cy="1102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51CDC62-5C30-8F1C-6FDC-11A5E18A07F3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2188478"/>
              <a:ext cx="2437859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94A4B2A-20AA-07EB-57FF-028E558D555C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2799394"/>
              <a:ext cx="303535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39" name="Graphic 38" descr="Stopwatch outline">
              <a:extLst>
                <a:ext uri="{FF2B5EF4-FFF2-40B4-BE49-F238E27FC236}">
                  <a16:creationId xmlns:a16="http://schemas.microsoft.com/office/drawing/2014/main" id="{CD5E1ECC-C96C-8398-DB5D-379B6A97A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296958" y="1071231"/>
              <a:ext cx="331773" cy="331773"/>
            </a:xfrm>
            <a:prstGeom prst="rect">
              <a:avLst/>
            </a:prstGeom>
          </p:spPr>
        </p:pic>
        <p:pic>
          <p:nvPicPr>
            <p:cNvPr id="40" name="Graphic 39" descr="Stopwatch outline">
              <a:extLst>
                <a:ext uri="{FF2B5EF4-FFF2-40B4-BE49-F238E27FC236}">
                  <a16:creationId xmlns:a16="http://schemas.microsoft.com/office/drawing/2014/main" id="{645D2ECB-25EC-8260-B943-84E6D9B8B6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764414" y="1668693"/>
              <a:ext cx="331773" cy="331773"/>
            </a:xfrm>
            <a:prstGeom prst="rect">
              <a:avLst/>
            </a:prstGeom>
          </p:spPr>
        </p:pic>
        <p:pic>
          <p:nvPicPr>
            <p:cNvPr id="41" name="Graphic 40" descr="Stopwatch outline">
              <a:extLst>
                <a:ext uri="{FF2B5EF4-FFF2-40B4-BE49-F238E27FC236}">
                  <a16:creationId xmlns:a16="http://schemas.microsoft.com/office/drawing/2014/main" id="{53BF9C0C-5659-60B5-1665-D2DEF66FE7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367192" y="2255362"/>
              <a:ext cx="331773" cy="331773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A8275BD-AAFA-00C2-2FAB-77E6EF04906B}"/>
                </a:ext>
              </a:extLst>
            </p:cNvPr>
            <p:cNvGrpSpPr/>
            <p:nvPr/>
          </p:nvGrpSpPr>
          <p:grpSpPr>
            <a:xfrm>
              <a:off x="3521562" y="4681839"/>
              <a:ext cx="2443892" cy="98183"/>
              <a:chOff x="1890838" y="4082432"/>
              <a:chExt cx="2464153" cy="98183"/>
            </a:xfrm>
          </p:grpSpPr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B85F987C-8916-96C6-BB0C-E79998F580D9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767A4401-4C6E-233A-1605-909FDCF7CA87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F82580F5-F93B-C30C-4CD6-8B8E181D7FA9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00A87206-A2F7-51B0-FCA6-993289FD46A3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8516F0A9-78CB-98DB-F2BD-D634F6003A13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517234A0-BE62-1101-B6DD-6CD51E0042C8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431344BC-C0D7-0067-8A37-DDE04450D350}"/>
                </a:ext>
              </a:extLst>
            </p:cNvPr>
            <p:cNvGrpSpPr/>
            <p:nvPr/>
          </p:nvGrpSpPr>
          <p:grpSpPr>
            <a:xfrm>
              <a:off x="1497724" y="4726129"/>
              <a:ext cx="7606860" cy="273806"/>
              <a:chOff x="-149778" y="4126722"/>
              <a:chExt cx="7669924" cy="273806"/>
            </a:xfrm>
          </p:grpSpPr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36E1E96F-8093-9DC7-BCE0-2FE93A2C6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49778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CFF1E521-6F72-3EDA-4370-8E1725C5543F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6B038A4F-051C-328D-12BD-378379E44E6C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A76D9CA0-9976-E175-6DFE-D57284AA79F3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2A38C47B-3EAC-3B1A-6776-EE7B996BCFEC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E23CF7EE-2E97-1677-A348-0AECB27979AA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0431748B-521F-1382-B454-6AF9A846E498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F650A9F-3E85-9A7B-A4DE-E5261ADB948E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786F820-9EB0-F84F-81C5-4BC629676760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3560824"/>
              <a:ext cx="6019684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5" name="Graphic 44" descr="Stopwatch outline">
              <a:extLst>
                <a:ext uri="{FF2B5EF4-FFF2-40B4-BE49-F238E27FC236}">
                  <a16:creationId xmlns:a16="http://schemas.microsoft.com/office/drawing/2014/main" id="{D2859E61-E804-3D97-35F3-3F6594DCF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56078" y="3043378"/>
              <a:ext cx="331773" cy="331773"/>
            </a:xfrm>
            <a:prstGeom prst="rect">
              <a:avLst/>
            </a:prstGeom>
          </p:spPr>
        </p:pic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7F2B6E-4FB8-153D-FDC1-8DDFC854E686}"/>
                </a:ext>
              </a:extLst>
            </p:cNvPr>
            <p:cNvCxnSpPr>
              <a:cxnSpLocks/>
            </p:cNvCxnSpPr>
            <p:nvPr/>
          </p:nvCxnSpPr>
          <p:spPr>
            <a:xfrm>
              <a:off x="1497724" y="4208997"/>
              <a:ext cx="653778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7" name="Graphic 46" descr="Stopwatch outline">
              <a:extLst>
                <a:ext uri="{FF2B5EF4-FFF2-40B4-BE49-F238E27FC236}">
                  <a16:creationId xmlns:a16="http://schemas.microsoft.com/office/drawing/2014/main" id="{2B462E80-4986-95C4-A9D0-362DFA652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74174" y="3630102"/>
              <a:ext cx="331773" cy="331773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3BD1BAE-AAFE-DBD2-27FF-122986ABB624}"/>
                </a:ext>
              </a:extLst>
            </p:cNvPr>
            <p:cNvSpPr txBox="1"/>
            <p:nvPr/>
          </p:nvSpPr>
          <p:spPr>
            <a:xfrm>
              <a:off x="1065199" y="857272"/>
              <a:ext cx="437480" cy="3549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EA1B964-8BB1-3B86-C8B0-44D2F6249844}"/>
                </a:ext>
              </a:extLst>
            </p:cNvPr>
            <p:cNvSpPr/>
            <p:nvPr/>
          </p:nvSpPr>
          <p:spPr>
            <a:xfrm>
              <a:off x="1497724" y="968924"/>
              <a:ext cx="7669924" cy="411470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B069E64-4E7E-E301-8285-D519EBE4428F}"/>
                </a:ext>
              </a:extLst>
            </p:cNvPr>
            <p:cNvSpPr txBox="1"/>
            <p:nvPr/>
          </p:nvSpPr>
          <p:spPr>
            <a:xfrm>
              <a:off x="7258667" y="4745852"/>
              <a:ext cx="535231" cy="2575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6B8EB01A-FA2A-079E-55B4-A78FF707648D}"/>
                </a:ext>
              </a:extLst>
            </p:cNvPr>
            <p:cNvCxnSpPr/>
            <p:nvPr/>
          </p:nvCxnSpPr>
          <p:spPr>
            <a:xfrm>
              <a:off x="7515249" y="4680428"/>
              <a:ext cx="0" cy="9144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D56B842-4C1F-406F-4E77-A23027E4014E}"/>
                </a:ext>
              </a:extLst>
            </p:cNvPr>
            <p:cNvSpPr/>
            <p:nvPr/>
          </p:nvSpPr>
          <p:spPr>
            <a:xfrm>
              <a:off x="6446455" y="4680428"/>
              <a:ext cx="562720" cy="2616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7EE77AF8-2741-2047-AD0D-E97996DDCC1F}"/>
                </a:ext>
              </a:extLst>
            </p:cNvPr>
            <p:cNvSpPr txBox="1"/>
            <p:nvPr/>
          </p:nvSpPr>
          <p:spPr>
            <a:xfrm>
              <a:off x="7780116" y="4747901"/>
              <a:ext cx="535231" cy="2575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F24660B-4C3F-EBA2-A5DF-921201122690}"/>
                </a:ext>
              </a:extLst>
            </p:cNvPr>
            <p:cNvCxnSpPr/>
            <p:nvPr/>
          </p:nvCxnSpPr>
          <p:spPr>
            <a:xfrm>
              <a:off x="8036698" y="4671591"/>
              <a:ext cx="0" cy="9144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DF9ABC0-11F7-3853-3DC6-8968868D0B22}"/>
                </a:ext>
              </a:extLst>
            </p:cNvPr>
            <p:cNvSpPr txBox="1"/>
            <p:nvPr/>
          </p:nvSpPr>
          <p:spPr>
            <a:xfrm>
              <a:off x="4327690" y="3074705"/>
              <a:ext cx="393572" cy="222231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960" b="1" dirty="0"/>
                <a:t>…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CC0D9CB-1308-89C8-7B8E-206FB7E9FC36}"/>
                </a:ext>
              </a:extLst>
            </p:cNvPr>
            <p:cNvSpPr/>
            <p:nvPr/>
          </p:nvSpPr>
          <p:spPr>
            <a:xfrm>
              <a:off x="1497724" y="1455172"/>
              <a:ext cx="1975303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63B9F00-1998-4001-B811-8312828D2F30}"/>
                </a:ext>
              </a:extLst>
            </p:cNvPr>
            <p:cNvSpPr txBox="1"/>
            <p:nvPr/>
          </p:nvSpPr>
          <p:spPr>
            <a:xfrm>
              <a:off x="1623592" y="1200336"/>
              <a:ext cx="1723079" cy="2714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60" dirty="0"/>
                <a:t>Feature Scoring Epoch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3B75ED1-DF65-5187-B6E3-D0E9C0DC2641}"/>
                </a:ext>
              </a:extLst>
            </p:cNvPr>
            <p:cNvSpPr/>
            <p:nvPr/>
          </p:nvSpPr>
          <p:spPr>
            <a:xfrm>
              <a:off x="1498983" y="2638737"/>
              <a:ext cx="3075552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BF36BF4-D5EC-CEF3-22C9-E6BE9D949B60}"/>
                </a:ext>
              </a:extLst>
            </p:cNvPr>
            <p:cNvSpPr/>
            <p:nvPr/>
          </p:nvSpPr>
          <p:spPr>
            <a:xfrm>
              <a:off x="1498427" y="2054007"/>
              <a:ext cx="2448042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3B772F4-02E4-187B-3211-05E7C0E10F56}"/>
                </a:ext>
              </a:extLst>
            </p:cNvPr>
            <p:cNvSpPr/>
            <p:nvPr/>
          </p:nvSpPr>
          <p:spPr>
            <a:xfrm>
              <a:off x="1507303" y="3410787"/>
              <a:ext cx="6019683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8D0D76EA-C521-15A8-FC6B-40EAC2347F58}"/>
                </a:ext>
              </a:extLst>
            </p:cNvPr>
            <p:cNvSpPr/>
            <p:nvPr/>
          </p:nvSpPr>
          <p:spPr>
            <a:xfrm>
              <a:off x="1498981" y="4061301"/>
              <a:ext cx="6536515" cy="300073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</p:grpSp>
    </p:spTree>
    <p:extLst>
      <p:ext uri="{BB962C8B-B14F-4D97-AF65-F5344CB8AC3E}">
        <p14:creationId xmlns:p14="http://schemas.microsoft.com/office/powerpoint/2010/main" val="2235048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266</TotalTime>
  <Words>203</Words>
  <Application>Microsoft Office PowerPoint</Application>
  <PresentationFormat>Custom</PresentationFormat>
  <Paragraphs>46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43</cp:revision>
  <dcterms:created xsi:type="dcterms:W3CDTF">2024-07-30T14:26:47Z</dcterms:created>
  <dcterms:modified xsi:type="dcterms:W3CDTF">2024-07-31T21:42:48Z</dcterms:modified>
</cp:coreProperties>
</file>